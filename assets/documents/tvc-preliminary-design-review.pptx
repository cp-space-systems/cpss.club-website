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ED_817F207.xml" ContentType="application/vnd.ms-powerpoint.comments+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9"/>
  </p:notesMasterIdLst>
  <p:sldIdLst>
    <p:sldId id="259" r:id="rId5"/>
    <p:sldId id="301" r:id="rId6"/>
    <p:sldId id="486" r:id="rId7"/>
    <p:sldId id="303" r:id="rId8"/>
    <p:sldId id="482" r:id="rId9"/>
    <p:sldId id="485" r:id="rId10"/>
    <p:sldId id="484" r:id="rId11"/>
    <p:sldId id="487" r:id="rId12"/>
    <p:sldId id="489" r:id="rId13"/>
    <p:sldId id="490" r:id="rId14"/>
    <p:sldId id="491" r:id="rId15"/>
    <p:sldId id="492" r:id="rId16"/>
    <p:sldId id="515" r:id="rId17"/>
    <p:sldId id="493" r:id="rId18"/>
    <p:sldId id="494" r:id="rId19"/>
    <p:sldId id="495" r:id="rId20"/>
    <p:sldId id="496" r:id="rId21"/>
    <p:sldId id="497" r:id="rId22"/>
    <p:sldId id="498" r:id="rId23"/>
    <p:sldId id="499" r:id="rId24"/>
    <p:sldId id="509" r:id="rId25"/>
    <p:sldId id="500" r:id="rId26"/>
    <p:sldId id="513" r:id="rId27"/>
    <p:sldId id="510" r:id="rId28"/>
    <p:sldId id="511" r:id="rId29"/>
    <p:sldId id="514" r:id="rId30"/>
    <p:sldId id="501" r:id="rId31"/>
    <p:sldId id="502" r:id="rId32"/>
    <p:sldId id="503" r:id="rId33"/>
    <p:sldId id="504" r:id="rId34"/>
    <p:sldId id="507" r:id="rId35"/>
    <p:sldId id="508" r:id="rId36"/>
    <p:sldId id="479" r:id="rId37"/>
    <p:sldId id="459"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DA0A2E3-F770-4431-8BC0-B1B9B9FF0D23}">
          <p14:sldIdLst>
            <p14:sldId id="259"/>
            <p14:sldId id="301"/>
            <p14:sldId id="486"/>
            <p14:sldId id="303"/>
            <p14:sldId id="482"/>
            <p14:sldId id="485"/>
            <p14:sldId id="484"/>
            <p14:sldId id="487"/>
            <p14:sldId id="489"/>
            <p14:sldId id="490"/>
            <p14:sldId id="491"/>
            <p14:sldId id="492"/>
            <p14:sldId id="515"/>
            <p14:sldId id="493"/>
            <p14:sldId id="494"/>
            <p14:sldId id="495"/>
            <p14:sldId id="496"/>
            <p14:sldId id="497"/>
            <p14:sldId id="498"/>
            <p14:sldId id="499"/>
            <p14:sldId id="509"/>
            <p14:sldId id="500"/>
            <p14:sldId id="513"/>
            <p14:sldId id="510"/>
            <p14:sldId id="511"/>
            <p14:sldId id="514"/>
            <p14:sldId id="501"/>
            <p14:sldId id="502"/>
            <p14:sldId id="503"/>
            <p14:sldId id="504"/>
            <p14:sldId id="507"/>
            <p14:sldId id="508"/>
            <p14:sldId id="479"/>
            <p14:sldId id="459"/>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5B27701-9A7C-0E3C-397D-297F31B62F88}" name="Timothy Casey Barry" initials="" userId="S::tibarry@calpoly.edu::db5ff5cd-743e-4ca1-b15e-0469afd79d56" providerId="AD"/>
  <p188:author id="{FEC47005-7FA9-81B6-735F-DA52E8190C8C}" name="Conner Pao" initials="CP" userId="S::copao@calpoly.edu::5ae79f09-c075-4981-ab63-14cb31f1af56" providerId="AD"/>
  <p188:author id="{1EB33F17-957E-B4D8-CAA4-050AB487468B}" name="Metztli Singha" initials="MS" userId="S::msingha@calpoly.edu::58e61414-032b-4e68-bbf6-4086a69883e2" providerId="AD"/>
  <p188:author id="{16F46D47-40EF-AF25-0299-32ED11499FA3}" name="Elizabeth Ashley Matranga" initials="EM" userId="S::ematrang@calpoly.edu::0436fd68-7b49-4f04-b527-9a620eafe08e" providerId="AD"/>
  <p188:author id="{5C8E7C4D-0532-25FF-E87F-A1CD415D1DAB}" name="Brayant Silva Hernandez" initials="BS" userId="S::bsilvahe@calpoly.edu::30c98785-428f-4ecb-8273-48372d3a096e" providerId="AD"/>
  <p188:author id="{41CD9461-4812-1D10-0BBA-E68222941669}" name="Brandon Nicholas Muck" initials="BM" userId="S::bmuck@calpoly.edu::f4908edd-4efc-4fee-a672-c1658a75784c" providerId="AD"/>
  <p188:author id="{A5EE9762-B04A-ACA7-D08A-625112A523FD}" name="Devin Chen" initials="DC" userId="S::dchen110@calpoly.edu::a0cc3181-89cd-4524-830f-441b40223ed7" providerId="AD"/>
  <p188:author id="{B685C06E-258F-3D96-522B-2EF331BF47F4}" name="Tate Robert Manley" initials="TM" userId="S::trmanley@calpoly.edu::7a769cc2-ac1b-4a15-a174-bc73dfc5bb1e" providerId="AD"/>
  <p188:author id="{CF429D76-0DBF-14F1-34BB-9059ED08F700}" name="Auriel Corazon Soriano" initials="AS" userId="S::acsorian@calpoly.edu::de55cd38-b297-4347-b611-18ef79d9c61b" providerId="AD"/>
  <p188:author id="{E359218E-D0BD-D1B5-EA44-6E3D4927AB00}" name="Juan Pablo Lopez Godina" initials="JL" userId="S::lopezgod@calpoly.edu::24b80656-c65a-42a8-867c-91144eb88cb7" providerId="AD"/>
  <p188:author id="{8E7AD5A1-3AB1-38D7-60D4-8AB83C7D0D5E}" name="Calla Woodruff Lyons" initials="CL" userId="S::cawoodru@calpoly.edu::7963d992-d501-4e9f-8be3-5aa0a271ec1d" providerId="AD"/>
  <p188:author id="{849D42AE-B138-1CB3-6C48-3D2825550CCA}" name="Kendall Ryane Wilhite" initials="KW" userId="S::kwilhite@calpoly.edu::616df655-aa47-425f-897c-4b0b3ef4e91c" providerId="AD"/>
  <p188:author id="{ADBE0FB5-5363-46AE-2864-5CFF7BEC7C92}" name="Jasmine Cheuklam Cheng" initials="JC" userId="S::jcheng74@calpoly.edu::925333cc-0da8-4708-adb0-f265dbbd90e5" providerId="AD"/>
  <p188:author id="{AC8B5AC5-7988-C296-928E-AA294E5E9992}" name="Joshua L. Chung" initials="JC" userId="S::jchung97@calpoly.edu::33c4e0d6-6d53-4c58-8761-61f7524c3a25" providerId="AD"/>
  <p188:author id="{36DF33DA-D810-6733-FF22-BE39BA8DFCA1}" name="Raymond Lopez" initials="RL" userId="S::rlope122@calpoly.edu::c4c9231f-ca51-4b92-8dea-8604c66d08ec" providerId="AD"/>
  <p188:author id="{3B2542DC-5D81-6859-338B-368167A532B4}" name="Tianna Waring" initials="TW" userId="S::twaring@calpoly.edu::fe14226b-7b21-4e0d-8f60-4880e6cdf54a" providerId="AD"/>
  <p188:author id="{B9C3B5DE-EA07-014F-AE73-199304C25B8D}" name="Sean Oxenhorn" initials="SO" userId="S::soxenhor@calpoly.edu::073bf00c-bd78-410d-a655-bed4dd6f1360" providerId="AD"/>
  <p188:author id="{D248EFDE-0C4E-F7D3-D718-2F60F085BE75}" name="Calvin Jay-Ming Fong" initials="CF" userId="S::cfong28@calpoly.edu::c0c53a69-4de3-4927-aa9e-a00ae0d7322b" providerId="AD"/>
  <p188:author id="{EFB807E0-CB45-B64A-2328-831B8DFC25B8}" name="Ryan James Fukui" initials="RF" userId="S::rfukui@calpoly.edu::7a944b96-625c-4b24-bb69-bde5d896ebc3" providerId="AD"/>
  <p188:author id="{3664E6E9-5E13-DE23-F916-425431D8294D}" name="Noah David Shefer" initials="NS" userId="S::nshefer@calpoly.edu::8c08af93-95ff-440b-8e21-ae27e9ec0ceb" providerId="AD"/>
  <p188:author id="{397A80EB-6F6A-3032-BFD9-9DE157C0183D}" name="Arjan Reyes" initials="AR" userId="S::areye162@calpoly.edu::e6294f37-aa8a-4c72-b10d-0da3ee269489" providerId="AD"/>
  <p188:author id="{3DF190F2-9B66-377F-B7E0-4ACE95964A70}" name="Gustavo Gabriel Chavez" initials="GC" userId="S::gchave28@calpoly.edu::f2e535f8-59a6-42e4-a0ae-09caeef9144c" providerId="AD"/>
  <p188:author id="{AA37F2F5-3874-E43D-51D3-BC2B8AE9E661}" name="Tarzan Ma" initials="TM" userId="S::tma08@calpoly.edu::33a7fda7-a4e9-40a5-8e38-d3d418d050e3" providerId="AD"/>
  <p188:author id="{BBB72BFB-C04A-7D11-13C8-4B2E4CF753C3}" name="Yang Hai" initials="YH" userId="S::yahai@calpoly.edu::aae57e85-cf2b-4332-a01e-a5ef3eefedb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8A948F"/>
    <a:srgbClr val="CBD1CF"/>
    <a:srgbClr val="F2F0F0"/>
    <a:srgbClr val="154734"/>
    <a:srgbClr val="E7E9E9"/>
    <a:srgbClr val="214734"/>
    <a:srgbClr val="F2F2B0"/>
    <a:srgbClr val="DBD19C"/>
    <a:srgbClr val="FFFE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432CD0-86DC-7DB0-36C3-9764C214A3B7}" v="1" dt="2026-10-04T00:01:19.6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lla Woodruff Lyons" userId="S::cawoodru@calpoly.edu::7963d992-d501-4e9f-8be3-5aa0a271ec1d" providerId="AD" clId="Web-{4B7464B0-1C35-E27A-111E-4188A4DFAF68}"/>
    <pc:docChg chg="modSld">
      <pc:chgData name="Calla Woodruff Lyons" userId="S::cawoodru@calpoly.edu::7963d992-d501-4e9f-8be3-5aa0a271ec1d" providerId="AD" clId="Web-{4B7464B0-1C35-E27A-111E-4188A4DFAF68}" dt="2026-09-19T02:50:41.303" v="121"/>
      <pc:docMkLst>
        <pc:docMk/>
      </pc:docMkLst>
      <pc:sldChg chg="modSp modCm">
        <pc:chgData name="Calla Woodruff Lyons" userId="S::cawoodru@calpoly.edu::7963d992-d501-4e9f-8be3-5aa0a271ec1d" providerId="AD" clId="Web-{4B7464B0-1C35-E27A-111E-4188A4DFAF68}" dt="2026-09-19T02:50:41.303" v="121"/>
        <pc:sldMkLst>
          <pc:docMk/>
          <pc:sldMk cId="67542657" sldId="504"/>
        </pc:sldMkLst>
        <pc:graphicFrameChg chg="mod modGraphic">
          <ac:chgData name="Calla Woodruff Lyons" userId="S::cawoodru@calpoly.edu::7963d992-d501-4e9f-8be3-5aa0a271ec1d" providerId="AD" clId="Web-{4B7464B0-1C35-E27A-111E-4188A4DFAF68}" dt="2026-09-19T02:50:41.303" v="121"/>
          <ac:graphicFrameMkLst>
            <pc:docMk/>
            <pc:sldMk cId="67542657" sldId="504"/>
            <ac:graphicFrameMk id="14" creationId="{29028766-7CC4-133A-BE5E-4EE9445F39AC}"/>
          </ac:graphicFrameMkLst>
        </pc:graphicFrameChg>
        <pc:extLst>
          <p:ext xmlns:p="http://schemas.openxmlformats.org/presentationml/2006/main" uri="{D6D511B9-2390-475A-947B-AFAB55BFBCF1}">
            <pc226:cmChg xmlns:pc226="http://schemas.microsoft.com/office/powerpoint/2022/06/main/command" chg="mod">
              <pc226:chgData name="Calla Woodruff Lyons" userId="S::cawoodru@calpoly.edu::7963d992-d501-4e9f-8be3-5aa0a271ec1d" providerId="AD" clId="Web-{4B7464B0-1C35-E27A-111E-4188A4DFAF68}" dt="2026-09-19T02:50:41.303" v="120"/>
              <pc2:cmMkLst xmlns:pc2="http://schemas.microsoft.com/office/powerpoint/2019/9/main/command">
                <pc:docMk/>
                <pc:sldMk cId="67542657" sldId="504"/>
                <pc2:cmMk id="{82AD0FD3-7CCC-4324-BC41-43E76149BDE0}"/>
              </pc2:cmMkLst>
            </pc226:cmChg>
          </p:ext>
        </pc:extLst>
      </pc:sldChg>
    </pc:docChg>
  </pc:docChgLst>
  <pc:docChgLst>
    <pc:chgData name="Guest User" userId="S::urn:spo:tenantanon#1b0d02db-fc9e-4495-9537-1d379cca2ae7::" providerId="AD" clId="Web-{E15EC190-18C0-127C-9659-CB4AA3C4F390}"/>
    <pc:docChg chg="modSld">
      <pc:chgData name="Guest User" userId="S::urn:spo:tenantanon#1b0d02db-fc9e-4495-9537-1d379cca2ae7::" providerId="AD" clId="Web-{E15EC190-18C0-127C-9659-CB4AA3C4F390}" dt="2026-09-17T00:58:45.284" v="692" actId="20577"/>
      <pc:docMkLst>
        <pc:docMk/>
      </pc:docMkLst>
      <pc:sldChg chg="modSp">
        <pc:chgData name="Guest User" userId="S::urn:spo:tenantanon#1b0d02db-fc9e-4495-9537-1d379cca2ae7::" providerId="AD" clId="Web-{E15EC190-18C0-127C-9659-CB4AA3C4F390}" dt="2026-09-17T00:58:29.424" v="688" actId="20577"/>
        <pc:sldMkLst>
          <pc:docMk/>
          <pc:sldMk cId="1643136116" sldId="303"/>
        </pc:sldMkLst>
        <pc:spChg chg="mod">
          <ac:chgData name="Guest User" userId="S::urn:spo:tenantanon#1b0d02db-fc9e-4495-9537-1d379cca2ae7::" providerId="AD" clId="Web-{E15EC190-18C0-127C-9659-CB4AA3C4F390}" dt="2026-09-17T00:58:29.424" v="688" actId="20577"/>
          <ac:spMkLst>
            <pc:docMk/>
            <pc:sldMk cId="1643136116" sldId="303"/>
            <ac:spMk id="3" creationId="{27247D66-1EE0-C2F0-D411-75B5651BED72}"/>
          </ac:spMkLst>
        </pc:spChg>
      </pc:sldChg>
      <pc:sldChg chg="addSp delSp modSp">
        <pc:chgData name="Guest User" userId="S::urn:spo:tenantanon#1b0d02db-fc9e-4495-9537-1d379cca2ae7::" providerId="AD" clId="Web-{E15EC190-18C0-127C-9659-CB4AA3C4F390}" dt="2026-09-17T00:58:45.284" v="692" actId="20577"/>
        <pc:sldMkLst>
          <pc:docMk/>
          <pc:sldMk cId="4067373681" sldId="486"/>
        </pc:sldMkLst>
        <pc:spChg chg="mod">
          <ac:chgData name="Guest User" userId="S::urn:spo:tenantanon#1b0d02db-fc9e-4495-9537-1d379cca2ae7::" providerId="AD" clId="Web-{E15EC190-18C0-127C-9659-CB4AA3C4F390}" dt="2026-09-17T00:58:45.284" v="692" actId="20577"/>
          <ac:spMkLst>
            <pc:docMk/>
            <pc:sldMk cId="4067373681" sldId="486"/>
            <ac:spMk id="3" creationId="{6E8AB6AF-5717-12B7-C89B-B00859E4A1C6}"/>
          </ac:spMkLst>
        </pc:spChg>
        <pc:spChg chg="add mod">
          <ac:chgData name="Guest User" userId="S::urn:spo:tenantanon#1b0d02db-fc9e-4495-9537-1d379cca2ae7::" providerId="AD" clId="Web-{E15EC190-18C0-127C-9659-CB4AA3C4F390}" dt="2026-09-17T00:56:21.698" v="487" actId="20577"/>
          <ac:spMkLst>
            <pc:docMk/>
            <pc:sldMk cId="4067373681" sldId="486"/>
            <ac:spMk id="5" creationId="{5FF120D5-7DFE-23FE-0B2F-89E00A5094B4}"/>
          </ac:spMkLst>
        </pc:spChg>
      </pc:sldChg>
    </pc:docChg>
  </pc:docChgLst>
  <pc:docChgLst>
    <pc:chgData name="Guest User" userId="S::urn:spo:tenantanon#1b0d02db-fc9e-4495-9537-1d379cca2ae7::" providerId="AD" clId="Web-{4B783392-883D-7993-1ACF-D1895309D589}"/>
    <pc:docChg chg="modSld">
      <pc:chgData name="Guest User" userId="S::urn:spo:tenantanon#1b0d02db-fc9e-4495-9537-1d379cca2ae7::" providerId="AD" clId="Web-{4B783392-883D-7993-1ACF-D1895309D589}" dt="2026-09-14T21:21:35.398" v="5" actId="1076"/>
      <pc:docMkLst>
        <pc:docMk/>
      </pc:docMkLst>
      <pc:sldChg chg="modSp">
        <pc:chgData name="Guest User" userId="S::urn:spo:tenantanon#1b0d02db-fc9e-4495-9537-1d379cca2ae7::" providerId="AD" clId="Web-{4B783392-883D-7993-1ACF-D1895309D589}" dt="2026-09-14T21:21:35.398" v="5" actId="1076"/>
        <pc:sldMkLst>
          <pc:docMk/>
          <pc:sldMk cId="229681528" sldId="499"/>
        </pc:sldMkLst>
      </pc:sldChg>
      <pc:sldChg chg="delSp modSp">
        <pc:chgData name="Guest User" userId="S::urn:spo:tenantanon#1b0d02db-fc9e-4495-9537-1d379cca2ae7::" providerId="AD" clId="Web-{4B783392-883D-7993-1ACF-D1895309D589}" dt="2026-09-14T21:04:52.383" v="3" actId="1076"/>
        <pc:sldMkLst>
          <pc:docMk/>
          <pc:sldMk cId="2638470537" sldId="500"/>
        </pc:sldMkLst>
        <pc:spChg chg="mod">
          <ac:chgData name="Guest User" userId="S::urn:spo:tenantanon#1b0d02db-fc9e-4495-9537-1d379cca2ae7::" providerId="AD" clId="Web-{4B783392-883D-7993-1ACF-D1895309D589}" dt="2026-09-14T21:04:52.368" v="2" actId="1076"/>
          <ac:spMkLst>
            <pc:docMk/>
            <pc:sldMk cId="2638470537" sldId="500"/>
            <ac:spMk id="21" creationId="{D4D15753-84BC-207C-E6B3-EE098E7C264E}"/>
          </ac:spMkLst>
        </pc:spChg>
        <pc:spChg chg="mod">
          <ac:chgData name="Guest User" userId="S::urn:spo:tenantanon#1b0d02db-fc9e-4495-9537-1d379cca2ae7::" providerId="AD" clId="Web-{4B783392-883D-7993-1ACF-D1895309D589}" dt="2026-09-14T21:04:52.383" v="3" actId="1076"/>
          <ac:spMkLst>
            <pc:docMk/>
            <pc:sldMk cId="2638470537" sldId="500"/>
            <ac:spMk id="22" creationId="{8B2E6874-8BDF-8AE9-10A0-73E8FD0F8832}"/>
          </ac:spMkLst>
        </pc:spChg>
      </pc:sldChg>
    </pc:docChg>
  </pc:docChgLst>
  <pc:docChgLst>
    <pc:chgData name="Cruz Maximiliano Segura" userId="S::cmsegura@calpoly.edu::6171b863-dbee-4fd7-b898-1e3d5587afea" providerId="AD" clId="Web-{B388E63B-B858-3CCC-CAEE-2629EF19DF46}"/>
    <pc:docChg chg="modSld sldOrd">
      <pc:chgData name="Cruz Maximiliano Segura" userId="S::cmsegura@calpoly.edu::6171b863-dbee-4fd7-b898-1e3d5587afea" providerId="AD" clId="Web-{B388E63B-B858-3CCC-CAEE-2629EF19DF46}" dt="2026-09-19T06:17:09.717" v="378"/>
      <pc:docMkLst>
        <pc:docMk/>
      </pc:docMkLst>
      <pc:sldChg chg="addSp delSp modSp ord">
        <pc:chgData name="Cruz Maximiliano Segura" userId="S::cmsegura@calpoly.edu::6171b863-dbee-4fd7-b898-1e3d5587afea" providerId="AD" clId="Web-{B388E63B-B858-3CCC-CAEE-2629EF19DF46}" dt="2026-09-19T06:17:09.717" v="378"/>
        <pc:sldMkLst>
          <pc:docMk/>
          <pc:sldMk cId="953139831" sldId="510"/>
        </pc:sldMkLst>
        <pc:spChg chg="mod">
          <ac:chgData name="Cruz Maximiliano Segura" userId="S::cmsegura@calpoly.edu::6171b863-dbee-4fd7-b898-1e3d5587afea" providerId="AD" clId="Web-{B388E63B-B858-3CCC-CAEE-2629EF19DF46}" dt="2026-09-19T05:16:06.364" v="84" actId="1076"/>
          <ac:spMkLst>
            <pc:docMk/>
            <pc:sldMk cId="953139831" sldId="510"/>
            <ac:spMk id="2" creationId="{9AD2A0D2-1D25-F11D-ABB9-19E9DF7FDA8C}"/>
          </ac:spMkLst>
        </pc:spChg>
        <pc:spChg chg="mod">
          <ac:chgData name="Cruz Maximiliano Segura" userId="S::cmsegura@calpoly.edu::6171b863-dbee-4fd7-b898-1e3d5587afea" providerId="AD" clId="Web-{B388E63B-B858-3CCC-CAEE-2629EF19DF46}" dt="2026-09-19T05:26:40.702" v="252" actId="20577"/>
          <ac:spMkLst>
            <pc:docMk/>
            <pc:sldMk cId="953139831" sldId="510"/>
            <ac:spMk id="6" creationId="{1FB7297C-B8AD-34E8-8A2C-5AFB9D086EE6}"/>
          </ac:spMkLst>
        </pc:spChg>
        <pc:spChg chg="add mod">
          <ac:chgData name="Cruz Maximiliano Segura" userId="S::cmsegura@calpoly.edu::6171b863-dbee-4fd7-b898-1e3d5587afea" providerId="AD" clId="Web-{B388E63B-B858-3CCC-CAEE-2629EF19DF46}" dt="2026-09-19T05:52:12.335" v="371" actId="1076"/>
          <ac:spMkLst>
            <pc:docMk/>
            <pc:sldMk cId="953139831" sldId="510"/>
            <ac:spMk id="11" creationId="{18D08C28-6307-B153-B65B-15D9D34B4E4C}"/>
          </ac:spMkLst>
        </pc:spChg>
        <pc:spChg chg="add mod">
          <ac:chgData name="Cruz Maximiliano Segura" userId="S::cmsegura@calpoly.edu::6171b863-dbee-4fd7-b898-1e3d5587afea" providerId="AD" clId="Web-{B388E63B-B858-3CCC-CAEE-2629EF19DF46}" dt="2026-09-19T05:57:25.362" v="377" actId="20577"/>
          <ac:spMkLst>
            <pc:docMk/>
            <pc:sldMk cId="953139831" sldId="510"/>
            <ac:spMk id="13" creationId="{F13AD1C1-EB0F-AD52-C752-91CFFE1D4256}"/>
          </ac:spMkLst>
        </pc:spChg>
        <pc:picChg chg="mod">
          <ac:chgData name="Cruz Maximiliano Segura" userId="S::cmsegura@calpoly.edu::6171b863-dbee-4fd7-b898-1e3d5587afea" providerId="AD" clId="Web-{B388E63B-B858-3CCC-CAEE-2629EF19DF46}" dt="2026-09-19T05:52:21.195" v="372" actId="14100"/>
          <ac:picMkLst>
            <pc:docMk/>
            <pc:sldMk cId="953139831" sldId="510"/>
            <ac:picMk id="8" creationId="{5A138EF6-B432-D36C-BC5B-0E2082F9E3E6}"/>
          </ac:picMkLst>
        </pc:picChg>
        <pc:picChg chg="add mod">
          <ac:chgData name="Cruz Maximiliano Segura" userId="S::cmsegura@calpoly.edu::6171b863-dbee-4fd7-b898-1e3d5587afea" providerId="AD" clId="Web-{B388E63B-B858-3CCC-CAEE-2629EF19DF46}" dt="2026-09-19T05:52:09.085" v="370" actId="1076"/>
          <ac:picMkLst>
            <pc:docMk/>
            <pc:sldMk cId="953139831" sldId="510"/>
            <ac:picMk id="10" creationId="{58D26714-488C-884C-36CA-621CD0C47BF3}"/>
          </ac:picMkLst>
        </pc:picChg>
        <pc:picChg chg="add mod modCrop">
          <ac:chgData name="Cruz Maximiliano Segura" userId="S::cmsegura@calpoly.edu::6171b863-dbee-4fd7-b898-1e3d5587afea" providerId="AD" clId="Web-{B388E63B-B858-3CCC-CAEE-2629EF19DF46}" dt="2026-09-19T05:52:05.694" v="369" actId="1076"/>
          <ac:picMkLst>
            <pc:docMk/>
            <pc:sldMk cId="953139831" sldId="510"/>
            <ac:picMk id="12" creationId="{4ABCC96D-72BD-0BED-0C0F-338BAA3398B4}"/>
          </ac:picMkLst>
        </pc:picChg>
        <pc:picChg chg="add mod">
          <ac:chgData name="Cruz Maximiliano Segura" userId="S::cmsegura@calpoly.edu::6171b863-dbee-4fd7-b898-1e3d5587afea" providerId="AD" clId="Web-{B388E63B-B858-3CCC-CAEE-2629EF19DF46}" dt="2026-09-19T05:52:03.960" v="368" actId="1076"/>
          <ac:picMkLst>
            <pc:docMk/>
            <pc:sldMk cId="953139831" sldId="510"/>
            <ac:picMk id="14" creationId="{85E29AF9-0C3B-EDDF-3B8E-497DEFC43D1A}"/>
          </ac:picMkLst>
        </pc:picChg>
        <pc:picChg chg="add mod">
          <ac:chgData name="Cruz Maximiliano Segura" userId="S::cmsegura@calpoly.edu::6171b863-dbee-4fd7-b898-1e3d5587afea" providerId="AD" clId="Web-{B388E63B-B858-3CCC-CAEE-2629EF19DF46}" dt="2026-09-19T05:51:57.678" v="367" actId="1076"/>
          <ac:picMkLst>
            <pc:docMk/>
            <pc:sldMk cId="953139831" sldId="510"/>
            <ac:picMk id="15" creationId="{8D253EEF-9BA8-62F1-EF33-5744D41FE6E7}"/>
          </ac:picMkLst>
        </pc:picChg>
      </pc:sldChg>
      <pc:sldChg chg="addSp modSp ord">
        <pc:chgData name="Cruz Maximiliano Segura" userId="S::cmsegura@calpoly.edu::6171b863-dbee-4fd7-b898-1e3d5587afea" providerId="AD" clId="Web-{B388E63B-B858-3CCC-CAEE-2629EF19DF46}" dt="2026-09-19T05:37:36.522" v="253"/>
        <pc:sldMkLst>
          <pc:docMk/>
          <pc:sldMk cId="3662511843" sldId="513"/>
        </pc:sldMkLst>
        <pc:spChg chg="mod">
          <ac:chgData name="Cruz Maximiliano Segura" userId="S::cmsegura@calpoly.edu::6171b863-dbee-4fd7-b898-1e3d5587afea" providerId="AD" clId="Web-{B388E63B-B858-3CCC-CAEE-2629EF19DF46}" dt="2026-09-19T05:03:40.306" v="10" actId="20577"/>
          <ac:spMkLst>
            <pc:docMk/>
            <pc:sldMk cId="3662511843" sldId="513"/>
            <ac:spMk id="12" creationId="{97ED0BF3-58C1-2304-80A9-4B89C305AC0B}"/>
          </ac:spMkLst>
        </pc:spChg>
        <pc:spChg chg="mod">
          <ac:chgData name="Cruz Maximiliano Segura" userId="S::cmsegura@calpoly.edu::6171b863-dbee-4fd7-b898-1e3d5587afea" providerId="AD" clId="Web-{B388E63B-B858-3CCC-CAEE-2629EF19DF46}" dt="2026-09-19T05:03:56.369" v="18" actId="20577"/>
          <ac:spMkLst>
            <pc:docMk/>
            <pc:sldMk cId="3662511843" sldId="513"/>
            <ac:spMk id="17" creationId="{7F90C282-2BD8-3CD0-2F98-2F5BC5EEE5B8}"/>
          </ac:spMkLst>
        </pc:spChg>
        <pc:spChg chg="mod">
          <ac:chgData name="Cruz Maximiliano Segura" userId="S::cmsegura@calpoly.edu::6171b863-dbee-4fd7-b898-1e3d5587afea" providerId="AD" clId="Web-{B388E63B-B858-3CCC-CAEE-2629EF19DF46}" dt="2026-09-19T05:18:14.028" v="95" actId="20577"/>
          <ac:spMkLst>
            <pc:docMk/>
            <pc:sldMk cId="3662511843" sldId="513"/>
            <ac:spMk id="18" creationId="{CC0F5D25-3F3B-16B6-E6A7-6FFB62F61F20}"/>
          </ac:spMkLst>
        </pc:spChg>
        <pc:spChg chg="mod">
          <ac:chgData name="Cruz Maximiliano Segura" userId="S::cmsegura@calpoly.edu::6171b863-dbee-4fd7-b898-1e3d5587afea" providerId="AD" clId="Web-{B388E63B-B858-3CCC-CAEE-2629EF19DF46}" dt="2026-09-19T05:03:24.805" v="7" actId="20577"/>
          <ac:spMkLst>
            <pc:docMk/>
            <pc:sldMk cId="3662511843" sldId="513"/>
            <ac:spMk id="22" creationId="{DFA88DC0-DAB1-47F6-DDFD-B343E8957B79}"/>
          </ac:spMkLst>
        </pc:spChg>
        <pc:spChg chg="mod">
          <ac:chgData name="Cruz Maximiliano Segura" userId="S::cmsegura@calpoly.edu::6171b863-dbee-4fd7-b898-1e3d5587afea" providerId="AD" clId="Web-{B388E63B-B858-3CCC-CAEE-2629EF19DF46}" dt="2026-09-19T05:09:55.679" v="23" actId="1076"/>
          <ac:spMkLst>
            <pc:docMk/>
            <pc:sldMk cId="3662511843" sldId="513"/>
            <ac:spMk id="24" creationId="{6E668567-92E2-F805-134A-EB173D2789F8}"/>
          </ac:spMkLst>
        </pc:spChg>
        <pc:picChg chg="mod">
          <ac:chgData name="Cruz Maximiliano Segura" userId="S::cmsegura@calpoly.edu::6171b863-dbee-4fd7-b898-1e3d5587afea" providerId="AD" clId="Web-{B388E63B-B858-3CCC-CAEE-2629EF19DF46}" dt="2026-09-19T05:10:49.806" v="36" actId="1076"/>
          <ac:picMkLst>
            <pc:docMk/>
            <pc:sldMk cId="3662511843" sldId="513"/>
            <ac:picMk id="8" creationId="{54A17CD8-30C7-4B49-920C-E6BDC410A864}"/>
          </ac:picMkLst>
        </pc:picChg>
        <pc:picChg chg="mod">
          <ac:chgData name="Cruz Maximiliano Segura" userId="S::cmsegura@calpoly.edu::6171b863-dbee-4fd7-b898-1e3d5587afea" providerId="AD" clId="Web-{B388E63B-B858-3CCC-CAEE-2629EF19DF46}" dt="2026-09-19T05:10:48.727" v="35" actId="1076"/>
          <ac:picMkLst>
            <pc:docMk/>
            <pc:sldMk cId="3662511843" sldId="513"/>
            <ac:picMk id="10" creationId="{B7729579-A717-C619-4F1E-CB3A262712CA}"/>
          </ac:picMkLst>
        </pc:picChg>
        <pc:picChg chg="mod">
          <ac:chgData name="Cruz Maximiliano Segura" userId="S::cmsegura@calpoly.edu::6171b863-dbee-4fd7-b898-1e3d5587afea" providerId="AD" clId="Web-{B388E63B-B858-3CCC-CAEE-2629EF19DF46}" dt="2026-09-19T05:10:40.821" v="33" actId="1076"/>
          <ac:picMkLst>
            <pc:docMk/>
            <pc:sldMk cId="3662511843" sldId="513"/>
            <ac:picMk id="11" creationId="{1B75B897-087E-5405-91E3-D9C78FCBA872}"/>
          </ac:picMkLst>
        </pc:picChg>
        <pc:picChg chg="add mod modCrop">
          <ac:chgData name="Cruz Maximiliano Segura" userId="S::cmsegura@calpoly.edu::6171b863-dbee-4fd7-b898-1e3d5587afea" providerId="AD" clId="Web-{B388E63B-B858-3CCC-CAEE-2629EF19DF46}" dt="2026-09-19T05:10:56.181" v="38" actId="14100"/>
          <ac:picMkLst>
            <pc:docMk/>
            <pc:sldMk cId="3662511843" sldId="513"/>
            <ac:picMk id="14" creationId="{CFDC2039-D719-E23A-BE0F-694878026D11}"/>
          </ac:picMkLst>
        </pc:picChg>
      </pc:sldChg>
    </pc:docChg>
  </pc:docChgLst>
  <pc:docChgLst>
    <pc:chgData name="Gustavo Gabriel Chavez" userId="S::gchave28@calpoly.edu::f2e535f8-59a6-42e4-a0ae-09caeef9144c" providerId="AD" clId="Web-{C3CA3798-FCD4-4A50-281B-74E5BF255506}"/>
    <pc:docChg chg="addSld modSld sldOrd modSection">
      <pc:chgData name="Gustavo Gabriel Chavez" userId="S::gchave28@calpoly.edu::f2e535f8-59a6-42e4-a0ae-09caeef9144c" providerId="AD" clId="Web-{C3CA3798-FCD4-4A50-281B-74E5BF255506}" dt="2026-09-19T06:51:59.066" v="723" actId="1076"/>
      <pc:docMkLst>
        <pc:docMk/>
      </pc:docMkLst>
      <pc:sldChg chg="modSp">
        <pc:chgData name="Gustavo Gabriel Chavez" userId="S::gchave28@calpoly.edu::f2e535f8-59a6-42e4-a0ae-09caeef9144c" providerId="AD" clId="Web-{C3CA3798-FCD4-4A50-281B-74E5BF255506}" dt="2026-09-19T04:51:47.049" v="71"/>
        <pc:sldMkLst>
          <pc:docMk/>
          <pc:sldMk cId="2452431030" sldId="485"/>
        </pc:sldMkLst>
        <pc:graphicFrameChg chg="mod modGraphic">
          <ac:chgData name="Gustavo Gabriel Chavez" userId="S::gchave28@calpoly.edu::f2e535f8-59a6-42e4-a0ae-09caeef9144c" providerId="AD" clId="Web-{C3CA3798-FCD4-4A50-281B-74E5BF255506}" dt="2026-09-19T04:51:47.049" v="71"/>
          <ac:graphicFrameMkLst>
            <pc:docMk/>
            <pc:sldMk cId="2452431030" sldId="485"/>
            <ac:graphicFrameMk id="5" creationId="{0BD947BF-33E1-993D-7EB7-69C23779519D}"/>
          </ac:graphicFrameMkLst>
        </pc:graphicFrameChg>
      </pc:sldChg>
      <pc:sldChg chg="ord">
        <pc:chgData name="Gustavo Gabriel Chavez" userId="S::gchave28@calpoly.edu::f2e535f8-59a6-42e4-a0ae-09caeef9144c" providerId="AD" clId="Web-{C3CA3798-FCD4-4A50-281B-74E5BF255506}" dt="2026-09-19T04:50:29.218" v="63"/>
        <pc:sldMkLst>
          <pc:docMk/>
          <pc:sldMk cId="4067373681" sldId="486"/>
        </pc:sldMkLst>
      </pc:sldChg>
      <pc:sldChg chg="addSp modSp">
        <pc:chgData name="Gustavo Gabriel Chavez" userId="S::gchave28@calpoly.edu::f2e535f8-59a6-42e4-a0ae-09caeef9144c" providerId="AD" clId="Web-{C3CA3798-FCD4-4A50-281B-74E5BF255506}" dt="2026-09-19T06:51:59.066" v="723" actId="1076"/>
        <pc:sldMkLst>
          <pc:docMk/>
          <pc:sldMk cId="135787015" sldId="493"/>
        </pc:sldMkLst>
        <pc:spChg chg="add mod">
          <ac:chgData name="Gustavo Gabriel Chavez" userId="S::gchave28@calpoly.edu::f2e535f8-59a6-42e4-a0ae-09caeef9144c" providerId="AD" clId="Web-{C3CA3798-FCD4-4A50-281B-74E5BF255506}" dt="2026-09-19T06:51:59.066" v="723" actId="1076"/>
          <ac:spMkLst>
            <pc:docMk/>
            <pc:sldMk cId="135787015" sldId="493"/>
            <ac:spMk id="7" creationId="{42369258-28F5-C266-D0B7-EE2DBC65EFBB}"/>
          </ac:spMkLst>
        </pc:spChg>
        <pc:spChg chg="mod">
          <ac:chgData name="Gustavo Gabriel Chavez" userId="S::gchave28@calpoly.edu::f2e535f8-59a6-42e4-a0ae-09caeef9144c" providerId="AD" clId="Web-{C3CA3798-FCD4-4A50-281B-74E5BF255506}" dt="2026-09-19T06:40:40.342" v="578" actId="1076"/>
          <ac:spMkLst>
            <pc:docMk/>
            <pc:sldMk cId="135787015" sldId="493"/>
            <ac:spMk id="8" creationId="{DD3CE074-92F5-7F4B-D3A3-3B2C91E921C9}"/>
          </ac:spMkLst>
        </pc:spChg>
        <pc:picChg chg="add mod">
          <ac:chgData name="Gustavo Gabriel Chavez" userId="S::gchave28@calpoly.edu::f2e535f8-59a6-42e4-a0ae-09caeef9144c" providerId="AD" clId="Web-{C3CA3798-FCD4-4A50-281B-74E5BF255506}" dt="2026-09-19T06:51:56.081" v="722" actId="1076"/>
          <ac:picMkLst>
            <pc:docMk/>
            <pc:sldMk cId="135787015" sldId="493"/>
            <ac:picMk id="2" creationId="{2A45048B-1D38-F343-A6AF-3072465833D7}"/>
          </ac:picMkLst>
        </pc:picChg>
        <pc:picChg chg="mod">
          <ac:chgData name="Gustavo Gabriel Chavez" userId="S::gchave28@calpoly.edu::f2e535f8-59a6-42e4-a0ae-09caeef9144c" providerId="AD" clId="Web-{C3CA3798-FCD4-4A50-281B-74E5BF255506}" dt="2026-09-19T06:51:54.269" v="721" actId="1076"/>
          <ac:picMkLst>
            <pc:docMk/>
            <pc:sldMk cId="135787015" sldId="493"/>
            <ac:picMk id="9" creationId="{DDBD6C4E-2577-4794-938F-8A386F54DB97}"/>
          </ac:picMkLst>
        </pc:picChg>
      </pc:sldChg>
      <pc:sldChg chg="modSp">
        <pc:chgData name="Gustavo Gabriel Chavez" userId="S::gchave28@calpoly.edu::f2e535f8-59a6-42e4-a0ae-09caeef9144c" providerId="AD" clId="Web-{C3CA3798-FCD4-4A50-281B-74E5BF255506}" dt="2026-09-19T04:49:04.919" v="62" actId="1076"/>
        <pc:sldMkLst>
          <pc:docMk/>
          <pc:sldMk cId="3653172102" sldId="495"/>
        </pc:sldMkLst>
        <pc:picChg chg="mod">
          <ac:chgData name="Gustavo Gabriel Chavez" userId="S::gchave28@calpoly.edu::f2e535f8-59a6-42e4-a0ae-09caeef9144c" providerId="AD" clId="Web-{C3CA3798-FCD4-4A50-281B-74E5BF255506}" dt="2026-09-19T04:49:04.919" v="62" actId="1076"/>
          <ac:picMkLst>
            <pc:docMk/>
            <pc:sldMk cId="3653172102" sldId="495"/>
            <ac:picMk id="4" creationId="{3252A5C3-55C0-E2CB-4109-E8FDCE523B1B}"/>
          </ac:picMkLst>
        </pc:picChg>
      </pc:sldChg>
      <pc:sldChg chg="modSp">
        <pc:chgData name="Gustavo Gabriel Chavez" userId="S::gchave28@calpoly.edu::f2e535f8-59a6-42e4-a0ae-09caeef9144c" providerId="AD" clId="Web-{C3CA3798-FCD4-4A50-281B-74E5BF255506}" dt="2026-09-19T04:48:59.684" v="61" actId="1076"/>
        <pc:sldMkLst>
          <pc:docMk/>
          <pc:sldMk cId="1338847170" sldId="496"/>
        </pc:sldMkLst>
        <pc:picChg chg="mod">
          <ac:chgData name="Gustavo Gabriel Chavez" userId="S::gchave28@calpoly.edu::f2e535f8-59a6-42e4-a0ae-09caeef9144c" providerId="AD" clId="Web-{C3CA3798-FCD4-4A50-281B-74E5BF255506}" dt="2026-09-19T04:48:59.684" v="61" actId="1076"/>
          <ac:picMkLst>
            <pc:docMk/>
            <pc:sldMk cId="1338847170" sldId="496"/>
            <ac:picMk id="7" creationId="{DD69E4EF-F250-6DA4-EE50-AFCE97C8E08B}"/>
          </ac:picMkLst>
        </pc:picChg>
      </pc:sldChg>
      <pc:sldChg chg="addSp modSp">
        <pc:chgData name="Gustavo Gabriel Chavez" userId="S::gchave28@calpoly.edu::f2e535f8-59a6-42e4-a0ae-09caeef9144c" providerId="AD" clId="Web-{C3CA3798-FCD4-4A50-281B-74E5BF255506}" dt="2026-09-19T05:08:20.436" v="77" actId="1076"/>
        <pc:sldMkLst>
          <pc:docMk/>
          <pc:sldMk cId="3327967063" sldId="497"/>
        </pc:sldMkLst>
        <pc:picChg chg="add mod">
          <ac:chgData name="Gustavo Gabriel Chavez" userId="S::gchave28@calpoly.edu::f2e535f8-59a6-42e4-a0ae-09caeef9144c" providerId="AD" clId="Web-{C3CA3798-FCD4-4A50-281B-74E5BF255506}" dt="2026-09-19T05:08:20.436" v="77" actId="1076"/>
          <ac:picMkLst>
            <pc:docMk/>
            <pc:sldMk cId="3327967063" sldId="497"/>
            <ac:picMk id="2" creationId="{2D0688F8-65B6-5396-C4FD-B138B49A850A}"/>
          </ac:picMkLst>
        </pc:picChg>
        <pc:picChg chg="mod">
          <ac:chgData name="Gustavo Gabriel Chavez" userId="S::gchave28@calpoly.edu::f2e535f8-59a6-42e4-a0ae-09caeef9144c" providerId="AD" clId="Web-{C3CA3798-FCD4-4A50-281B-74E5BF255506}" dt="2026-09-19T04:46:34.820" v="60" actId="1076"/>
          <ac:picMkLst>
            <pc:docMk/>
            <pc:sldMk cId="3327967063" sldId="497"/>
            <ac:picMk id="7" creationId="{8CC6B6C9-0583-9989-E679-6B53FE922502}"/>
          </ac:picMkLst>
        </pc:picChg>
      </pc:sldChg>
      <pc:sldChg chg="modSp">
        <pc:chgData name="Gustavo Gabriel Chavez" userId="S::gchave28@calpoly.edu::f2e535f8-59a6-42e4-a0ae-09caeef9144c" providerId="AD" clId="Web-{C3CA3798-FCD4-4A50-281B-74E5BF255506}" dt="2026-09-19T06:07:11.452" v="178" actId="20577"/>
        <pc:sldMkLst>
          <pc:docMk/>
          <pc:sldMk cId="1640658682" sldId="498"/>
        </pc:sldMkLst>
        <pc:spChg chg="mod">
          <ac:chgData name="Gustavo Gabriel Chavez" userId="S::gchave28@calpoly.edu::f2e535f8-59a6-42e4-a0ae-09caeef9144c" providerId="AD" clId="Web-{C3CA3798-FCD4-4A50-281B-74E5BF255506}" dt="2026-09-19T06:07:11.452" v="178" actId="20577"/>
          <ac:spMkLst>
            <pc:docMk/>
            <pc:sldMk cId="1640658682" sldId="498"/>
            <ac:spMk id="5" creationId="{4ACA866B-D462-46FA-F3C8-F863005293DD}"/>
          </ac:spMkLst>
        </pc:spChg>
      </pc:sldChg>
      <pc:sldChg chg="modSp">
        <pc:chgData name="Gustavo Gabriel Chavez" userId="S::gchave28@calpoly.edu::f2e535f8-59a6-42e4-a0ae-09caeef9144c" providerId="AD" clId="Web-{C3CA3798-FCD4-4A50-281B-74E5BF255506}" dt="2026-09-19T04:45:21.770" v="59" actId="1076"/>
        <pc:sldMkLst>
          <pc:docMk/>
          <pc:sldMk cId="3787654095" sldId="508"/>
        </pc:sldMkLst>
        <pc:picChg chg="mod">
          <ac:chgData name="Gustavo Gabriel Chavez" userId="S::gchave28@calpoly.edu::f2e535f8-59a6-42e4-a0ae-09caeef9144c" providerId="AD" clId="Web-{C3CA3798-FCD4-4A50-281B-74E5BF255506}" dt="2026-09-19T04:45:21.770" v="59" actId="1076"/>
          <ac:picMkLst>
            <pc:docMk/>
            <pc:sldMk cId="3787654095" sldId="508"/>
            <ac:picMk id="7" creationId="{A87AECB5-F16D-9819-BD52-C8C00A361E56}"/>
          </ac:picMkLst>
        </pc:picChg>
      </pc:sldChg>
      <pc:sldChg chg="addSp delSp modSp ord">
        <pc:chgData name="Gustavo Gabriel Chavez" userId="S::gchave28@calpoly.edu::f2e535f8-59a6-42e4-a0ae-09caeef9144c" providerId="AD" clId="Web-{C3CA3798-FCD4-4A50-281B-74E5BF255506}" dt="2026-09-19T06:07:15.171" v="179"/>
        <pc:sldMkLst>
          <pc:docMk/>
          <pc:sldMk cId="2454608350" sldId="511"/>
        </pc:sldMkLst>
        <pc:spChg chg="mod">
          <ac:chgData name="Gustavo Gabriel Chavez" userId="S::gchave28@calpoly.edu::f2e535f8-59a6-42e4-a0ae-09caeef9144c" providerId="AD" clId="Web-{C3CA3798-FCD4-4A50-281B-74E5BF255506}" dt="2026-09-19T06:07:01.968" v="169" actId="20577"/>
          <ac:spMkLst>
            <pc:docMk/>
            <pc:sldMk cId="2454608350" sldId="511"/>
            <ac:spMk id="6" creationId="{1FB7297C-B8AD-34E8-8A2C-5AFB9D086EE6}"/>
          </ac:spMkLst>
        </pc:spChg>
        <pc:picChg chg="add mod">
          <ac:chgData name="Gustavo Gabriel Chavez" userId="S::gchave28@calpoly.edu::f2e535f8-59a6-42e4-a0ae-09caeef9144c" providerId="AD" clId="Web-{C3CA3798-FCD4-4A50-281B-74E5BF255506}" dt="2026-09-19T05:36:44.987" v="136" actId="1076"/>
          <ac:picMkLst>
            <pc:docMk/>
            <pc:sldMk cId="2454608350" sldId="511"/>
            <ac:picMk id="7" creationId="{2CB07193-E503-4E66-F656-789C652466BF}"/>
          </ac:picMkLst>
        </pc:picChg>
        <pc:picChg chg="add mod">
          <ac:chgData name="Gustavo Gabriel Chavez" userId="S::gchave28@calpoly.edu::f2e535f8-59a6-42e4-a0ae-09caeef9144c" providerId="AD" clId="Web-{C3CA3798-FCD4-4A50-281B-74E5BF255506}" dt="2026-09-19T05:54:50.192" v="144" actId="1076"/>
          <ac:picMkLst>
            <pc:docMk/>
            <pc:sldMk cId="2454608350" sldId="511"/>
            <ac:picMk id="10" creationId="{0E977212-5AA1-7378-6689-E4109349C508}"/>
          </ac:picMkLst>
        </pc:picChg>
      </pc:sldChg>
      <pc:sldChg chg="addSp delSp modSp add replId">
        <pc:chgData name="Gustavo Gabriel Chavez" userId="S::gchave28@calpoly.edu::f2e535f8-59a6-42e4-a0ae-09caeef9144c" providerId="AD" clId="Web-{C3CA3798-FCD4-4A50-281B-74E5BF255506}" dt="2026-09-19T06:47:55.293" v="695" actId="1076"/>
        <pc:sldMkLst>
          <pc:docMk/>
          <pc:sldMk cId="591786535" sldId="514"/>
        </pc:sldMkLst>
        <pc:spChg chg="mod">
          <ac:chgData name="Gustavo Gabriel Chavez" userId="S::gchave28@calpoly.edu::f2e535f8-59a6-42e4-a0ae-09caeef9144c" providerId="AD" clId="Web-{C3CA3798-FCD4-4A50-281B-74E5BF255506}" dt="2026-09-19T05:46:24.958" v="139" actId="20577"/>
          <ac:spMkLst>
            <pc:docMk/>
            <pc:sldMk cId="591786535" sldId="514"/>
            <ac:spMk id="6" creationId="{B35040E2-4267-7B6C-93F8-D2AD2FFDD380}"/>
          </ac:spMkLst>
        </pc:spChg>
        <pc:spChg chg="add mod">
          <ac:chgData name="Gustavo Gabriel Chavez" userId="S::gchave28@calpoly.edu::f2e535f8-59a6-42e4-a0ae-09caeef9144c" providerId="AD" clId="Web-{C3CA3798-FCD4-4A50-281B-74E5BF255506}" dt="2026-09-19T06:46:44.135" v="632" actId="14100"/>
          <ac:spMkLst>
            <pc:docMk/>
            <pc:sldMk cId="591786535" sldId="514"/>
            <ac:spMk id="7" creationId="{B6CB2B56-5159-153F-DD06-F9D24F447D99}"/>
          </ac:spMkLst>
        </pc:spChg>
        <pc:spChg chg="add mod">
          <ac:chgData name="Gustavo Gabriel Chavez" userId="S::gchave28@calpoly.edu::f2e535f8-59a6-42e4-a0ae-09caeef9144c" providerId="AD" clId="Web-{C3CA3798-FCD4-4A50-281B-74E5BF255506}" dt="2026-09-19T06:46:46.759" v="633" actId="1076"/>
          <ac:spMkLst>
            <pc:docMk/>
            <pc:sldMk cId="591786535" sldId="514"/>
            <ac:spMk id="10" creationId="{3343B8C9-95D8-268E-C18E-95FBEBC351FA}"/>
          </ac:spMkLst>
        </pc:spChg>
        <pc:spChg chg="add mod">
          <ac:chgData name="Gustavo Gabriel Chavez" userId="S::gchave28@calpoly.edu::f2e535f8-59a6-42e4-a0ae-09caeef9144c" providerId="AD" clId="Web-{C3CA3798-FCD4-4A50-281B-74E5BF255506}" dt="2026-09-19T06:46:52.682" v="636" actId="1076"/>
          <ac:spMkLst>
            <pc:docMk/>
            <pc:sldMk cId="591786535" sldId="514"/>
            <ac:spMk id="14" creationId="{AFA3ABEE-F6D4-32A7-5737-404EE497F36B}"/>
          </ac:spMkLst>
        </pc:spChg>
        <pc:spChg chg="add mod">
          <ac:chgData name="Gustavo Gabriel Chavez" userId="S::gchave28@calpoly.edu::f2e535f8-59a6-42e4-a0ae-09caeef9144c" providerId="AD" clId="Web-{C3CA3798-FCD4-4A50-281B-74E5BF255506}" dt="2026-09-19T06:46:56.947" v="638" actId="1076"/>
          <ac:spMkLst>
            <pc:docMk/>
            <pc:sldMk cId="591786535" sldId="514"/>
            <ac:spMk id="16" creationId="{71F9B44D-3F9C-2D84-022F-262F2AD94714}"/>
          </ac:spMkLst>
        </pc:spChg>
        <pc:spChg chg="add mod">
          <ac:chgData name="Gustavo Gabriel Chavez" userId="S::gchave28@calpoly.edu::f2e535f8-59a6-42e4-a0ae-09caeef9144c" providerId="AD" clId="Web-{C3CA3798-FCD4-4A50-281B-74E5BF255506}" dt="2026-09-19T06:47:55.293" v="695" actId="1076"/>
          <ac:spMkLst>
            <pc:docMk/>
            <pc:sldMk cId="591786535" sldId="514"/>
            <ac:spMk id="17" creationId="{A4E44813-D504-07BB-7CB5-950ABCFE99E5}"/>
          </ac:spMkLst>
        </pc:spChg>
        <pc:picChg chg="add mod">
          <ac:chgData name="Gustavo Gabriel Chavez" userId="S::gchave28@calpoly.edu::f2e535f8-59a6-42e4-a0ae-09caeef9144c" providerId="AD" clId="Web-{C3CA3798-FCD4-4A50-281B-74E5BF255506}" dt="2026-09-19T06:46:39.087" v="631" actId="14100"/>
          <ac:picMkLst>
            <pc:docMk/>
            <pc:sldMk cId="591786535" sldId="514"/>
            <ac:picMk id="2" creationId="{8DB3F34C-A10C-4A54-47E2-CC29F2FEADA1}"/>
          </ac:picMkLst>
        </pc:picChg>
        <pc:picChg chg="add mod">
          <ac:chgData name="Gustavo Gabriel Chavez" userId="S::gchave28@calpoly.edu::f2e535f8-59a6-42e4-a0ae-09caeef9144c" providerId="AD" clId="Web-{C3CA3798-FCD4-4A50-281B-74E5BF255506}" dt="2026-09-19T06:46:48.369" v="634" actId="1076"/>
          <ac:picMkLst>
            <pc:docMk/>
            <pc:sldMk cId="591786535" sldId="514"/>
            <ac:picMk id="9" creationId="{570CD0B8-B0C3-7827-EF98-DB283B1EC445}"/>
          </ac:picMkLst>
        </pc:picChg>
        <pc:picChg chg="add mod">
          <ac:chgData name="Gustavo Gabriel Chavez" userId="S::gchave28@calpoly.edu::f2e535f8-59a6-42e4-a0ae-09caeef9144c" providerId="AD" clId="Web-{C3CA3798-FCD4-4A50-281B-74E5BF255506}" dt="2026-09-19T06:46:49.228" v="635" actId="1076"/>
          <ac:picMkLst>
            <pc:docMk/>
            <pc:sldMk cId="591786535" sldId="514"/>
            <ac:picMk id="11" creationId="{DB97EFCD-E54A-9400-82E1-25819B58CA55}"/>
          </ac:picMkLst>
        </pc:picChg>
        <pc:picChg chg="add mod">
          <ac:chgData name="Gustavo Gabriel Chavez" userId="S::gchave28@calpoly.edu::f2e535f8-59a6-42e4-a0ae-09caeef9144c" providerId="AD" clId="Web-{C3CA3798-FCD4-4A50-281B-74E5BF255506}" dt="2026-09-19T06:46:54.525" v="637" actId="1076"/>
          <ac:picMkLst>
            <pc:docMk/>
            <pc:sldMk cId="591786535" sldId="514"/>
            <ac:picMk id="15" creationId="{262663AF-9611-57FA-C0C6-378733DBA99B}"/>
          </ac:picMkLst>
        </pc:picChg>
      </pc:sldChg>
    </pc:docChg>
  </pc:docChgLst>
  <pc:docChgLst>
    <pc:chgData name="Gustavo Gabriel Chavez" userId="S::gchave28@calpoly.edu::f2e535f8-59a6-42e4-a0ae-09caeef9144c" providerId="AD" clId="Web-{417C4496-16DA-472D-12CF-8C5EFFCF014F}"/>
    <pc:docChg chg="modSld">
      <pc:chgData name="Gustavo Gabriel Chavez" userId="S::gchave28@calpoly.edu::f2e535f8-59a6-42e4-a0ae-09caeef9144c" providerId="AD" clId="Web-{417C4496-16DA-472D-12CF-8C5EFFCF014F}" dt="2026-09-14T08:13:32.818" v="306" actId="1076"/>
      <pc:docMkLst>
        <pc:docMk/>
      </pc:docMkLst>
      <pc:sldChg chg="addSp delSp modSp">
        <pc:chgData name="Gustavo Gabriel Chavez" userId="S::gchave28@calpoly.edu::f2e535f8-59a6-42e4-a0ae-09caeef9144c" providerId="AD" clId="Web-{417C4496-16DA-472D-12CF-8C5EFFCF014F}" dt="2026-09-14T08:07:38.848" v="295" actId="1076"/>
        <pc:sldMkLst>
          <pc:docMk/>
          <pc:sldMk cId="1643136116" sldId="303"/>
        </pc:sldMkLst>
        <pc:spChg chg="add mod">
          <ac:chgData name="Gustavo Gabriel Chavez" userId="S::gchave28@calpoly.edu::f2e535f8-59a6-42e4-a0ae-09caeef9144c" providerId="AD" clId="Web-{417C4496-16DA-472D-12CF-8C5EFFCF014F}" dt="2026-09-14T08:07:38.848" v="295" actId="1076"/>
          <ac:spMkLst>
            <pc:docMk/>
            <pc:sldMk cId="1643136116" sldId="303"/>
            <ac:spMk id="3" creationId="{27247D66-1EE0-C2F0-D411-75B5651BED72}"/>
          </ac:spMkLst>
        </pc:spChg>
        <pc:picChg chg="add mod">
          <ac:chgData name="Gustavo Gabriel Chavez" userId="S::gchave28@calpoly.edu::f2e535f8-59a6-42e4-a0ae-09caeef9144c" providerId="AD" clId="Web-{417C4496-16DA-472D-12CF-8C5EFFCF014F}" dt="2026-09-14T07:49:05.220" v="6" actId="1076"/>
          <ac:picMkLst>
            <pc:docMk/>
            <pc:sldMk cId="1643136116" sldId="303"/>
            <ac:picMk id="2" creationId="{9E67DF80-C330-E1DE-0F8F-5EF39612496E}"/>
          </ac:picMkLst>
        </pc:picChg>
      </pc:sldChg>
    </pc:docChg>
  </pc:docChgLst>
  <pc:docChgLst>
    <pc:chgData name="Calla Woodruff Lyons" userId="S::cawoodru@calpoly.edu::7963d992-d501-4e9f-8be3-5aa0a271ec1d" providerId="AD" clId="Web-{B1619ACF-7436-AF81-F727-6DD0BECC4862}"/>
    <pc:docChg chg="modSld">
      <pc:chgData name="Calla Woodruff Lyons" userId="S::cawoodru@calpoly.edu::7963d992-d501-4e9f-8be3-5aa0a271ec1d" providerId="AD" clId="Web-{B1619ACF-7436-AF81-F727-6DD0BECC4862}" dt="2026-09-17T15:03:06.516" v="11"/>
      <pc:docMkLst>
        <pc:docMk/>
      </pc:docMkLst>
      <pc:sldChg chg="modSp">
        <pc:chgData name="Calla Woodruff Lyons" userId="S::cawoodru@calpoly.edu::7963d992-d501-4e9f-8be3-5aa0a271ec1d" providerId="AD" clId="Web-{B1619ACF-7436-AF81-F727-6DD0BECC4862}" dt="2026-09-17T15:00:29.772" v="8" actId="20577"/>
        <pc:sldMkLst>
          <pc:docMk/>
          <pc:sldMk cId="135787015" sldId="493"/>
        </pc:sldMkLst>
        <pc:spChg chg="mod">
          <ac:chgData name="Calla Woodruff Lyons" userId="S::cawoodru@calpoly.edu::7963d992-d501-4e9f-8be3-5aa0a271ec1d" providerId="AD" clId="Web-{B1619ACF-7436-AF81-F727-6DD0BECC4862}" dt="2026-09-17T15:00:29.772" v="8" actId="20577"/>
          <ac:spMkLst>
            <pc:docMk/>
            <pc:sldMk cId="135787015" sldId="493"/>
            <ac:spMk id="8" creationId="{DD3CE074-92F5-7F4B-D3A3-3B2C91E921C9}"/>
          </ac:spMkLst>
        </pc:spChg>
      </pc:sldChg>
      <pc:sldChg chg="modSp">
        <pc:chgData name="Calla Woodruff Lyons" userId="S::cawoodru@calpoly.edu::7963d992-d501-4e9f-8be3-5aa0a271ec1d" providerId="AD" clId="Web-{B1619ACF-7436-AF81-F727-6DD0BECC4862}" dt="2026-09-17T15:03:06.516" v="11"/>
        <pc:sldMkLst>
          <pc:docMk/>
          <pc:sldMk cId="67542657" sldId="504"/>
        </pc:sldMkLst>
        <pc:spChg chg="mod">
          <ac:chgData name="Calla Woodruff Lyons" userId="S::cawoodru@calpoly.edu::7963d992-d501-4e9f-8be3-5aa0a271ec1d" providerId="AD" clId="Web-{B1619ACF-7436-AF81-F727-6DD0BECC4862}" dt="2026-09-17T15:02:45.358" v="9" actId="1076"/>
          <ac:spMkLst>
            <pc:docMk/>
            <pc:sldMk cId="67542657" sldId="504"/>
            <ac:spMk id="6" creationId="{11D6C00B-EE17-1A87-186F-6D012382DBBF}"/>
          </ac:spMkLst>
        </pc:spChg>
        <pc:graphicFrameChg chg="mod modGraphic">
          <ac:chgData name="Calla Woodruff Lyons" userId="S::cawoodru@calpoly.edu::7963d992-d501-4e9f-8be3-5aa0a271ec1d" providerId="AD" clId="Web-{B1619ACF-7436-AF81-F727-6DD0BECC4862}" dt="2026-09-17T15:03:06.516" v="11"/>
          <ac:graphicFrameMkLst>
            <pc:docMk/>
            <pc:sldMk cId="67542657" sldId="504"/>
            <ac:graphicFrameMk id="14" creationId="{29028766-7CC4-133A-BE5E-4EE9445F39AC}"/>
          </ac:graphicFrameMkLst>
        </pc:graphicFrameChg>
      </pc:sldChg>
    </pc:docChg>
  </pc:docChgLst>
  <pc:docChgLst>
    <pc:chgData name="Cruz Maximiliano Segura" userId="S::cmsegura@calpoly.edu::6171b863-dbee-4fd7-b898-1e3d5587afea" providerId="AD" clId="Web-{5582E095-7F46-5F65-0BCF-5641518FD610}"/>
    <pc:docChg chg="modSld">
      <pc:chgData name="Cruz Maximiliano Segura" userId="S::cmsegura@calpoly.edu::6171b863-dbee-4fd7-b898-1e3d5587afea" providerId="AD" clId="Web-{5582E095-7F46-5F65-0BCF-5641518FD610}" dt="2026-09-26T04:09:43.995" v="0" actId="1076"/>
      <pc:docMkLst>
        <pc:docMk/>
      </pc:docMkLst>
      <pc:sldChg chg="modSp">
        <pc:chgData name="Cruz Maximiliano Segura" userId="S::cmsegura@calpoly.edu::6171b863-dbee-4fd7-b898-1e3d5587afea" providerId="AD" clId="Web-{5582E095-7F46-5F65-0BCF-5641518FD610}" dt="2026-09-26T04:09:43.995" v="0" actId="1076"/>
        <pc:sldMkLst>
          <pc:docMk/>
          <pc:sldMk cId="483603024" sldId="489"/>
        </pc:sldMkLst>
        <pc:picChg chg="mod">
          <ac:chgData name="Cruz Maximiliano Segura" userId="S::cmsegura@calpoly.edu::6171b863-dbee-4fd7-b898-1e3d5587afea" providerId="AD" clId="Web-{5582E095-7F46-5F65-0BCF-5641518FD610}" dt="2026-09-26T04:09:43.995" v="0" actId="1076"/>
          <ac:picMkLst>
            <pc:docMk/>
            <pc:sldMk cId="483603024" sldId="489"/>
            <ac:picMk id="5" creationId="{981646BE-BEEA-8C13-D725-0ADF943C95E2}"/>
          </ac:picMkLst>
        </pc:picChg>
      </pc:sldChg>
    </pc:docChg>
  </pc:docChgLst>
  <pc:docChgLst>
    <pc:chgData name="Raymond Lopez" userId="S::rlope122@calpoly.edu::c4c9231f-ca51-4b92-8dea-8604c66d08ec" providerId="AD" clId="Web-{F97B4F11-7169-A63D-8C37-C7E2FB7AC876}"/>
    <pc:docChg chg="modSld">
      <pc:chgData name="Raymond Lopez" userId="S::rlope122@calpoly.edu::c4c9231f-ca51-4b92-8dea-8604c66d08ec" providerId="AD" clId="Web-{F97B4F11-7169-A63D-8C37-C7E2FB7AC876}" dt="2026-09-14T17:16:43.362" v="132" actId="20577"/>
      <pc:docMkLst>
        <pc:docMk/>
      </pc:docMkLst>
      <pc:sldChg chg="addSp modSp">
        <pc:chgData name="Raymond Lopez" userId="S::rlope122@calpoly.edu::c4c9231f-ca51-4b92-8dea-8604c66d08ec" providerId="AD" clId="Web-{F97B4F11-7169-A63D-8C37-C7E2FB7AC876}" dt="2026-09-14T17:13:34.563" v="68"/>
        <pc:sldMkLst>
          <pc:docMk/>
          <pc:sldMk cId="4294279389" sldId="482"/>
        </pc:sldMkLst>
        <pc:graphicFrameChg chg="add mod modGraphic">
          <ac:chgData name="Raymond Lopez" userId="S::rlope122@calpoly.edu::c4c9231f-ca51-4b92-8dea-8604c66d08ec" providerId="AD" clId="Web-{F97B4F11-7169-A63D-8C37-C7E2FB7AC876}" dt="2026-09-14T17:13:34.563" v="68"/>
          <ac:graphicFrameMkLst>
            <pc:docMk/>
            <pc:sldMk cId="4294279389" sldId="482"/>
            <ac:graphicFrameMk id="8" creationId="{C12E6A51-504B-1949-2892-7157964A0A71}"/>
          </ac:graphicFrameMkLst>
        </pc:graphicFrameChg>
      </pc:sldChg>
      <pc:sldChg chg="addSp delSp modSp">
        <pc:chgData name="Raymond Lopez" userId="S::rlope122@calpoly.edu::c4c9231f-ca51-4b92-8dea-8604c66d08ec" providerId="AD" clId="Web-{F97B4F11-7169-A63D-8C37-C7E2FB7AC876}" dt="2026-09-14T17:15:07.314" v="129"/>
        <pc:sldMkLst>
          <pc:docMk/>
          <pc:sldMk cId="2452431030" sldId="485"/>
        </pc:sldMkLst>
        <pc:graphicFrameChg chg="mod modGraphic">
          <ac:chgData name="Raymond Lopez" userId="S::rlope122@calpoly.edu::c4c9231f-ca51-4b92-8dea-8604c66d08ec" providerId="AD" clId="Web-{F97B4F11-7169-A63D-8C37-C7E2FB7AC876}" dt="2026-09-14T17:15:07.314" v="129"/>
          <ac:graphicFrameMkLst>
            <pc:docMk/>
            <pc:sldMk cId="2452431030" sldId="485"/>
            <ac:graphicFrameMk id="5" creationId="{0BD947BF-33E1-993D-7EB7-69C23779519D}"/>
          </ac:graphicFrameMkLst>
        </pc:graphicFrameChg>
      </pc:sldChg>
      <pc:sldChg chg="modSp">
        <pc:chgData name="Raymond Lopez" userId="S::rlope122@calpoly.edu::c4c9231f-ca51-4b92-8dea-8604c66d08ec" providerId="AD" clId="Web-{F97B4F11-7169-A63D-8C37-C7E2FB7AC876}" dt="2026-09-14T17:16:43.362" v="132" actId="20577"/>
        <pc:sldMkLst>
          <pc:docMk/>
          <pc:sldMk cId="67542657" sldId="504"/>
        </pc:sldMkLst>
      </pc:sldChg>
    </pc:docChg>
  </pc:docChgLst>
  <pc:docChgLst>
    <pc:chgData name="Gustavo Gabriel Chavez" userId="S::gchave28@calpoly.edu::f2e535f8-59a6-42e4-a0ae-09caeef9144c" providerId="AD" clId="Web-{888CE6BD-F52C-1A62-674D-8754ECEC0620}"/>
    <pc:docChg chg="modSld">
      <pc:chgData name="Gustavo Gabriel Chavez" userId="S::gchave28@calpoly.edu::f2e535f8-59a6-42e4-a0ae-09caeef9144c" providerId="AD" clId="Web-{888CE6BD-F52C-1A62-674D-8754ECEC0620}" dt="2026-09-09T17:22:42.714" v="147" actId="20577"/>
      <pc:docMkLst>
        <pc:docMk/>
      </pc:docMkLst>
      <pc:sldChg chg="modSp">
        <pc:chgData name="Gustavo Gabriel Chavez" userId="S::gchave28@calpoly.edu::f2e535f8-59a6-42e4-a0ae-09caeef9144c" providerId="AD" clId="Web-{888CE6BD-F52C-1A62-674D-8754ECEC0620}" dt="2026-09-09T17:20:15.336" v="57" actId="1076"/>
        <pc:sldMkLst>
          <pc:docMk/>
          <pc:sldMk cId="2007878993" sldId="259"/>
        </pc:sldMkLst>
        <pc:spChg chg="mod">
          <ac:chgData name="Gustavo Gabriel Chavez" userId="S::gchave28@calpoly.edu::f2e535f8-59a6-42e4-a0ae-09caeef9144c" providerId="AD" clId="Web-{888CE6BD-F52C-1A62-674D-8754ECEC0620}" dt="2026-09-09T17:20:12.492" v="56" actId="1076"/>
          <ac:spMkLst>
            <pc:docMk/>
            <pc:sldMk cId="2007878993" sldId="259"/>
            <ac:spMk id="2" creationId="{470238A2-F230-2DC2-E7E0-2B97A2248EBB}"/>
          </ac:spMkLst>
        </pc:spChg>
        <pc:spChg chg="mod">
          <ac:chgData name="Gustavo Gabriel Chavez" userId="S::gchave28@calpoly.edu::f2e535f8-59a6-42e4-a0ae-09caeef9144c" providerId="AD" clId="Web-{888CE6BD-F52C-1A62-674D-8754ECEC0620}" dt="2026-09-09T17:20:15.336" v="57" actId="1076"/>
          <ac:spMkLst>
            <pc:docMk/>
            <pc:sldMk cId="2007878993" sldId="259"/>
            <ac:spMk id="3" creationId="{C3B7B22B-A6A2-90C9-1095-3EAB3E16D708}"/>
          </ac:spMkLst>
        </pc:spChg>
      </pc:sldChg>
      <pc:sldChg chg="modSp">
        <pc:chgData name="Gustavo Gabriel Chavez" userId="S::gchave28@calpoly.edu::f2e535f8-59a6-42e4-a0ae-09caeef9144c" providerId="AD" clId="Web-{888CE6BD-F52C-1A62-674D-8754ECEC0620}" dt="2026-09-09T17:22:42.714" v="147" actId="20577"/>
        <pc:sldMkLst>
          <pc:docMk/>
          <pc:sldMk cId="3253216154" sldId="301"/>
        </pc:sldMkLst>
        <pc:spChg chg="mod">
          <ac:chgData name="Gustavo Gabriel Chavez" userId="S::gchave28@calpoly.edu::f2e535f8-59a6-42e4-a0ae-09caeef9144c" providerId="AD" clId="Web-{888CE6BD-F52C-1A62-674D-8754ECEC0620}" dt="2026-09-09T17:22:42.714" v="147" actId="20577"/>
          <ac:spMkLst>
            <pc:docMk/>
            <pc:sldMk cId="3253216154" sldId="301"/>
            <ac:spMk id="2" creationId="{4DE29332-6DCC-B0D7-CF0A-7217D7543F6A}"/>
          </ac:spMkLst>
        </pc:spChg>
      </pc:sldChg>
    </pc:docChg>
  </pc:docChgLst>
  <pc:docChgLst>
    <pc:chgData name="Cruz Maximiliano Segura" userId="S::cmsegura@calpoly.edu::6171b863-dbee-4fd7-b898-1e3d5587afea" providerId="AD" clId="Web-{CB97277E-3B90-12CE-C670-F683ADEDA5AE}"/>
    <pc:docChg chg="addSld modSld sldOrd modSection">
      <pc:chgData name="Cruz Maximiliano Segura" userId="S::cmsegura@calpoly.edu::6171b863-dbee-4fd7-b898-1e3d5587afea" providerId="AD" clId="Web-{CB97277E-3B90-12CE-C670-F683ADEDA5AE}" dt="2026-09-17T02:24:45.483" v="37" actId="20577"/>
      <pc:docMkLst>
        <pc:docMk/>
      </pc:docMkLst>
      <pc:sldChg chg="addSp modSp">
        <pc:chgData name="Cruz Maximiliano Segura" userId="S::cmsegura@calpoly.edu::6171b863-dbee-4fd7-b898-1e3d5587afea" providerId="AD" clId="Web-{CB97277E-3B90-12CE-C670-F683ADEDA5AE}" dt="2026-09-17T02:21:56.290" v="9" actId="1076"/>
        <pc:sldMkLst>
          <pc:docMk/>
          <pc:sldMk cId="953139831" sldId="510"/>
        </pc:sldMkLst>
        <pc:picChg chg="add mod">
          <ac:chgData name="Cruz Maximiliano Segura" userId="S::cmsegura@calpoly.edu::6171b863-dbee-4fd7-b898-1e3d5587afea" providerId="AD" clId="Web-{CB97277E-3B90-12CE-C670-F683ADEDA5AE}" dt="2026-09-17T02:21:56.290" v="9" actId="1076"/>
          <ac:picMkLst>
            <pc:docMk/>
            <pc:sldMk cId="953139831" sldId="510"/>
            <ac:picMk id="8" creationId="{5A138EF6-B432-D36C-BC5B-0E2082F9E3E6}"/>
          </ac:picMkLst>
        </pc:picChg>
      </pc:sldChg>
      <pc:sldChg chg="addSp delSp modSp new ord">
        <pc:chgData name="Cruz Maximiliano Segura" userId="S::cmsegura@calpoly.edu::6171b863-dbee-4fd7-b898-1e3d5587afea" providerId="AD" clId="Web-{CB97277E-3B90-12CE-C670-F683ADEDA5AE}" dt="2026-09-17T02:24:45.483" v="37" actId="20577"/>
        <pc:sldMkLst>
          <pc:docMk/>
          <pc:sldMk cId="3662511843" sldId="513"/>
        </pc:sldMkLst>
        <pc:spChg chg="mod">
          <ac:chgData name="Cruz Maximiliano Segura" userId="S::cmsegura@calpoly.edu::6171b863-dbee-4fd7-b898-1e3d5587afea" providerId="AD" clId="Web-{CB97277E-3B90-12CE-C670-F683ADEDA5AE}" dt="2026-09-17T02:24:45.483" v="37" actId="20577"/>
          <ac:spMkLst>
            <pc:docMk/>
            <pc:sldMk cId="3662511843" sldId="513"/>
            <ac:spMk id="5" creationId="{C2528B84-A2BB-6DAD-6625-97035FD891A3}"/>
          </ac:spMkLst>
        </pc:spChg>
        <pc:spChg chg="mod">
          <ac:chgData name="Cruz Maximiliano Segura" userId="S::cmsegura@calpoly.edu::6171b863-dbee-4fd7-b898-1e3d5587afea" providerId="AD" clId="Web-{CB97277E-3B90-12CE-C670-F683ADEDA5AE}" dt="2026-09-17T02:24:37.342" v="28" actId="20577"/>
          <ac:spMkLst>
            <pc:docMk/>
            <pc:sldMk cId="3662511843" sldId="513"/>
            <ac:spMk id="6" creationId="{85E50795-240B-1538-27B0-A219C3F0F9BA}"/>
          </ac:spMkLst>
        </pc:spChg>
        <pc:picChg chg="add mod">
          <ac:chgData name="Cruz Maximiliano Segura" userId="S::cmsegura@calpoly.edu::6171b863-dbee-4fd7-b898-1e3d5587afea" providerId="AD" clId="Web-{CB97277E-3B90-12CE-C670-F683ADEDA5AE}" dt="2026-09-17T02:24:08.356" v="16" actId="1076"/>
          <ac:picMkLst>
            <pc:docMk/>
            <pc:sldMk cId="3662511843" sldId="513"/>
            <ac:picMk id="8" creationId="{54A17CD8-30C7-4B49-920C-E6BDC410A864}"/>
          </ac:picMkLst>
        </pc:picChg>
        <pc:picChg chg="add mod">
          <ac:chgData name="Cruz Maximiliano Segura" userId="S::cmsegura@calpoly.edu::6171b863-dbee-4fd7-b898-1e3d5587afea" providerId="AD" clId="Web-{CB97277E-3B90-12CE-C670-F683ADEDA5AE}" dt="2026-09-17T02:24:23.451" v="19" actId="14100"/>
          <ac:picMkLst>
            <pc:docMk/>
            <pc:sldMk cId="3662511843" sldId="513"/>
            <ac:picMk id="10" creationId="{B7729579-A717-C619-4F1E-CB3A262712CA}"/>
          </ac:picMkLst>
        </pc:picChg>
      </pc:sldChg>
    </pc:docChg>
  </pc:docChgLst>
  <pc:docChgLst>
    <pc:chgData name="Gustavo Gabriel Chavez" userId="S::gchave28@calpoly.edu::f2e535f8-59a6-42e4-a0ae-09caeef9144c" providerId="AD" clId="Web-{00000000-0000-0000-0000-000000000000}"/>
    <pc:docChg chg="modSld">
      <pc:chgData name="Gustavo Gabriel Chavez" userId="S::gchave28@calpoly.edu::f2e535f8-59a6-42e4-a0ae-09caeef9144c" providerId="AD" clId="Web-{00000000-0000-0000-0000-000000000000}" dt="2026-09-19T07:26:52.150" v="574" actId="20577"/>
      <pc:docMkLst>
        <pc:docMk/>
      </pc:docMkLst>
      <pc:sldChg chg="addSp modSp">
        <pc:chgData name="Gustavo Gabriel Chavez" userId="S::gchave28@calpoly.edu::f2e535f8-59a6-42e4-a0ae-09caeef9144c" providerId="AD" clId="Web-{00000000-0000-0000-0000-000000000000}" dt="2026-09-14T01:16:19.510" v="103" actId="20577"/>
        <pc:sldMkLst>
          <pc:docMk/>
          <pc:sldMk cId="2007878993" sldId="259"/>
        </pc:sldMkLst>
        <pc:spChg chg="add mod">
          <ac:chgData name="Gustavo Gabriel Chavez" userId="S::gchave28@calpoly.edu::f2e535f8-59a6-42e4-a0ae-09caeef9144c" providerId="AD" clId="Web-{00000000-0000-0000-0000-000000000000}" dt="2026-09-14T01:16:19.510" v="103" actId="20577"/>
          <ac:spMkLst>
            <pc:docMk/>
            <pc:sldMk cId="2007878993" sldId="259"/>
            <ac:spMk id="4" creationId="{E8B227F9-3B0E-1846-3491-4BDFE1BD587A}"/>
          </ac:spMkLst>
        </pc:spChg>
      </pc:sldChg>
      <pc:sldChg chg="modSp">
        <pc:chgData name="Gustavo Gabriel Chavez" userId="S::gchave28@calpoly.edu::f2e535f8-59a6-42e4-a0ae-09caeef9144c" providerId="AD" clId="Web-{00000000-0000-0000-0000-000000000000}" dt="2026-09-19T07:02:08.439" v="117" actId="20577"/>
        <pc:sldMkLst>
          <pc:docMk/>
          <pc:sldMk cId="1643136116" sldId="303"/>
        </pc:sldMkLst>
        <pc:spChg chg="mod">
          <ac:chgData name="Gustavo Gabriel Chavez" userId="S::gchave28@calpoly.edu::f2e535f8-59a6-42e4-a0ae-09caeef9144c" providerId="AD" clId="Web-{00000000-0000-0000-0000-000000000000}" dt="2026-09-19T07:02:08.439" v="117" actId="20577"/>
          <ac:spMkLst>
            <pc:docMk/>
            <pc:sldMk cId="1643136116" sldId="303"/>
            <ac:spMk id="3" creationId="{27247D66-1EE0-C2F0-D411-75B5651BED72}"/>
          </ac:spMkLst>
        </pc:spChg>
      </pc:sldChg>
      <pc:sldChg chg="addSp modSp">
        <pc:chgData name="Gustavo Gabriel Chavez" userId="S::gchave28@calpoly.edu::f2e535f8-59a6-42e4-a0ae-09caeef9144c" providerId="AD" clId="Web-{00000000-0000-0000-0000-000000000000}" dt="2026-09-19T07:26:52.150" v="574" actId="20577"/>
        <pc:sldMkLst>
          <pc:docMk/>
          <pc:sldMk cId="4067373681" sldId="486"/>
        </pc:sldMkLst>
        <pc:spChg chg="mod">
          <ac:chgData name="Gustavo Gabriel Chavez" userId="S::gchave28@calpoly.edu::f2e535f8-59a6-42e4-a0ae-09caeef9144c" providerId="AD" clId="Web-{00000000-0000-0000-0000-000000000000}" dt="2026-09-19T07:08:37.219" v="121" actId="20577"/>
          <ac:spMkLst>
            <pc:docMk/>
            <pc:sldMk cId="4067373681" sldId="486"/>
            <ac:spMk id="3" creationId="{6E8AB6AF-5717-12B7-C89B-B00859E4A1C6}"/>
          </ac:spMkLst>
        </pc:spChg>
        <pc:spChg chg="mod">
          <ac:chgData name="Gustavo Gabriel Chavez" userId="S::gchave28@calpoly.edu::f2e535f8-59a6-42e4-a0ae-09caeef9144c" providerId="AD" clId="Web-{00000000-0000-0000-0000-000000000000}" dt="2026-09-19T07:26:52.150" v="574" actId="20577"/>
          <ac:spMkLst>
            <pc:docMk/>
            <pc:sldMk cId="4067373681" sldId="486"/>
            <ac:spMk id="5" creationId="{5FF120D5-7DFE-23FE-0B2F-89E00A5094B4}"/>
          </ac:spMkLst>
        </pc:spChg>
        <pc:picChg chg="add mod">
          <ac:chgData name="Gustavo Gabriel Chavez" userId="S::gchave28@calpoly.edu::f2e535f8-59a6-42e4-a0ae-09caeef9144c" providerId="AD" clId="Web-{00000000-0000-0000-0000-000000000000}" dt="2026-09-19T07:08:25.735" v="119" actId="1076"/>
          <ac:picMkLst>
            <pc:docMk/>
            <pc:sldMk cId="4067373681" sldId="486"/>
            <ac:picMk id="4" creationId="{84D0770F-50DD-5414-5027-C450CB8D1293}"/>
          </ac:picMkLst>
        </pc:picChg>
      </pc:sldChg>
      <pc:sldChg chg="modSp">
        <pc:chgData name="Gustavo Gabriel Chavez" userId="S::gchave28@calpoly.edu::f2e535f8-59a6-42e4-a0ae-09caeef9144c" providerId="AD" clId="Web-{00000000-0000-0000-0000-000000000000}" dt="2026-09-12T18:18:33.183" v="32" actId="20577"/>
        <pc:sldMkLst>
          <pc:docMk/>
          <pc:sldMk cId="1640658682" sldId="498"/>
        </pc:sldMkLst>
      </pc:sldChg>
      <pc:sldChg chg="modSp">
        <pc:chgData name="Gustavo Gabriel Chavez" userId="S::gchave28@calpoly.edu::f2e535f8-59a6-42e4-a0ae-09caeef9144c" providerId="AD" clId="Web-{00000000-0000-0000-0000-000000000000}" dt="2026-09-14T07:25:36.661" v="114" actId="20577"/>
        <pc:sldMkLst>
          <pc:docMk/>
          <pc:sldMk cId="229681528" sldId="499"/>
        </pc:sldMkLst>
        <pc:spChg chg="mod">
          <ac:chgData name="Gustavo Gabriel Chavez" userId="S::gchave28@calpoly.edu::f2e535f8-59a6-42e4-a0ae-09caeef9144c" providerId="AD" clId="Web-{00000000-0000-0000-0000-000000000000}" dt="2026-09-14T07:25:36.661" v="114" actId="20577"/>
          <ac:spMkLst>
            <pc:docMk/>
            <pc:sldMk cId="229681528" sldId="499"/>
            <ac:spMk id="6" creationId="{79CAF050-B43A-44B3-E4E5-46D04F184E3C}"/>
          </ac:spMkLst>
        </pc:spChg>
      </pc:sldChg>
      <pc:sldChg chg="modSp">
        <pc:chgData name="Gustavo Gabriel Chavez" userId="S::gchave28@calpoly.edu::f2e535f8-59a6-42e4-a0ae-09caeef9144c" providerId="AD" clId="Web-{00000000-0000-0000-0000-000000000000}" dt="2026-09-14T07:25:16.363" v="106" actId="1076"/>
        <pc:sldMkLst>
          <pc:docMk/>
          <pc:sldMk cId="2134408668" sldId="509"/>
        </pc:sldMkLst>
        <pc:spChg chg="mod">
          <ac:chgData name="Gustavo Gabriel Chavez" userId="S::gchave28@calpoly.edu::f2e535f8-59a6-42e4-a0ae-09caeef9144c" providerId="AD" clId="Web-{00000000-0000-0000-0000-000000000000}" dt="2026-09-14T07:24:57.581" v="104" actId="1076"/>
          <ac:spMkLst>
            <pc:docMk/>
            <pc:sldMk cId="2134408668" sldId="509"/>
            <ac:spMk id="11" creationId="{86C487EA-1325-D956-4058-B63D53A8C17A}"/>
          </ac:spMkLst>
        </pc:spChg>
        <pc:spChg chg="mod">
          <ac:chgData name="Gustavo Gabriel Chavez" userId="S::gchave28@calpoly.edu::f2e535f8-59a6-42e4-a0ae-09caeef9144c" providerId="AD" clId="Web-{00000000-0000-0000-0000-000000000000}" dt="2026-09-14T07:25:16.363" v="106" actId="1076"/>
          <ac:spMkLst>
            <pc:docMk/>
            <pc:sldMk cId="2134408668" sldId="509"/>
            <ac:spMk id="18" creationId="{864A3AC9-B2FD-595A-F884-DA3240418E39}"/>
          </ac:spMkLst>
        </pc:spChg>
        <pc:spChg chg="mod">
          <ac:chgData name="Gustavo Gabriel Chavez" userId="S::gchave28@calpoly.edu::f2e535f8-59a6-42e4-a0ae-09caeef9144c" providerId="AD" clId="Web-{00000000-0000-0000-0000-000000000000}" dt="2026-09-14T07:25:05.331" v="105" actId="1076"/>
          <ac:spMkLst>
            <pc:docMk/>
            <pc:sldMk cId="2134408668" sldId="509"/>
            <ac:spMk id="20" creationId="{525DE0B3-64E0-78ED-C3DD-ABE200F10839}"/>
          </ac:spMkLst>
        </pc:spChg>
      </pc:sldChg>
    </pc:docChg>
  </pc:docChgLst>
  <pc:docChgLst>
    <pc:chgData name="Gustavo Gabriel Chavez" userId="S::gchave28@calpoly.edu::f2e535f8-59a6-42e4-a0ae-09caeef9144c" providerId="AD" clId="Web-{241E0732-E6D5-241D-E976-F6EDC73D942B}"/>
    <pc:docChg chg="modSld">
      <pc:chgData name="Gustavo Gabriel Chavez" userId="S::gchave28@calpoly.edu::f2e535f8-59a6-42e4-a0ae-09caeef9144c" providerId="AD" clId="Web-{241E0732-E6D5-241D-E976-F6EDC73D942B}" dt="2026-09-12T17:56:18.127" v="241" actId="20577"/>
      <pc:docMkLst>
        <pc:docMk/>
      </pc:docMkLst>
      <pc:sldChg chg="modSp">
        <pc:chgData name="Gustavo Gabriel Chavez" userId="S::gchave28@calpoly.edu::f2e535f8-59a6-42e4-a0ae-09caeef9144c" providerId="AD" clId="Web-{241E0732-E6D5-241D-E976-F6EDC73D942B}" dt="2026-09-12T17:29:04.394" v="76" actId="20577"/>
        <pc:sldMkLst>
          <pc:docMk/>
          <pc:sldMk cId="1643136116" sldId="303"/>
        </pc:sldMkLst>
        <pc:spChg chg="mod">
          <ac:chgData name="Gustavo Gabriel Chavez" userId="S::gchave28@calpoly.edu::f2e535f8-59a6-42e4-a0ae-09caeef9144c" providerId="AD" clId="Web-{241E0732-E6D5-241D-E976-F6EDC73D942B}" dt="2026-09-12T17:29:04.394" v="76" actId="20577"/>
          <ac:spMkLst>
            <pc:docMk/>
            <pc:sldMk cId="1643136116" sldId="303"/>
            <ac:spMk id="6" creationId="{0E0CE764-9970-053C-6162-70B86F90804B}"/>
          </ac:spMkLst>
        </pc:spChg>
      </pc:sldChg>
      <pc:sldChg chg="modSp">
        <pc:chgData name="Gustavo Gabriel Chavez" userId="S::gchave28@calpoly.edu::f2e535f8-59a6-42e4-a0ae-09caeef9144c" providerId="AD" clId="Web-{241E0732-E6D5-241D-E976-F6EDC73D942B}" dt="2026-09-12T17:30:11.597" v="108" actId="20577"/>
        <pc:sldMkLst>
          <pc:docMk/>
          <pc:sldMk cId="4294279389" sldId="482"/>
        </pc:sldMkLst>
        <pc:spChg chg="mod">
          <ac:chgData name="Gustavo Gabriel Chavez" userId="S::gchave28@calpoly.edu::f2e535f8-59a6-42e4-a0ae-09caeef9144c" providerId="AD" clId="Web-{241E0732-E6D5-241D-E976-F6EDC73D942B}" dt="2026-09-12T17:30:11.597" v="108" actId="20577"/>
          <ac:spMkLst>
            <pc:docMk/>
            <pc:sldMk cId="4294279389" sldId="482"/>
            <ac:spMk id="6" creationId="{26E199AA-F97B-1B15-9ABC-0A1FAA9639A2}"/>
          </ac:spMkLst>
        </pc:spChg>
      </pc:sldChg>
      <pc:sldChg chg="modSp">
        <pc:chgData name="Gustavo Gabriel Chavez" userId="S::gchave28@calpoly.edu::f2e535f8-59a6-42e4-a0ae-09caeef9144c" providerId="AD" clId="Web-{241E0732-E6D5-241D-E976-F6EDC73D942B}" dt="2026-09-12T17:28:30.066" v="40" actId="20577"/>
        <pc:sldMkLst>
          <pc:docMk/>
          <pc:sldMk cId="2452431030" sldId="485"/>
        </pc:sldMkLst>
      </pc:sldChg>
      <pc:sldChg chg="addSp modSp">
        <pc:chgData name="Gustavo Gabriel Chavez" userId="S::gchave28@calpoly.edu::f2e535f8-59a6-42e4-a0ae-09caeef9144c" providerId="AD" clId="Web-{241E0732-E6D5-241D-E976-F6EDC73D942B}" dt="2026-09-12T17:32:42.643" v="118" actId="1076"/>
        <pc:sldMkLst>
          <pc:docMk/>
          <pc:sldMk cId="1074723319" sldId="487"/>
        </pc:sldMkLst>
        <pc:spChg chg="mod">
          <ac:chgData name="Gustavo Gabriel Chavez" userId="S::gchave28@calpoly.edu::f2e535f8-59a6-42e4-a0ae-09caeef9144c" providerId="AD" clId="Web-{241E0732-E6D5-241D-E976-F6EDC73D942B}" dt="2026-09-12T17:26:07.597" v="12" actId="20577"/>
          <ac:spMkLst>
            <pc:docMk/>
            <pc:sldMk cId="1074723319" sldId="487"/>
            <ac:spMk id="6" creationId="{11357A53-DACF-5967-DD96-9216B3E01497}"/>
          </ac:spMkLst>
        </pc:spChg>
        <pc:spChg chg="add mod">
          <ac:chgData name="Gustavo Gabriel Chavez" userId="S::gchave28@calpoly.edu::f2e535f8-59a6-42e4-a0ae-09caeef9144c" providerId="AD" clId="Web-{241E0732-E6D5-241D-E976-F6EDC73D942B}" dt="2026-09-12T17:26:29.644" v="33" actId="1076"/>
          <ac:spMkLst>
            <pc:docMk/>
            <pc:sldMk cId="1074723319" sldId="487"/>
            <ac:spMk id="7" creationId="{88246DA3-F2ED-68DB-331D-112E99182BF2}"/>
          </ac:spMkLst>
        </pc:spChg>
        <pc:picChg chg="mod">
          <ac:chgData name="Gustavo Gabriel Chavez" userId="S::gchave28@calpoly.edu::f2e535f8-59a6-42e4-a0ae-09caeef9144c" providerId="AD" clId="Web-{241E0732-E6D5-241D-E976-F6EDC73D942B}" dt="2026-09-12T17:32:42.643" v="118" actId="1076"/>
          <ac:picMkLst>
            <pc:docMk/>
            <pc:sldMk cId="1074723319" sldId="487"/>
            <ac:picMk id="9" creationId="{FDB5897A-35D6-00F7-0AD4-E7AAC42075F8}"/>
          </ac:picMkLst>
        </pc:picChg>
      </pc:sldChg>
      <pc:sldChg chg="modSp">
        <pc:chgData name="Gustavo Gabriel Chavez" userId="S::gchave28@calpoly.edu::f2e535f8-59a6-42e4-a0ae-09caeef9144c" providerId="AD" clId="Web-{241E0732-E6D5-241D-E976-F6EDC73D942B}" dt="2026-09-12T17:56:18.127" v="241" actId="20577"/>
        <pc:sldMkLst>
          <pc:docMk/>
          <pc:sldMk cId="483603024" sldId="489"/>
        </pc:sldMkLst>
      </pc:sldChg>
      <pc:sldChg chg="modSp">
        <pc:chgData name="Gustavo Gabriel Chavez" userId="S::gchave28@calpoly.edu::f2e535f8-59a6-42e4-a0ae-09caeef9144c" providerId="AD" clId="Web-{241E0732-E6D5-241D-E976-F6EDC73D942B}" dt="2026-09-12T17:40:17.581" v="226" actId="20577"/>
        <pc:sldMkLst>
          <pc:docMk/>
          <pc:sldMk cId="3653172102" sldId="495"/>
        </pc:sldMkLst>
      </pc:sldChg>
    </pc:docChg>
  </pc:docChgLst>
  <pc:docChgLst>
    <pc:chgData name="Gustavo Gabriel Chavez" userId="S::gchave28@calpoly.edu::f2e535f8-59a6-42e4-a0ae-09caeef9144c" providerId="AD" clId="Web-{E24B013D-D595-9EFA-BBCB-22C12EFDB343}"/>
    <pc:docChg chg="delSld modSld sldOrd modSection">
      <pc:chgData name="Gustavo Gabriel Chavez" userId="S::gchave28@calpoly.edu::f2e535f8-59a6-42e4-a0ae-09caeef9144c" providerId="AD" clId="Web-{E24B013D-D595-9EFA-BBCB-22C12EFDB343}" dt="2026-09-17T02:33:54.779" v="112"/>
      <pc:docMkLst>
        <pc:docMk/>
      </pc:docMkLst>
      <pc:sldChg chg="ord">
        <pc:chgData name="Gustavo Gabriel Chavez" userId="S::gchave28@calpoly.edu::f2e535f8-59a6-42e4-a0ae-09caeef9144c" providerId="AD" clId="Web-{E24B013D-D595-9EFA-BBCB-22C12EFDB343}" dt="2026-09-17T02:10:33.876" v="111"/>
        <pc:sldMkLst>
          <pc:docMk/>
          <pc:sldMk cId="2007878993" sldId="259"/>
        </pc:sldMkLst>
      </pc:sldChg>
      <pc:sldChg chg="ord">
        <pc:chgData name="Gustavo Gabriel Chavez" userId="S::gchave28@calpoly.edu::f2e535f8-59a6-42e4-a0ae-09caeef9144c" providerId="AD" clId="Web-{E24B013D-D595-9EFA-BBCB-22C12EFDB343}" dt="2026-09-17T02:33:54.779" v="112"/>
        <pc:sldMkLst>
          <pc:docMk/>
          <pc:sldMk cId="1643136116" sldId="303"/>
        </pc:sldMkLst>
      </pc:sldChg>
      <pc:sldChg chg="addSp modSp">
        <pc:chgData name="Gustavo Gabriel Chavez" userId="S::gchave28@calpoly.edu::f2e535f8-59a6-42e4-a0ae-09caeef9144c" providerId="AD" clId="Web-{E24B013D-D595-9EFA-BBCB-22C12EFDB343}" dt="2026-09-16T22:27:01.269" v="110" actId="20577"/>
        <pc:sldMkLst>
          <pc:docMk/>
          <pc:sldMk cId="67542657" sldId="504"/>
        </pc:sldMkLst>
        <pc:graphicFrameChg chg="modGraphic">
          <ac:chgData name="Gustavo Gabriel Chavez" userId="S::gchave28@calpoly.edu::f2e535f8-59a6-42e4-a0ae-09caeef9144c" providerId="AD" clId="Web-{E24B013D-D595-9EFA-BBCB-22C12EFDB343}" dt="2026-09-16T22:22:57.944" v="12"/>
          <ac:graphicFrameMkLst>
            <pc:docMk/>
            <pc:sldMk cId="67542657" sldId="504"/>
            <ac:graphicFrameMk id="14" creationId="{29028766-7CC4-133A-BE5E-4EE9445F39AC}"/>
          </ac:graphicFrameMkLst>
        </pc:graphicFrameChg>
      </pc:sldChg>
    </pc:docChg>
  </pc:docChgLst>
  <pc:docChgLst>
    <pc:chgData name="Robert Saunders" userId="S::rcsaunde@calpoly.edu::44f77e58-4db9-4015-b3cc-5270a1fa7dbd" providerId="AD" clId="Web-{695BBAEA-2ABD-D71C-7122-81EDAFC12173}"/>
    <pc:docChg chg="modSld">
      <pc:chgData name="Robert Saunders" userId="S::rcsaunde@calpoly.edu::44f77e58-4db9-4015-b3cc-5270a1fa7dbd" providerId="AD" clId="Web-{695BBAEA-2ABD-D71C-7122-81EDAFC12173}" dt="2026-09-19T15:47:09.625" v="14"/>
      <pc:docMkLst>
        <pc:docMk/>
      </pc:docMkLst>
      <pc:sldChg chg="addSp delSp modSp">
        <pc:chgData name="Robert Saunders" userId="S::rcsaunde@calpoly.edu::44f77e58-4db9-4015-b3cc-5270a1fa7dbd" providerId="AD" clId="Web-{695BBAEA-2ABD-D71C-7122-81EDAFC12173}" dt="2026-09-19T15:47:09.625" v="14"/>
        <pc:sldMkLst>
          <pc:docMk/>
          <pc:sldMk cId="1338847170" sldId="496"/>
        </pc:sldMkLst>
        <pc:spChg chg="mod">
          <ac:chgData name="Robert Saunders" userId="S::rcsaunde@calpoly.edu::44f77e58-4db9-4015-b3cc-5270a1fa7dbd" providerId="AD" clId="Web-{695BBAEA-2ABD-D71C-7122-81EDAFC12173}" dt="2026-09-19T15:45:55.607" v="12" actId="20577"/>
          <ac:spMkLst>
            <pc:docMk/>
            <pc:sldMk cId="1338847170" sldId="496"/>
            <ac:spMk id="8" creationId="{F0DED725-1A45-743C-C260-2A7CE9DE6AC6}"/>
          </ac:spMkLst>
        </pc:spChg>
      </pc:sldChg>
    </pc:docChg>
  </pc:docChgLst>
  <pc:docChgLst>
    <pc:chgData name="Gustavo Gabriel Chavez" userId="S::gchave28@calpoly.edu::f2e535f8-59a6-42e4-a0ae-09caeef9144c" providerId="AD" clId="Web-{24DD14BF-8F6B-8007-59CA-24358EFC6626}"/>
    <pc:docChg chg="addSld delSld modSld modSection">
      <pc:chgData name="Gustavo Gabriel Chavez" userId="S::gchave28@calpoly.edu::f2e535f8-59a6-42e4-a0ae-09caeef9144c" providerId="AD" clId="Web-{24DD14BF-8F6B-8007-59CA-24358EFC6626}" dt="2026-09-13T17:56:11.096" v="1058" actId="20577"/>
      <pc:docMkLst>
        <pc:docMk/>
      </pc:docMkLst>
      <pc:sldChg chg="addSp delSp modSp">
        <pc:chgData name="Gustavo Gabriel Chavez" userId="S::gchave28@calpoly.edu::f2e535f8-59a6-42e4-a0ae-09caeef9144c" providerId="AD" clId="Web-{24DD14BF-8F6B-8007-59CA-24358EFC6626}" dt="2026-09-13T17:39:42.713" v="945"/>
        <pc:sldMkLst>
          <pc:docMk/>
          <pc:sldMk cId="1971777317" sldId="501"/>
        </pc:sldMkLst>
        <pc:spChg chg="mod">
          <ac:chgData name="Gustavo Gabriel Chavez" userId="S::gchave28@calpoly.edu::f2e535f8-59a6-42e4-a0ae-09caeef9144c" providerId="AD" clId="Web-{24DD14BF-8F6B-8007-59CA-24358EFC6626}" dt="2026-09-13T17:38:46.195" v="922" actId="20577"/>
          <ac:spMkLst>
            <pc:docMk/>
            <pc:sldMk cId="1971777317" sldId="501"/>
            <ac:spMk id="2" creationId="{F4196BFC-1BBC-6EB2-5AB7-74B0B775B63D}"/>
          </ac:spMkLst>
        </pc:spChg>
        <pc:graphicFrameChg chg="add mod modGraphic">
          <ac:chgData name="Gustavo Gabriel Chavez" userId="S::gchave28@calpoly.edu::f2e535f8-59a6-42e4-a0ae-09caeef9144c" providerId="AD" clId="Web-{24DD14BF-8F6B-8007-59CA-24358EFC6626}" dt="2026-09-13T17:39:42.713" v="945"/>
          <ac:graphicFrameMkLst>
            <pc:docMk/>
            <pc:sldMk cId="1971777317" sldId="501"/>
            <ac:graphicFrameMk id="5" creationId="{5B6A9235-ACD2-F042-77F1-1B0D1EA94798}"/>
          </ac:graphicFrameMkLst>
        </pc:graphicFrameChg>
      </pc:sldChg>
      <pc:sldChg chg="addSp delSp modSp">
        <pc:chgData name="Gustavo Gabriel Chavez" userId="S::gchave28@calpoly.edu::f2e535f8-59a6-42e4-a0ae-09caeef9144c" providerId="AD" clId="Web-{24DD14BF-8F6B-8007-59CA-24358EFC6626}" dt="2026-09-13T17:34:00.069" v="715" actId="20577"/>
        <pc:sldMkLst>
          <pc:docMk/>
          <pc:sldMk cId="1513170981" sldId="502"/>
        </pc:sldMkLst>
        <pc:spChg chg="mod">
          <ac:chgData name="Gustavo Gabriel Chavez" userId="S::gchave28@calpoly.edu::f2e535f8-59a6-42e4-a0ae-09caeef9144c" providerId="AD" clId="Web-{24DD14BF-8F6B-8007-59CA-24358EFC6626}" dt="2026-09-13T17:34:00.069" v="715" actId="20577"/>
          <ac:spMkLst>
            <pc:docMk/>
            <pc:sldMk cId="1513170981" sldId="502"/>
            <ac:spMk id="6" creationId="{95F28F87-49EA-E382-47A8-BEA2B53B8CC8}"/>
          </ac:spMkLst>
        </pc:spChg>
        <pc:spChg chg="add mod">
          <ac:chgData name="Gustavo Gabriel Chavez" userId="S::gchave28@calpoly.edu::f2e535f8-59a6-42e4-a0ae-09caeef9144c" providerId="AD" clId="Web-{24DD14BF-8F6B-8007-59CA-24358EFC6626}" dt="2026-09-13T17:23:51.611" v="366" actId="1076"/>
          <ac:spMkLst>
            <pc:docMk/>
            <pc:sldMk cId="1513170981" sldId="502"/>
            <ac:spMk id="8" creationId="{1A5CF420-859D-3A3D-0930-0BA042C96E14}"/>
          </ac:spMkLst>
        </pc:spChg>
        <pc:spChg chg="add mod">
          <ac:chgData name="Gustavo Gabriel Chavez" userId="S::gchave28@calpoly.edu::f2e535f8-59a6-42e4-a0ae-09caeef9144c" providerId="AD" clId="Web-{24DD14BF-8F6B-8007-59CA-24358EFC6626}" dt="2026-09-13T17:24:16.940" v="376" actId="1076"/>
          <ac:spMkLst>
            <pc:docMk/>
            <pc:sldMk cId="1513170981" sldId="502"/>
            <ac:spMk id="9" creationId="{0FC409E6-0429-11C0-2FAD-7C2FC1DD41D2}"/>
          </ac:spMkLst>
        </pc:spChg>
        <pc:picChg chg="add mod modCrop">
          <ac:chgData name="Gustavo Gabriel Chavez" userId="S::gchave28@calpoly.edu::f2e535f8-59a6-42e4-a0ae-09caeef9144c" providerId="AD" clId="Web-{24DD14BF-8F6B-8007-59CA-24358EFC6626}" dt="2026-09-13T17:14:37.893" v="121" actId="1076"/>
          <ac:picMkLst>
            <pc:docMk/>
            <pc:sldMk cId="1513170981" sldId="502"/>
            <ac:picMk id="7" creationId="{4B109EB4-865A-7A4D-D4E6-DECA3B4B5370}"/>
          </ac:picMkLst>
        </pc:picChg>
      </pc:sldChg>
      <pc:sldChg chg="addSp delSp modSp">
        <pc:chgData name="Gustavo Gabriel Chavez" userId="S::gchave28@calpoly.edu::f2e535f8-59a6-42e4-a0ae-09caeef9144c" providerId="AD" clId="Web-{24DD14BF-8F6B-8007-59CA-24358EFC6626}" dt="2026-09-13T17:56:11.096" v="1058" actId="20577"/>
        <pc:sldMkLst>
          <pc:docMk/>
          <pc:sldMk cId="2172303560" sldId="503"/>
        </pc:sldMkLst>
        <pc:spChg chg="mod">
          <ac:chgData name="Gustavo Gabriel Chavez" userId="S::gchave28@calpoly.edu::f2e535f8-59a6-42e4-a0ae-09caeef9144c" providerId="AD" clId="Web-{24DD14BF-8F6B-8007-59CA-24358EFC6626}" dt="2026-09-13T17:25:00.566" v="386" actId="20577"/>
          <ac:spMkLst>
            <pc:docMk/>
            <pc:sldMk cId="2172303560" sldId="503"/>
            <ac:spMk id="6" creationId="{10C76B12-D188-5207-F7BB-346EAFB40158}"/>
          </ac:spMkLst>
        </pc:spChg>
        <pc:spChg chg="add mod">
          <ac:chgData name="Gustavo Gabriel Chavez" userId="S::gchave28@calpoly.edu::f2e535f8-59a6-42e4-a0ae-09caeef9144c" providerId="AD" clId="Web-{24DD14BF-8F6B-8007-59CA-24358EFC6626}" dt="2026-09-13T17:55:16.219" v="1027" actId="20577"/>
          <ac:spMkLst>
            <pc:docMk/>
            <pc:sldMk cId="2172303560" sldId="503"/>
            <ac:spMk id="7" creationId="{9DCD0521-F14B-2971-9CCF-721525534FB8}"/>
          </ac:spMkLst>
        </pc:spChg>
        <pc:spChg chg="add mod">
          <ac:chgData name="Gustavo Gabriel Chavez" userId="S::gchave28@calpoly.edu::f2e535f8-59a6-42e4-a0ae-09caeef9144c" providerId="AD" clId="Web-{24DD14BF-8F6B-8007-59CA-24358EFC6626}" dt="2026-09-13T17:56:11.096" v="1058" actId="20577"/>
          <ac:spMkLst>
            <pc:docMk/>
            <pc:sldMk cId="2172303560" sldId="503"/>
            <ac:spMk id="11" creationId="{D92A8857-F70B-64AC-10FB-B2878D5B9528}"/>
          </ac:spMkLst>
        </pc:spChg>
        <pc:picChg chg="add mod">
          <ac:chgData name="Gustavo Gabriel Chavez" userId="S::gchave28@calpoly.edu::f2e535f8-59a6-42e4-a0ae-09caeef9144c" providerId="AD" clId="Web-{24DD14BF-8F6B-8007-59CA-24358EFC6626}" dt="2026-09-13T17:55:21.844" v="1028" actId="1076"/>
          <ac:picMkLst>
            <pc:docMk/>
            <pc:sldMk cId="2172303560" sldId="503"/>
            <ac:picMk id="8" creationId="{3F9FC3AD-CDE0-B6D9-F086-2D86414D64A3}"/>
          </ac:picMkLst>
        </pc:picChg>
        <pc:picChg chg="add mod">
          <ac:chgData name="Gustavo Gabriel Chavez" userId="S::gchave28@calpoly.edu::f2e535f8-59a6-42e4-a0ae-09caeef9144c" providerId="AD" clId="Web-{24DD14BF-8F6B-8007-59CA-24358EFC6626}" dt="2026-09-13T17:55:23.704" v="1029" actId="1076"/>
          <ac:picMkLst>
            <pc:docMk/>
            <pc:sldMk cId="2172303560" sldId="503"/>
            <ac:picMk id="10" creationId="{E593F4B9-435D-63E1-4269-C2B08F198E8B}"/>
          </ac:picMkLst>
        </pc:picChg>
      </pc:sldChg>
      <pc:sldChg chg="modSp">
        <pc:chgData name="Gustavo Gabriel Chavez" userId="S::gchave28@calpoly.edu::f2e535f8-59a6-42e4-a0ae-09caeef9144c" providerId="AD" clId="Web-{24DD14BF-8F6B-8007-59CA-24358EFC6626}" dt="2026-09-13T15:37:09.579" v="22" actId="20577"/>
        <pc:sldMkLst>
          <pc:docMk/>
          <pc:sldMk cId="3186891948" sldId="507"/>
        </pc:sldMkLst>
        <pc:spChg chg="mod">
          <ac:chgData name="Gustavo Gabriel Chavez" userId="S::gchave28@calpoly.edu::f2e535f8-59a6-42e4-a0ae-09caeef9144c" providerId="AD" clId="Web-{24DD14BF-8F6B-8007-59CA-24358EFC6626}" dt="2026-09-13T15:37:09.579" v="22" actId="20577"/>
          <ac:spMkLst>
            <pc:docMk/>
            <pc:sldMk cId="3186891948" sldId="507"/>
            <ac:spMk id="3" creationId="{D0770F42-F09E-C69C-54B2-2C344C49BBF5}"/>
          </ac:spMkLst>
        </pc:spChg>
      </pc:sldChg>
    </pc:docChg>
  </pc:docChgLst>
  <pc:docChgLst>
    <pc:chgData name="Gustavo Gabriel Chavez" userId="S::gchave28@calpoly.edu::f2e535f8-59a6-42e4-a0ae-09caeef9144c" providerId="AD" clId="Web-{90CBCC37-B238-BE8D-A6C2-6ED0D6465A5C}"/>
    <pc:docChg chg="modSld">
      <pc:chgData name="Gustavo Gabriel Chavez" userId="S::gchave28@calpoly.edu::f2e535f8-59a6-42e4-a0ae-09caeef9144c" providerId="AD" clId="Web-{90CBCC37-B238-BE8D-A6C2-6ED0D6465A5C}" dt="2026-09-16T06:27:08.161" v="565" actId="20577"/>
      <pc:docMkLst>
        <pc:docMk/>
      </pc:docMkLst>
      <pc:sldChg chg="addSp modSp">
        <pc:chgData name="Gustavo Gabriel Chavez" userId="S::gchave28@calpoly.edu::f2e535f8-59a6-42e4-a0ae-09caeef9144c" providerId="AD" clId="Web-{90CBCC37-B238-BE8D-A6C2-6ED0D6465A5C}" dt="2026-09-16T04:03:56.276" v="244" actId="20577"/>
        <pc:sldMkLst>
          <pc:docMk/>
          <pc:sldMk cId="18621472" sldId="492"/>
        </pc:sldMkLst>
        <pc:spChg chg="mod">
          <ac:chgData name="Gustavo Gabriel Chavez" userId="S::gchave28@calpoly.edu::f2e535f8-59a6-42e4-a0ae-09caeef9144c" providerId="AD" clId="Web-{90CBCC37-B238-BE8D-A6C2-6ED0D6465A5C}" dt="2026-09-16T03:26:47.695" v="41" actId="1076"/>
          <ac:spMkLst>
            <pc:docMk/>
            <pc:sldMk cId="18621472" sldId="492"/>
            <ac:spMk id="3" creationId="{05D4FE80-31DA-06A1-2D6A-581603F0CC97}"/>
          </ac:spMkLst>
        </pc:spChg>
        <pc:spChg chg="add mod">
          <ac:chgData name="Gustavo Gabriel Chavez" userId="S::gchave28@calpoly.edu::f2e535f8-59a6-42e4-a0ae-09caeef9144c" providerId="AD" clId="Web-{90CBCC37-B238-BE8D-A6C2-6ED0D6465A5C}" dt="2026-09-16T04:03:56.276" v="244" actId="20577"/>
          <ac:spMkLst>
            <pc:docMk/>
            <pc:sldMk cId="18621472" sldId="492"/>
            <ac:spMk id="6" creationId="{C19E2BB4-204E-D481-E831-517215C21DD9}"/>
          </ac:spMkLst>
        </pc:spChg>
        <pc:picChg chg="add mod">
          <ac:chgData name="Gustavo Gabriel Chavez" userId="S::gchave28@calpoly.edu::f2e535f8-59a6-42e4-a0ae-09caeef9144c" providerId="AD" clId="Web-{90CBCC37-B238-BE8D-A6C2-6ED0D6465A5C}" dt="2026-09-16T04:00:54.061" v="69" actId="1076"/>
          <ac:picMkLst>
            <pc:docMk/>
            <pc:sldMk cId="18621472" sldId="492"/>
            <ac:picMk id="4" creationId="{FDBF49D0-AAB3-F830-96B9-7DF342E59780}"/>
          </ac:picMkLst>
        </pc:picChg>
        <pc:picChg chg="add mod">
          <ac:chgData name="Gustavo Gabriel Chavez" userId="S::gchave28@calpoly.edu::f2e535f8-59a6-42e4-a0ae-09caeef9144c" providerId="AD" clId="Web-{90CBCC37-B238-BE8D-A6C2-6ED0D6465A5C}" dt="2026-09-16T04:01:37.579" v="73" actId="1076"/>
          <ac:picMkLst>
            <pc:docMk/>
            <pc:sldMk cId="18621472" sldId="492"/>
            <ac:picMk id="5" creationId="{A767BFCD-1A90-EAC7-D54D-581B15D05CFA}"/>
          </ac:picMkLst>
        </pc:picChg>
      </pc:sldChg>
      <pc:sldChg chg="addSp delSp modSp">
        <pc:chgData name="Gustavo Gabriel Chavez" userId="S::gchave28@calpoly.edu::f2e535f8-59a6-42e4-a0ae-09caeef9144c" providerId="AD" clId="Web-{90CBCC37-B238-BE8D-A6C2-6ED0D6465A5C}" dt="2026-09-16T05:19:38.156" v="379" actId="1076"/>
        <pc:sldMkLst>
          <pc:docMk/>
          <pc:sldMk cId="135787015" sldId="493"/>
        </pc:sldMkLst>
        <pc:spChg chg="mod">
          <ac:chgData name="Gustavo Gabriel Chavez" userId="S::gchave28@calpoly.edu::f2e535f8-59a6-42e4-a0ae-09caeef9144c" providerId="AD" clId="Web-{90CBCC37-B238-BE8D-A6C2-6ED0D6465A5C}" dt="2026-09-16T03:26:53.320" v="49" actId="20577"/>
          <ac:spMkLst>
            <pc:docMk/>
            <pc:sldMk cId="135787015" sldId="493"/>
            <ac:spMk id="6" creationId="{B81C65EA-7B30-DA71-CB8C-60B5682B2933}"/>
          </ac:spMkLst>
        </pc:spChg>
        <pc:spChg chg="add mod">
          <ac:chgData name="Gustavo Gabriel Chavez" userId="S::gchave28@calpoly.edu::f2e535f8-59a6-42e4-a0ae-09caeef9144c" providerId="AD" clId="Web-{90CBCC37-B238-BE8D-A6C2-6ED0D6465A5C}" dt="2026-09-16T04:46:19.765" v="371" actId="14100"/>
          <ac:spMkLst>
            <pc:docMk/>
            <pc:sldMk cId="135787015" sldId="493"/>
            <ac:spMk id="8" creationId="{DD3CE074-92F5-7F4B-D3A3-3B2C91E921C9}"/>
          </ac:spMkLst>
        </pc:spChg>
        <pc:picChg chg="add mod">
          <ac:chgData name="Gustavo Gabriel Chavez" userId="S::gchave28@calpoly.edu::f2e535f8-59a6-42e4-a0ae-09caeef9144c" providerId="AD" clId="Web-{90CBCC37-B238-BE8D-A6C2-6ED0D6465A5C}" dt="2026-09-16T05:19:38.156" v="379" actId="1076"/>
          <ac:picMkLst>
            <pc:docMk/>
            <pc:sldMk cId="135787015" sldId="493"/>
            <ac:picMk id="9" creationId="{DDBD6C4E-2577-4794-938F-8A386F54DB97}"/>
          </ac:picMkLst>
        </pc:picChg>
      </pc:sldChg>
      <pc:sldChg chg="addSp delSp modSp">
        <pc:chgData name="Gustavo Gabriel Chavez" userId="S::gchave28@calpoly.edu::f2e535f8-59a6-42e4-a0ae-09caeef9144c" providerId="AD" clId="Web-{90CBCC37-B238-BE8D-A6C2-6ED0D6465A5C}" dt="2026-09-16T06:27:08.161" v="565" actId="20577"/>
        <pc:sldMkLst>
          <pc:docMk/>
          <pc:sldMk cId="661665126" sldId="494"/>
        </pc:sldMkLst>
        <pc:spChg chg="mod">
          <ac:chgData name="Gustavo Gabriel Chavez" userId="S::gchave28@calpoly.edu::f2e535f8-59a6-42e4-a0ae-09caeef9144c" providerId="AD" clId="Web-{90CBCC37-B238-BE8D-A6C2-6ED0D6465A5C}" dt="2026-09-16T03:27:08.275" v="64" actId="20577"/>
          <ac:spMkLst>
            <pc:docMk/>
            <pc:sldMk cId="661665126" sldId="494"/>
            <ac:spMk id="6" creationId="{AAD9DCF4-EA43-79A2-4E04-4104B8BBAB16}"/>
          </ac:spMkLst>
        </pc:spChg>
        <pc:spChg chg="add mod">
          <ac:chgData name="Gustavo Gabriel Chavez" userId="S::gchave28@calpoly.edu::f2e535f8-59a6-42e4-a0ae-09caeef9144c" providerId="AD" clId="Web-{90CBCC37-B238-BE8D-A6C2-6ED0D6465A5C}" dt="2026-09-16T06:27:08.161" v="565" actId="20577"/>
          <ac:spMkLst>
            <pc:docMk/>
            <pc:sldMk cId="661665126" sldId="494"/>
            <ac:spMk id="8" creationId="{F1C92BE2-1604-A539-99D5-2B75F6764D36}"/>
          </ac:spMkLst>
        </pc:spChg>
        <pc:picChg chg="add mod">
          <ac:chgData name="Gustavo Gabriel Chavez" userId="S::gchave28@calpoly.edu::f2e535f8-59a6-42e4-a0ae-09caeef9144c" providerId="AD" clId="Web-{90CBCC37-B238-BE8D-A6C2-6ED0D6465A5C}" dt="2026-09-16T06:24:23.859" v="465" actId="1076"/>
          <ac:picMkLst>
            <pc:docMk/>
            <pc:sldMk cId="661665126" sldId="494"/>
            <ac:picMk id="7" creationId="{77DDE09F-F669-D2C8-0DE4-5A7F6B7B97F0}"/>
          </ac:picMkLst>
        </pc:picChg>
      </pc:sldChg>
    </pc:docChg>
  </pc:docChgLst>
  <pc:docChgLst>
    <pc:chgData name="Gustavo Gabriel Chavez" userId="S::gchave28@calpoly.edu::f2e535f8-59a6-42e4-a0ae-09caeef9144c" providerId="AD" clId="Web-{FBAE524F-90BC-FEF4-A318-AF36D82DE304}"/>
    <pc:docChg chg="mod addSld delSld modSld sldOrd modMainMaster delSection modSection">
      <pc:chgData name="Gustavo Gabriel Chavez" userId="S::gchave28@calpoly.edu::f2e535f8-59a6-42e4-a0ae-09caeef9144c" providerId="AD" clId="Web-{FBAE524F-90BC-FEF4-A318-AF36D82DE304}" dt="2026-09-09T18:04:21.500" v="350" actId="20577"/>
      <pc:docMkLst>
        <pc:docMk/>
      </pc:docMkLst>
      <pc:sldChg chg="modSp">
        <pc:chgData name="Gustavo Gabriel Chavez" userId="S::gchave28@calpoly.edu::f2e535f8-59a6-42e4-a0ae-09caeef9144c" providerId="AD" clId="Web-{FBAE524F-90BC-FEF4-A318-AF36D82DE304}" dt="2026-09-09T17:53:19.070" v="142" actId="1076"/>
        <pc:sldMkLst>
          <pc:docMk/>
          <pc:sldMk cId="3253216154" sldId="301"/>
        </pc:sldMkLst>
        <pc:spChg chg="mod">
          <ac:chgData name="Gustavo Gabriel Chavez" userId="S::gchave28@calpoly.edu::f2e535f8-59a6-42e4-a0ae-09caeef9144c" providerId="AD" clId="Web-{FBAE524F-90BC-FEF4-A318-AF36D82DE304}" dt="2026-09-09T17:53:19.070" v="142" actId="1076"/>
          <ac:spMkLst>
            <pc:docMk/>
            <pc:sldMk cId="3253216154" sldId="301"/>
            <ac:spMk id="2" creationId="{4DE29332-6DCC-B0D7-CF0A-7217D7543F6A}"/>
          </ac:spMkLst>
        </pc:spChg>
        <pc:spChg chg="mod">
          <ac:chgData name="Gustavo Gabriel Chavez" userId="S::gchave28@calpoly.edu::f2e535f8-59a6-42e4-a0ae-09caeef9144c" providerId="AD" clId="Web-{FBAE524F-90BC-FEF4-A318-AF36D82DE304}" dt="2026-09-09T17:46:54.151" v="76"/>
          <ac:spMkLst>
            <pc:docMk/>
            <pc:sldMk cId="3253216154" sldId="301"/>
            <ac:spMk id="3" creationId="{41D01802-58E4-3EA8-8F19-FA314EDA67C0}"/>
          </ac:spMkLst>
        </pc:spChg>
      </pc:sldChg>
      <pc:sldChg chg="addSp delSp modSp">
        <pc:chgData name="Gustavo Gabriel Chavez" userId="S::gchave28@calpoly.edu::f2e535f8-59a6-42e4-a0ae-09caeef9144c" providerId="AD" clId="Web-{FBAE524F-90BC-FEF4-A318-AF36D82DE304}" dt="2026-09-09T17:49:10.171" v="130"/>
        <pc:sldMkLst>
          <pc:docMk/>
          <pc:sldMk cId="1643136116" sldId="303"/>
        </pc:sldMkLst>
        <pc:spChg chg="mod">
          <ac:chgData name="Gustavo Gabriel Chavez" userId="S::gchave28@calpoly.edu::f2e535f8-59a6-42e4-a0ae-09caeef9144c" providerId="AD" clId="Web-{FBAE524F-90BC-FEF4-A318-AF36D82DE304}" dt="2026-09-09T17:49:02.562" v="129" actId="20577"/>
          <ac:spMkLst>
            <pc:docMk/>
            <pc:sldMk cId="1643136116" sldId="303"/>
            <ac:spMk id="6" creationId="{0E0CE764-9970-053C-6162-70B86F90804B}"/>
          </ac:spMkLst>
        </pc:spChg>
        <pc:spChg chg="mod">
          <ac:chgData name="Gustavo Gabriel Chavez" userId="S::gchave28@calpoly.edu::f2e535f8-59a6-42e4-a0ae-09caeef9144c" providerId="AD" clId="Web-{FBAE524F-90BC-FEF4-A318-AF36D82DE304}" dt="2026-09-09T17:46:43.291" v="69"/>
          <ac:spMkLst>
            <pc:docMk/>
            <pc:sldMk cId="1643136116" sldId="303"/>
            <ac:spMk id="8" creationId="{5E47D6FF-CCCE-4973-3CCE-32052F3388B5}"/>
          </ac:spMkLst>
        </pc:spChg>
      </pc:sldChg>
      <pc:sldChg chg="addSp modSp">
        <pc:chgData name="Gustavo Gabriel Chavez" userId="S::gchave28@calpoly.edu::f2e535f8-59a6-42e4-a0ae-09caeef9144c" providerId="AD" clId="Web-{FBAE524F-90BC-FEF4-A318-AF36D82DE304}" dt="2026-09-09T17:46:43.291" v="69"/>
        <pc:sldMkLst>
          <pc:docMk/>
          <pc:sldMk cId="3032488101" sldId="459"/>
        </pc:sldMkLst>
        <pc:spChg chg="add mod">
          <ac:chgData name="Gustavo Gabriel Chavez" userId="S::gchave28@calpoly.edu::f2e535f8-59a6-42e4-a0ae-09caeef9144c" providerId="AD" clId="Web-{FBAE524F-90BC-FEF4-A318-AF36D82DE304}" dt="2026-09-09T17:46:43.291" v="69"/>
          <ac:spMkLst>
            <pc:docMk/>
            <pc:sldMk cId="3032488101" sldId="459"/>
            <ac:spMk id="2" creationId="{8C09FB0B-F5FC-A845-18E9-0BFABC04459C}"/>
          </ac:spMkLst>
        </pc:spChg>
        <pc:spChg chg="add mod">
          <ac:chgData name="Gustavo Gabriel Chavez" userId="S::gchave28@calpoly.edu::f2e535f8-59a6-42e4-a0ae-09caeef9144c" providerId="AD" clId="Web-{FBAE524F-90BC-FEF4-A318-AF36D82DE304}" dt="2026-09-09T17:46:43.291" v="69"/>
          <ac:spMkLst>
            <pc:docMk/>
            <pc:sldMk cId="3032488101" sldId="459"/>
            <ac:spMk id="3" creationId="{8C482E5D-04F4-1A63-3AC9-4E74919D19F5}"/>
          </ac:spMkLst>
        </pc:spChg>
      </pc:sldChg>
      <pc:sldChg chg="add replId">
        <pc:chgData name="Gustavo Gabriel Chavez" userId="S::gchave28@calpoly.edu::f2e535f8-59a6-42e4-a0ae-09caeef9144c" providerId="AD" clId="Web-{FBAE524F-90BC-FEF4-A318-AF36D82DE304}" dt="2026-09-09T17:55:10.262" v="201"/>
        <pc:sldMkLst>
          <pc:docMk/>
          <pc:sldMk cId="4294279389" sldId="482"/>
        </pc:sldMkLst>
      </pc:sldChg>
      <pc:sldChg chg="modSp new">
        <pc:chgData name="Gustavo Gabriel Chavez" userId="S::gchave28@calpoly.edu::f2e535f8-59a6-42e4-a0ae-09caeef9144c" providerId="AD" clId="Web-{FBAE524F-90BC-FEF4-A318-AF36D82DE304}" dt="2026-09-09T17:56:29.921" v="224" actId="20577"/>
        <pc:sldMkLst>
          <pc:docMk/>
          <pc:sldMk cId="3160462016" sldId="484"/>
        </pc:sldMkLst>
        <pc:spChg chg="mod">
          <ac:chgData name="Gustavo Gabriel Chavez" userId="S::gchave28@calpoly.edu::f2e535f8-59a6-42e4-a0ae-09caeef9144c" providerId="AD" clId="Web-{FBAE524F-90BC-FEF4-A318-AF36D82DE304}" dt="2026-09-09T17:56:29.921" v="224" actId="20577"/>
          <ac:spMkLst>
            <pc:docMk/>
            <pc:sldMk cId="3160462016" sldId="484"/>
            <ac:spMk id="2" creationId="{D6FFE5A1-AF47-5213-8058-FDC1B9F1369B}"/>
          </ac:spMkLst>
        </pc:spChg>
      </pc:sldChg>
      <pc:sldChg chg="modSp new">
        <pc:chgData name="Gustavo Gabriel Chavez" userId="S::gchave28@calpoly.edu::f2e535f8-59a6-42e4-a0ae-09caeef9144c" providerId="AD" clId="Web-{FBAE524F-90BC-FEF4-A318-AF36D82DE304}" dt="2026-09-09T17:56:18.171" v="217" actId="20577"/>
        <pc:sldMkLst>
          <pc:docMk/>
          <pc:sldMk cId="2452431030" sldId="485"/>
        </pc:sldMkLst>
        <pc:spChg chg="mod">
          <ac:chgData name="Gustavo Gabriel Chavez" userId="S::gchave28@calpoly.edu::f2e535f8-59a6-42e4-a0ae-09caeef9144c" providerId="AD" clId="Web-{FBAE524F-90BC-FEF4-A318-AF36D82DE304}" dt="2026-09-09T17:56:18.171" v="217" actId="20577"/>
          <ac:spMkLst>
            <pc:docMk/>
            <pc:sldMk cId="2452431030" sldId="485"/>
            <ac:spMk id="2" creationId="{A58E9874-E387-C083-A288-32823C402C5A}"/>
          </ac:spMkLst>
        </pc:spChg>
      </pc:sldChg>
      <pc:sldChg chg="modSp new">
        <pc:chgData name="Gustavo Gabriel Chavez" userId="S::gchave28@calpoly.edu::f2e535f8-59a6-42e4-a0ae-09caeef9144c" providerId="AD" clId="Web-{FBAE524F-90BC-FEF4-A318-AF36D82DE304}" dt="2026-09-09T17:56:12.436" v="210" actId="20577"/>
        <pc:sldMkLst>
          <pc:docMk/>
          <pc:sldMk cId="4067373681" sldId="486"/>
        </pc:sldMkLst>
        <pc:spChg chg="mod">
          <ac:chgData name="Gustavo Gabriel Chavez" userId="S::gchave28@calpoly.edu::f2e535f8-59a6-42e4-a0ae-09caeef9144c" providerId="AD" clId="Web-{FBAE524F-90BC-FEF4-A318-AF36D82DE304}" dt="2026-09-09T17:56:12.436" v="210" actId="20577"/>
          <ac:spMkLst>
            <pc:docMk/>
            <pc:sldMk cId="4067373681" sldId="486"/>
            <ac:spMk id="2" creationId="{CE235892-6903-22A0-BB21-705284E522D1}"/>
          </ac:spMkLst>
        </pc:spChg>
      </pc:sldChg>
      <pc:sldChg chg="modSp add replId">
        <pc:chgData name="Gustavo Gabriel Chavez" userId="S::gchave28@calpoly.edu::f2e535f8-59a6-42e4-a0ae-09caeef9144c" providerId="AD" clId="Web-{FBAE524F-90BC-FEF4-A318-AF36D82DE304}" dt="2026-09-09T17:56:49.594" v="230" actId="20577"/>
        <pc:sldMkLst>
          <pc:docMk/>
          <pc:sldMk cId="1074723319" sldId="487"/>
        </pc:sldMkLst>
        <pc:spChg chg="mod">
          <ac:chgData name="Gustavo Gabriel Chavez" userId="S::gchave28@calpoly.edu::f2e535f8-59a6-42e4-a0ae-09caeef9144c" providerId="AD" clId="Web-{FBAE524F-90BC-FEF4-A318-AF36D82DE304}" dt="2026-09-09T17:56:49.594" v="230" actId="20577"/>
          <ac:spMkLst>
            <pc:docMk/>
            <pc:sldMk cId="1074723319" sldId="487"/>
            <ac:spMk id="5" creationId="{45C3AC46-25C5-B79D-EA53-FC0EFEDC50B2}"/>
          </ac:spMkLst>
        </pc:spChg>
      </pc:sldChg>
      <pc:sldChg chg="modSp new ord">
        <pc:chgData name="Gustavo Gabriel Chavez" userId="S::gchave28@calpoly.edu::f2e535f8-59a6-42e4-a0ae-09caeef9144c" providerId="AD" clId="Web-{FBAE524F-90BC-FEF4-A318-AF36D82DE304}" dt="2026-09-09T17:57:20.235" v="233" actId="20577"/>
        <pc:sldMkLst>
          <pc:docMk/>
          <pc:sldMk cId="483603024" sldId="489"/>
        </pc:sldMkLst>
        <pc:spChg chg="mod">
          <ac:chgData name="Gustavo Gabriel Chavez" userId="S::gchave28@calpoly.edu::f2e535f8-59a6-42e4-a0ae-09caeef9144c" providerId="AD" clId="Web-{FBAE524F-90BC-FEF4-A318-AF36D82DE304}" dt="2026-09-09T17:57:20.235" v="233" actId="20577"/>
          <ac:spMkLst>
            <pc:docMk/>
            <pc:sldMk cId="483603024" sldId="489"/>
            <ac:spMk id="2" creationId="{52F41FAC-8445-22AB-4C20-036B64FA44DB}"/>
          </ac:spMkLst>
        </pc:spChg>
      </pc:sldChg>
      <pc:sldChg chg="modSp add replId">
        <pc:chgData name="Gustavo Gabriel Chavez" userId="S::gchave28@calpoly.edu::f2e535f8-59a6-42e4-a0ae-09caeef9144c" providerId="AD" clId="Web-{FBAE524F-90BC-FEF4-A318-AF36D82DE304}" dt="2026-09-09T17:57:32.861" v="235" actId="20577"/>
        <pc:sldMkLst>
          <pc:docMk/>
          <pc:sldMk cId="3921852443" sldId="490"/>
        </pc:sldMkLst>
        <pc:spChg chg="mod">
          <ac:chgData name="Gustavo Gabriel Chavez" userId="S::gchave28@calpoly.edu::f2e535f8-59a6-42e4-a0ae-09caeef9144c" providerId="AD" clId="Web-{FBAE524F-90BC-FEF4-A318-AF36D82DE304}" dt="2026-09-09T17:57:32.861" v="235" actId="20577"/>
          <ac:spMkLst>
            <pc:docMk/>
            <pc:sldMk cId="3921852443" sldId="490"/>
            <ac:spMk id="5" creationId="{AD3CB321-0DAD-82E8-B7C5-5EB1568F7F84}"/>
          </ac:spMkLst>
        </pc:spChg>
      </pc:sldChg>
      <pc:sldChg chg="add replId">
        <pc:chgData name="Gustavo Gabriel Chavez" userId="S::gchave28@calpoly.edu::f2e535f8-59a6-42e4-a0ae-09caeef9144c" providerId="AD" clId="Web-{FBAE524F-90BC-FEF4-A318-AF36D82DE304}" dt="2026-09-09T17:57:41.799" v="236"/>
        <pc:sldMkLst>
          <pc:docMk/>
          <pc:sldMk cId="290429843" sldId="491"/>
        </pc:sldMkLst>
      </pc:sldChg>
      <pc:sldChg chg="modSp add replId">
        <pc:chgData name="Gustavo Gabriel Chavez" userId="S::gchave28@calpoly.edu::f2e535f8-59a6-42e4-a0ae-09caeef9144c" providerId="AD" clId="Web-{FBAE524F-90BC-FEF4-A318-AF36D82DE304}" dt="2026-09-09T17:57:52.002" v="241" actId="20577"/>
        <pc:sldMkLst>
          <pc:docMk/>
          <pc:sldMk cId="18621472" sldId="492"/>
        </pc:sldMkLst>
        <pc:spChg chg="mod">
          <ac:chgData name="Gustavo Gabriel Chavez" userId="S::gchave28@calpoly.edu::f2e535f8-59a6-42e4-a0ae-09caeef9144c" providerId="AD" clId="Web-{FBAE524F-90BC-FEF4-A318-AF36D82DE304}" dt="2026-09-09T17:57:52.002" v="241" actId="20577"/>
          <ac:spMkLst>
            <pc:docMk/>
            <pc:sldMk cId="18621472" sldId="492"/>
            <ac:spMk id="2" creationId="{64B0A2E9-314A-89A1-19D9-363EE29B8236}"/>
          </ac:spMkLst>
        </pc:spChg>
      </pc:sldChg>
      <pc:sldChg chg="modSp add replId">
        <pc:chgData name="Gustavo Gabriel Chavez" userId="S::gchave28@calpoly.edu::f2e535f8-59a6-42e4-a0ae-09caeef9144c" providerId="AD" clId="Web-{FBAE524F-90BC-FEF4-A318-AF36D82DE304}" dt="2026-09-09T17:58:12.206" v="246" actId="20577"/>
        <pc:sldMkLst>
          <pc:docMk/>
          <pc:sldMk cId="135787015" sldId="493"/>
        </pc:sldMkLst>
        <pc:spChg chg="mod">
          <ac:chgData name="Gustavo Gabriel Chavez" userId="S::gchave28@calpoly.edu::f2e535f8-59a6-42e4-a0ae-09caeef9144c" providerId="AD" clId="Web-{FBAE524F-90BC-FEF4-A318-AF36D82DE304}" dt="2026-09-09T17:58:12.206" v="246" actId="20577"/>
          <ac:spMkLst>
            <pc:docMk/>
            <pc:sldMk cId="135787015" sldId="493"/>
            <ac:spMk id="5" creationId="{318AF03D-81BF-5D39-F37A-01269CFC4BF8}"/>
          </ac:spMkLst>
        </pc:spChg>
      </pc:sldChg>
      <pc:sldChg chg="modSp add replId">
        <pc:chgData name="Gustavo Gabriel Chavez" userId="S::gchave28@calpoly.edu::f2e535f8-59a6-42e4-a0ae-09caeef9144c" providerId="AD" clId="Web-{FBAE524F-90BC-FEF4-A318-AF36D82DE304}" dt="2026-09-09T17:58:06.346" v="244" actId="20577"/>
        <pc:sldMkLst>
          <pc:docMk/>
          <pc:sldMk cId="661665126" sldId="494"/>
        </pc:sldMkLst>
        <pc:spChg chg="mod">
          <ac:chgData name="Gustavo Gabriel Chavez" userId="S::gchave28@calpoly.edu::f2e535f8-59a6-42e4-a0ae-09caeef9144c" providerId="AD" clId="Web-{FBAE524F-90BC-FEF4-A318-AF36D82DE304}" dt="2026-09-09T17:58:06.346" v="244" actId="20577"/>
          <ac:spMkLst>
            <pc:docMk/>
            <pc:sldMk cId="661665126" sldId="494"/>
            <ac:spMk id="5" creationId="{F06EBE2E-0334-865E-D9BB-979F2F426FCD}"/>
          </ac:spMkLst>
        </pc:spChg>
      </pc:sldChg>
      <pc:sldChg chg="modSp add replId">
        <pc:chgData name="Gustavo Gabriel Chavez" userId="S::gchave28@calpoly.edu::f2e535f8-59a6-42e4-a0ae-09caeef9144c" providerId="AD" clId="Web-{FBAE524F-90BC-FEF4-A318-AF36D82DE304}" dt="2026-09-09T17:58:42.035" v="265" actId="20577"/>
        <pc:sldMkLst>
          <pc:docMk/>
          <pc:sldMk cId="3653172102" sldId="495"/>
        </pc:sldMkLst>
        <pc:spChg chg="mod">
          <ac:chgData name="Gustavo Gabriel Chavez" userId="S::gchave28@calpoly.edu::f2e535f8-59a6-42e4-a0ae-09caeef9144c" providerId="AD" clId="Web-{FBAE524F-90BC-FEF4-A318-AF36D82DE304}" dt="2026-09-09T17:58:42.035" v="265" actId="20577"/>
          <ac:spMkLst>
            <pc:docMk/>
            <pc:sldMk cId="3653172102" sldId="495"/>
            <ac:spMk id="2" creationId="{6BE06FCA-E992-9667-E0D5-3017A9A28022}"/>
          </ac:spMkLst>
        </pc:spChg>
      </pc:sldChg>
      <pc:sldChg chg="modSp add replId">
        <pc:chgData name="Gustavo Gabriel Chavez" userId="S::gchave28@calpoly.edu::f2e535f8-59a6-42e4-a0ae-09caeef9144c" providerId="AD" clId="Web-{FBAE524F-90BC-FEF4-A318-AF36D82DE304}" dt="2026-09-09T17:59:02.911" v="275" actId="20577"/>
        <pc:sldMkLst>
          <pc:docMk/>
          <pc:sldMk cId="1338847170" sldId="496"/>
        </pc:sldMkLst>
        <pc:spChg chg="mod">
          <ac:chgData name="Gustavo Gabriel Chavez" userId="S::gchave28@calpoly.edu::f2e535f8-59a6-42e4-a0ae-09caeef9144c" providerId="AD" clId="Web-{FBAE524F-90BC-FEF4-A318-AF36D82DE304}" dt="2026-09-09T17:59:02.911" v="275" actId="20577"/>
          <ac:spMkLst>
            <pc:docMk/>
            <pc:sldMk cId="1338847170" sldId="496"/>
            <ac:spMk id="5" creationId="{E53B9885-7304-EB20-32EC-51477FF36707}"/>
          </ac:spMkLst>
        </pc:spChg>
      </pc:sldChg>
      <pc:sldChg chg="modSp add replId">
        <pc:chgData name="Gustavo Gabriel Chavez" userId="S::gchave28@calpoly.edu::f2e535f8-59a6-42e4-a0ae-09caeef9144c" providerId="AD" clId="Web-{FBAE524F-90BC-FEF4-A318-AF36D82DE304}" dt="2026-09-09T17:58:57.879" v="272" actId="20577"/>
        <pc:sldMkLst>
          <pc:docMk/>
          <pc:sldMk cId="3327967063" sldId="497"/>
        </pc:sldMkLst>
        <pc:spChg chg="mod">
          <ac:chgData name="Gustavo Gabriel Chavez" userId="S::gchave28@calpoly.edu::f2e535f8-59a6-42e4-a0ae-09caeef9144c" providerId="AD" clId="Web-{FBAE524F-90BC-FEF4-A318-AF36D82DE304}" dt="2026-09-09T17:58:57.879" v="272" actId="20577"/>
          <ac:spMkLst>
            <pc:docMk/>
            <pc:sldMk cId="3327967063" sldId="497"/>
            <ac:spMk id="5" creationId="{68C531B1-B9F2-49D8-32DA-AFB3E767ABBF}"/>
          </ac:spMkLst>
        </pc:spChg>
      </pc:sldChg>
      <pc:sldChg chg="modSp add replId">
        <pc:chgData name="Gustavo Gabriel Chavez" userId="S::gchave28@calpoly.edu::f2e535f8-59a6-42e4-a0ae-09caeef9144c" providerId="AD" clId="Web-{FBAE524F-90BC-FEF4-A318-AF36D82DE304}" dt="2026-09-09T17:59:50.053" v="290" actId="20577"/>
        <pc:sldMkLst>
          <pc:docMk/>
          <pc:sldMk cId="1640658682" sldId="498"/>
        </pc:sldMkLst>
        <pc:spChg chg="mod">
          <ac:chgData name="Gustavo Gabriel Chavez" userId="S::gchave28@calpoly.edu::f2e535f8-59a6-42e4-a0ae-09caeef9144c" providerId="AD" clId="Web-{FBAE524F-90BC-FEF4-A318-AF36D82DE304}" dt="2026-09-09T17:59:50.053" v="290" actId="20577"/>
          <ac:spMkLst>
            <pc:docMk/>
            <pc:sldMk cId="1640658682" sldId="498"/>
            <ac:spMk id="2" creationId="{28F79090-6ED5-784D-A31C-E99CCF949A17}"/>
          </ac:spMkLst>
        </pc:spChg>
      </pc:sldChg>
      <pc:sldChg chg="modSp add replId">
        <pc:chgData name="Gustavo Gabriel Chavez" userId="S::gchave28@calpoly.edu::f2e535f8-59a6-42e4-a0ae-09caeef9144c" providerId="AD" clId="Web-{FBAE524F-90BC-FEF4-A318-AF36D82DE304}" dt="2026-09-09T18:00:21.054" v="301" actId="20577"/>
        <pc:sldMkLst>
          <pc:docMk/>
          <pc:sldMk cId="229681528" sldId="499"/>
        </pc:sldMkLst>
        <pc:spChg chg="mod">
          <ac:chgData name="Gustavo Gabriel Chavez" userId="S::gchave28@calpoly.edu::f2e535f8-59a6-42e4-a0ae-09caeef9144c" providerId="AD" clId="Web-{FBAE524F-90BC-FEF4-A318-AF36D82DE304}" dt="2026-09-09T18:00:21.054" v="301" actId="20577"/>
          <ac:spMkLst>
            <pc:docMk/>
            <pc:sldMk cId="229681528" sldId="499"/>
            <ac:spMk id="5" creationId="{CC8AD7FC-5618-152F-652F-0228BD2F64F0}"/>
          </ac:spMkLst>
        </pc:spChg>
      </pc:sldChg>
      <pc:sldChg chg="modSp add ord replId">
        <pc:chgData name="Gustavo Gabriel Chavez" userId="S::gchave28@calpoly.edu::f2e535f8-59a6-42e4-a0ae-09caeef9144c" providerId="AD" clId="Web-{FBAE524F-90BC-FEF4-A318-AF36D82DE304}" dt="2026-09-09T18:01:00.149" v="312"/>
        <pc:sldMkLst>
          <pc:docMk/>
          <pc:sldMk cId="2638470537" sldId="500"/>
        </pc:sldMkLst>
        <pc:spChg chg="mod">
          <ac:chgData name="Gustavo Gabriel Chavez" userId="S::gchave28@calpoly.edu::f2e535f8-59a6-42e4-a0ae-09caeef9144c" providerId="AD" clId="Web-{FBAE524F-90BC-FEF4-A318-AF36D82DE304}" dt="2026-09-09T18:00:11.491" v="293" actId="20577"/>
          <ac:spMkLst>
            <pc:docMk/>
            <pc:sldMk cId="2638470537" sldId="500"/>
            <ac:spMk id="5" creationId="{BDC18A9A-06CE-9F97-911C-253B5111481C}"/>
          </ac:spMkLst>
        </pc:spChg>
      </pc:sldChg>
      <pc:sldChg chg="modSp add replId">
        <pc:chgData name="Gustavo Gabriel Chavez" userId="S::gchave28@calpoly.edu::f2e535f8-59a6-42e4-a0ae-09caeef9144c" providerId="AD" clId="Web-{FBAE524F-90BC-FEF4-A318-AF36D82DE304}" dt="2026-09-09T18:01:20.400" v="320" actId="20577"/>
        <pc:sldMkLst>
          <pc:docMk/>
          <pc:sldMk cId="1971777317" sldId="501"/>
        </pc:sldMkLst>
        <pc:spChg chg="mod">
          <ac:chgData name="Gustavo Gabriel Chavez" userId="S::gchave28@calpoly.edu::f2e535f8-59a6-42e4-a0ae-09caeef9144c" providerId="AD" clId="Web-{FBAE524F-90BC-FEF4-A318-AF36D82DE304}" dt="2026-09-09T18:01:20.400" v="320" actId="20577"/>
          <ac:spMkLst>
            <pc:docMk/>
            <pc:sldMk cId="1971777317" sldId="501"/>
            <ac:spMk id="2" creationId="{F4196BFC-1BBC-6EB2-5AB7-74B0B775B63D}"/>
          </ac:spMkLst>
        </pc:spChg>
      </pc:sldChg>
      <pc:sldChg chg="modSp add replId">
        <pc:chgData name="Gustavo Gabriel Chavez" userId="S::gchave28@calpoly.edu::f2e535f8-59a6-42e4-a0ae-09caeef9144c" providerId="AD" clId="Web-{FBAE524F-90BC-FEF4-A318-AF36D82DE304}" dt="2026-09-09T18:01:24.119" v="322" actId="20577"/>
        <pc:sldMkLst>
          <pc:docMk/>
          <pc:sldMk cId="1513170981" sldId="502"/>
        </pc:sldMkLst>
        <pc:spChg chg="mod">
          <ac:chgData name="Gustavo Gabriel Chavez" userId="S::gchave28@calpoly.edu::f2e535f8-59a6-42e4-a0ae-09caeef9144c" providerId="AD" clId="Web-{FBAE524F-90BC-FEF4-A318-AF36D82DE304}" dt="2026-09-09T18:01:24.119" v="322" actId="20577"/>
          <ac:spMkLst>
            <pc:docMk/>
            <pc:sldMk cId="1513170981" sldId="502"/>
            <ac:spMk id="5" creationId="{45933987-BCAE-1417-563C-9180EB86CD00}"/>
          </ac:spMkLst>
        </pc:spChg>
      </pc:sldChg>
      <pc:sldChg chg="modSp add replId">
        <pc:chgData name="Gustavo Gabriel Chavez" userId="S::gchave28@calpoly.edu::f2e535f8-59a6-42e4-a0ae-09caeef9144c" providerId="AD" clId="Web-{FBAE524F-90BC-FEF4-A318-AF36D82DE304}" dt="2026-09-09T18:01:53.620" v="326" actId="20577"/>
        <pc:sldMkLst>
          <pc:docMk/>
          <pc:sldMk cId="2172303560" sldId="503"/>
        </pc:sldMkLst>
        <pc:spChg chg="mod">
          <ac:chgData name="Gustavo Gabriel Chavez" userId="S::gchave28@calpoly.edu::f2e535f8-59a6-42e4-a0ae-09caeef9144c" providerId="AD" clId="Web-{FBAE524F-90BC-FEF4-A318-AF36D82DE304}" dt="2026-09-09T18:01:53.620" v="326" actId="20577"/>
          <ac:spMkLst>
            <pc:docMk/>
            <pc:sldMk cId="2172303560" sldId="503"/>
            <ac:spMk id="5" creationId="{7858C5F6-2D04-8CCB-62C7-BAB348C9B2DF}"/>
          </ac:spMkLst>
        </pc:spChg>
      </pc:sldChg>
      <pc:sldChg chg="modSp add replId">
        <pc:chgData name="Gustavo Gabriel Chavez" userId="S::gchave28@calpoly.edu::f2e535f8-59a6-42e4-a0ae-09caeef9144c" providerId="AD" clId="Web-{FBAE524F-90BC-FEF4-A318-AF36D82DE304}" dt="2026-09-09T18:02:02.183" v="330" actId="20577"/>
        <pc:sldMkLst>
          <pc:docMk/>
          <pc:sldMk cId="67542657" sldId="504"/>
        </pc:sldMkLst>
        <pc:spChg chg="mod">
          <ac:chgData name="Gustavo Gabriel Chavez" userId="S::gchave28@calpoly.edu::f2e535f8-59a6-42e4-a0ae-09caeef9144c" providerId="AD" clId="Web-{FBAE524F-90BC-FEF4-A318-AF36D82DE304}" dt="2026-09-09T18:02:02.183" v="330" actId="20577"/>
          <ac:spMkLst>
            <pc:docMk/>
            <pc:sldMk cId="67542657" sldId="504"/>
            <ac:spMk id="2" creationId="{62E01928-528A-5868-67E3-20D1BCA13C19}"/>
          </ac:spMkLst>
        </pc:spChg>
      </pc:sldChg>
      <pc:sldChg chg="modSp add replId">
        <pc:chgData name="Gustavo Gabriel Chavez" userId="S::gchave28@calpoly.edu::f2e535f8-59a6-42e4-a0ae-09caeef9144c" providerId="AD" clId="Web-{FBAE524F-90BC-FEF4-A318-AF36D82DE304}" dt="2026-09-09T18:02:36.153" v="342" actId="20577"/>
        <pc:sldMkLst>
          <pc:docMk/>
          <pc:sldMk cId="3186891948" sldId="507"/>
        </pc:sldMkLst>
        <pc:spChg chg="mod">
          <ac:chgData name="Gustavo Gabriel Chavez" userId="S::gchave28@calpoly.edu::f2e535f8-59a6-42e4-a0ae-09caeef9144c" providerId="AD" clId="Web-{FBAE524F-90BC-FEF4-A318-AF36D82DE304}" dt="2026-09-09T18:02:36.153" v="342" actId="20577"/>
          <ac:spMkLst>
            <pc:docMk/>
            <pc:sldMk cId="3186891948" sldId="507"/>
            <ac:spMk id="2" creationId="{4E39997A-432F-442D-DF69-75F4D6D6494F}"/>
          </ac:spMkLst>
        </pc:spChg>
      </pc:sldChg>
      <pc:sldChg chg="modSp add replId">
        <pc:chgData name="Gustavo Gabriel Chavez" userId="S::gchave28@calpoly.edu::f2e535f8-59a6-42e4-a0ae-09caeef9144c" providerId="AD" clId="Web-{FBAE524F-90BC-FEF4-A318-AF36D82DE304}" dt="2026-09-09T18:04:21.500" v="350" actId="20577"/>
        <pc:sldMkLst>
          <pc:docMk/>
          <pc:sldMk cId="3787654095" sldId="508"/>
        </pc:sldMkLst>
        <pc:spChg chg="mod">
          <ac:chgData name="Gustavo Gabriel Chavez" userId="S::gchave28@calpoly.edu::f2e535f8-59a6-42e4-a0ae-09caeef9144c" providerId="AD" clId="Web-{FBAE524F-90BC-FEF4-A318-AF36D82DE304}" dt="2026-09-09T18:04:21.500" v="350" actId="20577"/>
          <ac:spMkLst>
            <pc:docMk/>
            <pc:sldMk cId="3787654095" sldId="508"/>
            <ac:spMk id="5" creationId="{883318BB-67AF-0BB5-8A93-55DFB1F08E2A}"/>
          </ac:spMkLst>
        </pc:spChg>
      </pc:sldChg>
      <pc:sldMasterChg chg="modSp mod modSldLayout">
        <pc:chgData name="Gustavo Gabriel Chavez" userId="S::gchave28@calpoly.edu::f2e535f8-59a6-42e4-a0ae-09caeef9144c" providerId="AD" clId="Web-{FBAE524F-90BC-FEF4-A318-AF36D82DE304}" dt="2026-09-09T17:46:58.964" v="79"/>
        <pc:sldMasterMkLst>
          <pc:docMk/>
          <pc:sldMasterMk cId="44649789" sldId="2147483660"/>
        </pc:sldMasterMkLst>
        <pc:spChg chg="mod">
          <ac:chgData name="Gustavo Gabriel Chavez" userId="S::gchave28@calpoly.edu::f2e535f8-59a6-42e4-a0ae-09caeef9144c" providerId="AD" clId="Web-{FBAE524F-90BC-FEF4-A318-AF36D82DE304}" dt="2026-09-09T17:46:43.291" v="69"/>
          <ac:spMkLst>
            <pc:docMk/>
            <pc:sldMasterMk cId="44649789" sldId="2147483660"/>
            <ac:spMk id="4" creationId="{2113EB39-BDD5-3540-B088-F494392B9C65}"/>
          </ac:spMkLst>
        </pc:spChg>
        <pc:sldLayoutChg chg="mod">
          <pc:chgData name="Gustavo Gabriel Chavez" userId="S::gchave28@calpoly.edu::f2e535f8-59a6-42e4-a0ae-09caeef9144c" providerId="AD" clId="Web-{FBAE524F-90BC-FEF4-A318-AF36D82DE304}" dt="2026-09-09T17:46:58.964" v="79"/>
          <pc:sldLayoutMkLst>
            <pc:docMk/>
            <pc:sldMasterMk cId="44649789" sldId="2147483660"/>
            <pc:sldLayoutMk cId="1856684339" sldId="2147483663"/>
          </pc:sldLayoutMkLst>
        </pc:sldLayoutChg>
        <pc:sldLayoutChg chg="mod">
          <pc:chgData name="Gustavo Gabriel Chavez" userId="S::gchave28@calpoly.edu::f2e535f8-59a6-42e4-a0ae-09caeef9144c" providerId="AD" clId="Web-{FBAE524F-90BC-FEF4-A318-AF36D82DE304}" dt="2026-09-09T17:46:58.964" v="79"/>
          <pc:sldLayoutMkLst>
            <pc:docMk/>
            <pc:sldMasterMk cId="44649789" sldId="2147483660"/>
            <pc:sldLayoutMk cId="3502661408" sldId="2147483664"/>
          </pc:sldLayoutMkLst>
        </pc:sldLayoutChg>
        <pc:sldLayoutChg chg="modSp mod">
          <pc:chgData name="Gustavo Gabriel Chavez" userId="S::gchave28@calpoly.edu::f2e535f8-59a6-42e4-a0ae-09caeef9144c" providerId="AD" clId="Web-{FBAE524F-90BC-FEF4-A318-AF36D82DE304}" dt="2026-09-09T17:46:58.964" v="79"/>
          <pc:sldLayoutMkLst>
            <pc:docMk/>
            <pc:sldMasterMk cId="44649789" sldId="2147483660"/>
            <pc:sldLayoutMk cId="2487078008" sldId="2147483666"/>
          </pc:sldLayoutMkLst>
          <pc:spChg chg="mod">
            <ac:chgData name="Gustavo Gabriel Chavez" userId="S::gchave28@calpoly.edu::f2e535f8-59a6-42e4-a0ae-09caeef9144c" providerId="AD" clId="Web-{FBAE524F-90BC-FEF4-A318-AF36D82DE304}" dt="2026-09-09T17:46:43.291" v="69"/>
            <ac:spMkLst>
              <pc:docMk/>
              <pc:sldMasterMk cId="44649789" sldId="2147483660"/>
              <pc:sldLayoutMk cId="2487078008" sldId="2147483666"/>
              <ac:spMk id="7" creationId="{8AC1DF36-2526-8D40-854C-D53DB4595CDC}"/>
            </ac:spMkLst>
          </pc:spChg>
        </pc:sldLayoutChg>
        <pc:sldLayoutChg chg="modSp mod">
          <pc:chgData name="Gustavo Gabriel Chavez" userId="S::gchave28@calpoly.edu::f2e535f8-59a6-42e4-a0ae-09caeef9144c" providerId="AD" clId="Web-{FBAE524F-90BC-FEF4-A318-AF36D82DE304}" dt="2026-09-09T17:46:58.964" v="79"/>
          <pc:sldLayoutMkLst>
            <pc:docMk/>
            <pc:sldMasterMk cId="44649789" sldId="2147483660"/>
            <pc:sldLayoutMk cId="254828567" sldId="2147483668"/>
          </pc:sldLayoutMkLst>
          <pc:spChg chg="mod">
            <ac:chgData name="Gustavo Gabriel Chavez" userId="S::gchave28@calpoly.edu::f2e535f8-59a6-42e4-a0ae-09caeef9144c" providerId="AD" clId="Web-{FBAE524F-90BC-FEF4-A318-AF36D82DE304}" dt="2026-09-09T17:46:43.291" v="69"/>
            <ac:spMkLst>
              <pc:docMk/>
              <pc:sldMasterMk cId="44649789" sldId="2147483660"/>
              <pc:sldLayoutMk cId="254828567" sldId="2147483668"/>
              <ac:spMk id="8" creationId="{2AEA19FC-85B9-A74F-AD5A-59ABB758120F}"/>
            </ac:spMkLst>
          </pc:spChg>
        </pc:sldLayoutChg>
        <pc:sldLayoutChg chg="modSp mod">
          <pc:chgData name="Gustavo Gabriel Chavez" userId="S::gchave28@calpoly.edu::f2e535f8-59a6-42e4-a0ae-09caeef9144c" providerId="AD" clId="Web-{FBAE524F-90BC-FEF4-A318-AF36D82DE304}" dt="2026-09-09T17:46:58.964" v="79"/>
          <pc:sldLayoutMkLst>
            <pc:docMk/>
            <pc:sldMasterMk cId="44649789" sldId="2147483660"/>
            <pc:sldLayoutMk cId="3412792988" sldId="2147483669"/>
          </pc:sldLayoutMkLst>
          <pc:spChg chg="mod">
            <ac:chgData name="Gustavo Gabriel Chavez" userId="S::gchave28@calpoly.edu::f2e535f8-59a6-42e4-a0ae-09caeef9144c" providerId="AD" clId="Web-{FBAE524F-90BC-FEF4-A318-AF36D82DE304}" dt="2026-09-09T17:46:43.291" v="69"/>
            <ac:spMkLst>
              <pc:docMk/>
              <pc:sldMasterMk cId="44649789" sldId="2147483660"/>
              <pc:sldLayoutMk cId="3412792988" sldId="2147483669"/>
              <ac:spMk id="7" creationId="{DA38EC65-2C85-C046-9738-37708E947827}"/>
            </ac:spMkLst>
          </pc:spChg>
        </pc:sldLayoutChg>
        <pc:sldLayoutChg chg="modSp mod">
          <pc:chgData name="Gustavo Gabriel Chavez" userId="S::gchave28@calpoly.edu::f2e535f8-59a6-42e4-a0ae-09caeef9144c" providerId="AD" clId="Web-{FBAE524F-90BC-FEF4-A318-AF36D82DE304}" dt="2026-09-09T17:46:58.964" v="79"/>
          <pc:sldLayoutMkLst>
            <pc:docMk/>
            <pc:sldMasterMk cId="44649789" sldId="2147483660"/>
            <pc:sldLayoutMk cId="135773899" sldId="2147483670"/>
          </pc:sldLayoutMkLst>
          <pc:spChg chg="mod">
            <ac:chgData name="Gustavo Gabriel Chavez" userId="S::gchave28@calpoly.edu::f2e535f8-59a6-42e4-a0ae-09caeef9144c" providerId="AD" clId="Web-{FBAE524F-90BC-FEF4-A318-AF36D82DE304}" dt="2026-09-09T17:46:43.291" v="69"/>
            <ac:spMkLst>
              <pc:docMk/>
              <pc:sldMasterMk cId="44649789" sldId="2147483660"/>
              <pc:sldLayoutMk cId="135773899" sldId="2147483670"/>
              <ac:spMk id="7" creationId="{905959D2-BEEE-8D4C-8216-8C05C61B75DC}"/>
            </ac:spMkLst>
          </pc:spChg>
        </pc:sldLayoutChg>
        <pc:sldLayoutChg chg="modSp mod">
          <pc:chgData name="Gustavo Gabriel Chavez" userId="S::gchave28@calpoly.edu::f2e535f8-59a6-42e4-a0ae-09caeef9144c" providerId="AD" clId="Web-{FBAE524F-90BC-FEF4-A318-AF36D82DE304}" dt="2026-09-09T17:46:58.964" v="79"/>
          <pc:sldLayoutMkLst>
            <pc:docMk/>
            <pc:sldMasterMk cId="44649789" sldId="2147483660"/>
            <pc:sldLayoutMk cId="2802205634" sldId="2147483671"/>
          </pc:sldLayoutMkLst>
          <pc:spChg chg="mod">
            <ac:chgData name="Gustavo Gabriel Chavez" userId="S::gchave28@calpoly.edu::f2e535f8-59a6-42e4-a0ae-09caeef9144c" providerId="AD" clId="Web-{FBAE524F-90BC-FEF4-A318-AF36D82DE304}" dt="2026-09-09T17:46:43.291" v="69"/>
            <ac:spMkLst>
              <pc:docMk/>
              <pc:sldMasterMk cId="44649789" sldId="2147483660"/>
              <pc:sldLayoutMk cId="2802205634" sldId="2147483671"/>
              <ac:spMk id="5" creationId="{B9763FDE-A720-A74F-88A3-418704C0C76E}"/>
            </ac:spMkLst>
          </pc:spChg>
        </pc:sldLayoutChg>
        <pc:sldLayoutChg chg="modSp mod">
          <pc:chgData name="Gustavo Gabriel Chavez" userId="S::gchave28@calpoly.edu::f2e535f8-59a6-42e4-a0ae-09caeef9144c" providerId="AD" clId="Web-{FBAE524F-90BC-FEF4-A318-AF36D82DE304}" dt="2026-09-09T17:46:58.964" v="79"/>
          <pc:sldLayoutMkLst>
            <pc:docMk/>
            <pc:sldMasterMk cId="44649789" sldId="2147483660"/>
            <pc:sldLayoutMk cId="2304232569" sldId="2147483674"/>
          </pc:sldLayoutMkLst>
          <pc:spChg chg="mod">
            <ac:chgData name="Gustavo Gabriel Chavez" userId="S::gchave28@calpoly.edu::f2e535f8-59a6-42e4-a0ae-09caeef9144c" providerId="AD" clId="Web-{FBAE524F-90BC-FEF4-A318-AF36D82DE304}" dt="2026-09-09T17:46:43.291" v="69"/>
            <ac:spMkLst>
              <pc:docMk/>
              <pc:sldMasterMk cId="44649789" sldId="2147483660"/>
              <pc:sldLayoutMk cId="2304232569" sldId="2147483674"/>
              <ac:spMk id="5" creationId="{11FE2933-6B02-0144-BF1A-69A51D5C0313}"/>
            </ac:spMkLst>
          </pc:spChg>
        </pc:sldLayoutChg>
        <pc:sldLayoutChg chg="modSp mod">
          <pc:chgData name="Gustavo Gabriel Chavez" userId="S::gchave28@calpoly.edu::f2e535f8-59a6-42e4-a0ae-09caeef9144c" providerId="AD" clId="Web-{FBAE524F-90BC-FEF4-A318-AF36D82DE304}" dt="2026-09-09T17:46:58.964" v="79"/>
          <pc:sldLayoutMkLst>
            <pc:docMk/>
            <pc:sldMasterMk cId="44649789" sldId="2147483660"/>
            <pc:sldLayoutMk cId="3239492143" sldId="2147483675"/>
          </pc:sldLayoutMkLst>
          <pc:spChg chg="mod">
            <ac:chgData name="Gustavo Gabriel Chavez" userId="S::gchave28@calpoly.edu::f2e535f8-59a6-42e4-a0ae-09caeef9144c" providerId="AD" clId="Web-{FBAE524F-90BC-FEF4-A318-AF36D82DE304}" dt="2026-09-09T17:46:43.291" v="69"/>
            <ac:spMkLst>
              <pc:docMk/>
              <pc:sldMasterMk cId="44649789" sldId="2147483660"/>
              <pc:sldLayoutMk cId="3239492143" sldId="2147483675"/>
              <ac:spMk id="4" creationId="{BD16ABDF-2326-9E45-8E5D-9E5FC6E22C90}"/>
            </ac:spMkLst>
          </pc:spChg>
        </pc:sldLayoutChg>
        <pc:sldLayoutChg chg="mod">
          <pc:chgData name="Gustavo Gabriel Chavez" userId="S::gchave28@calpoly.edu::f2e535f8-59a6-42e4-a0ae-09caeef9144c" providerId="AD" clId="Web-{FBAE524F-90BC-FEF4-A318-AF36D82DE304}" dt="2026-09-09T17:46:58.964" v="79"/>
          <pc:sldLayoutMkLst>
            <pc:docMk/>
            <pc:sldMasterMk cId="44649789" sldId="2147483660"/>
            <pc:sldLayoutMk cId="2095081866" sldId="2147483676"/>
          </pc:sldLayoutMkLst>
        </pc:sldLayoutChg>
        <pc:sldLayoutChg chg="modSp mod">
          <pc:chgData name="Gustavo Gabriel Chavez" userId="S::gchave28@calpoly.edu::f2e535f8-59a6-42e4-a0ae-09caeef9144c" providerId="AD" clId="Web-{FBAE524F-90BC-FEF4-A318-AF36D82DE304}" dt="2026-09-09T17:46:58.964" v="79"/>
          <pc:sldLayoutMkLst>
            <pc:docMk/>
            <pc:sldMasterMk cId="44649789" sldId="2147483660"/>
            <pc:sldLayoutMk cId="1891206089" sldId="2147483684"/>
          </pc:sldLayoutMkLst>
          <pc:spChg chg="mod">
            <ac:chgData name="Gustavo Gabriel Chavez" userId="S::gchave28@calpoly.edu::f2e535f8-59a6-42e4-a0ae-09caeef9144c" providerId="AD" clId="Web-{FBAE524F-90BC-FEF4-A318-AF36D82DE304}" dt="2026-09-09T17:46:43.291" v="69"/>
            <ac:spMkLst>
              <pc:docMk/>
              <pc:sldMasterMk cId="44649789" sldId="2147483660"/>
              <pc:sldLayoutMk cId="1891206089" sldId="2147483684"/>
              <ac:spMk id="7" creationId="{DA38EC65-2C85-C046-9738-37708E947827}"/>
            </ac:spMkLst>
          </pc:spChg>
        </pc:sldLayoutChg>
        <pc:sldLayoutChg chg="modSp mod">
          <pc:chgData name="Gustavo Gabriel Chavez" userId="S::gchave28@calpoly.edu::f2e535f8-59a6-42e4-a0ae-09caeef9144c" providerId="AD" clId="Web-{FBAE524F-90BC-FEF4-A318-AF36D82DE304}" dt="2026-09-09T17:46:58.964" v="79"/>
          <pc:sldLayoutMkLst>
            <pc:docMk/>
            <pc:sldMasterMk cId="44649789" sldId="2147483660"/>
            <pc:sldLayoutMk cId="1957307688" sldId="2147483685"/>
          </pc:sldLayoutMkLst>
          <pc:spChg chg="mod">
            <ac:chgData name="Gustavo Gabriel Chavez" userId="S::gchave28@calpoly.edu::f2e535f8-59a6-42e4-a0ae-09caeef9144c" providerId="AD" clId="Web-{FBAE524F-90BC-FEF4-A318-AF36D82DE304}" dt="2026-09-09T17:46:43.291" v="69"/>
            <ac:spMkLst>
              <pc:docMk/>
              <pc:sldMasterMk cId="44649789" sldId="2147483660"/>
              <pc:sldLayoutMk cId="1957307688" sldId="2147483685"/>
              <ac:spMk id="5" creationId="{11FE2933-6B02-0144-BF1A-69A51D5C0313}"/>
            </ac:spMkLst>
          </pc:spChg>
        </pc:sldLayoutChg>
        <pc:sldLayoutChg chg="modSp mod">
          <pc:chgData name="Gustavo Gabriel Chavez" userId="S::gchave28@calpoly.edu::f2e535f8-59a6-42e4-a0ae-09caeef9144c" providerId="AD" clId="Web-{FBAE524F-90BC-FEF4-A318-AF36D82DE304}" dt="2026-09-09T17:46:58.964" v="79"/>
          <pc:sldLayoutMkLst>
            <pc:docMk/>
            <pc:sldMasterMk cId="44649789" sldId="2147483660"/>
            <pc:sldLayoutMk cId="4078964122" sldId="2147483686"/>
          </pc:sldLayoutMkLst>
          <pc:spChg chg="mod">
            <ac:chgData name="Gustavo Gabriel Chavez" userId="S::gchave28@calpoly.edu::f2e535f8-59a6-42e4-a0ae-09caeef9144c" providerId="AD" clId="Web-{FBAE524F-90BC-FEF4-A318-AF36D82DE304}" dt="2026-09-09T17:46:43.291" v="69"/>
            <ac:spMkLst>
              <pc:docMk/>
              <pc:sldMasterMk cId="44649789" sldId="2147483660"/>
              <pc:sldLayoutMk cId="4078964122" sldId="2147483686"/>
              <ac:spMk id="5" creationId="{11FE2933-6B02-0144-BF1A-69A51D5C0313}"/>
            </ac:spMkLst>
          </pc:spChg>
        </pc:sldLayoutChg>
        <pc:sldLayoutChg chg="modSp mod">
          <pc:chgData name="Gustavo Gabriel Chavez" userId="S::gchave28@calpoly.edu::f2e535f8-59a6-42e4-a0ae-09caeef9144c" providerId="AD" clId="Web-{FBAE524F-90BC-FEF4-A318-AF36D82DE304}" dt="2026-09-09T17:46:58.964" v="79"/>
          <pc:sldLayoutMkLst>
            <pc:docMk/>
            <pc:sldMasterMk cId="44649789" sldId="2147483660"/>
            <pc:sldLayoutMk cId="680396927" sldId="2147483687"/>
          </pc:sldLayoutMkLst>
          <pc:spChg chg="mod">
            <ac:chgData name="Gustavo Gabriel Chavez" userId="S::gchave28@calpoly.edu::f2e535f8-59a6-42e4-a0ae-09caeef9144c" providerId="AD" clId="Web-{FBAE524F-90BC-FEF4-A318-AF36D82DE304}" dt="2026-09-09T17:46:43.291" v="69"/>
            <ac:spMkLst>
              <pc:docMk/>
              <pc:sldMasterMk cId="44649789" sldId="2147483660"/>
              <pc:sldLayoutMk cId="680396927" sldId="2147483687"/>
              <ac:spMk id="4" creationId="{BD16ABDF-2326-9E45-8E5D-9E5FC6E22C90}"/>
            </ac:spMkLst>
          </pc:spChg>
        </pc:sldLayoutChg>
        <pc:sldLayoutChg chg="mod">
          <pc:chgData name="Gustavo Gabriel Chavez" userId="S::gchave28@calpoly.edu::f2e535f8-59a6-42e4-a0ae-09caeef9144c" providerId="AD" clId="Web-{FBAE524F-90BC-FEF4-A318-AF36D82DE304}" dt="2026-09-09T17:46:58.964" v="79"/>
          <pc:sldLayoutMkLst>
            <pc:docMk/>
            <pc:sldMasterMk cId="44649789" sldId="2147483660"/>
            <pc:sldLayoutMk cId="614846607" sldId="2147483688"/>
          </pc:sldLayoutMkLst>
        </pc:sldLayoutChg>
        <pc:sldLayoutChg chg="mod">
          <pc:chgData name="Gustavo Gabriel Chavez" userId="S::gchave28@calpoly.edu::f2e535f8-59a6-42e4-a0ae-09caeef9144c" providerId="AD" clId="Web-{FBAE524F-90BC-FEF4-A318-AF36D82DE304}" dt="2026-09-09T17:46:58.964" v="79"/>
          <pc:sldLayoutMkLst>
            <pc:docMk/>
            <pc:sldMasterMk cId="44649789" sldId="2147483660"/>
            <pc:sldLayoutMk cId="4020496264" sldId="2147483689"/>
          </pc:sldLayoutMkLst>
        </pc:sldLayoutChg>
        <pc:sldLayoutChg chg="modSp mod">
          <pc:chgData name="Gustavo Gabriel Chavez" userId="S::gchave28@calpoly.edu::f2e535f8-59a6-42e4-a0ae-09caeef9144c" providerId="AD" clId="Web-{FBAE524F-90BC-FEF4-A318-AF36D82DE304}" dt="2026-09-09T17:46:58.964" v="79"/>
          <pc:sldLayoutMkLst>
            <pc:docMk/>
            <pc:sldMasterMk cId="44649789" sldId="2147483660"/>
            <pc:sldLayoutMk cId="2274065717" sldId="2147483690"/>
          </pc:sldLayoutMkLst>
          <pc:spChg chg="mod">
            <ac:chgData name="Gustavo Gabriel Chavez" userId="S::gchave28@calpoly.edu::f2e535f8-59a6-42e4-a0ae-09caeef9144c" providerId="AD" clId="Web-{FBAE524F-90BC-FEF4-A318-AF36D82DE304}" dt="2026-09-09T17:46:43.291" v="69"/>
            <ac:spMkLst>
              <pc:docMk/>
              <pc:sldMasterMk cId="44649789" sldId="2147483660"/>
              <pc:sldLayoutMk cId="2274065717" sldId="2147483690"/>
              <ac:spMk id="5" creationId="{7AE2E9E9-586D-E749-733C-47775405D399}"/>
            </ac:spMkLst>
          </pc:spChg>
        </pc:sldLayoutChg>
      </pc:sldMasterChg>
    </pc:docChg>
  </pc:docChgLst>
  <pc:docChgLst>
    <pc:chgData name="Cruz Maximiliano Segura" userId="S::cmsegura@calpoly.edu::6171b863-dbee-4fd7-b898-1e3d5587afea" providerId="AD" clId="Web-{287441A1-7455-B70A-FEBF-F9F8C5CA8B2B}"/>
    <pc:docChg chg="modSld sldOrd">
      <pc:chgData name="Cruz Maximiliano Segura" userId="S::cmsegura@calpoly.edu::6171b863-dbee-4fd7-b898-1e3d5587afea" providerId="AD" clId="Web-{287441A1-7455-B70A-FEBF-F9F8C5CA8B2B}" dt="2026-09-19T00:55:54.061" v="489" actId="1076"/>
      <pc:docMkLst>
        <pc:docMk/>
      </pc:docMkLst>
      <pc:sldChg chg="delSp modSp ord">
        <pc:chgData name="Cruz Maximiliano Segura" userId="S::cmsegura@calpoly.edu::6171b863-dbee-4fd7-b898-1e3d5587afea" providerId="AD" clId="Web-{287441A1-7455-B70A-FEBF-F9F8C5CA8B2B}" dt="2026-09-19T00:19:56.109" v="10" actId="14100"/>
        <pc:sldMkLst>
          <pc:docMk/>
          <pc:sldMk cId="953139831" sldId="510"/>
        </pc:sldMkLst>
        <pc:picChg chg="mod">
          <ac:chgData name="Cruz Maximiliano Segura" userId="S::cmsegura@calpoly.edu::6171b863-dbee-4fd7-b898-1e3d5587afea" providerId="AD" clId="Web-{287441A1-7455-B70A-FEBF-F9F8C5CA8B2B}" dt="2026-09-19T00:19:56.109" v="10" actId="14100"/>
          <ac:picMkLst>
            <pc:docMk/>
            <pc:sldMk cId="953139831" sldId="510"/>
            <ac:picMk id="8" creationId="{5A138EF6-B432-D36C-BC5B-0E2082F9E3E6}"/>
          </ac:picMkLst>
        </pc:picChg>
      </pc:sldChg>
      <pc:sldChg chg="addSp delSp modSp">
        <pc:chgData name="Cruz Maximiliano Segura" userId="S::cmsegura@calpoly.edu::6171b863-dbee-4fd7-b898-1e3d5587afea" providerId="AD" clId="Web-{287441A1-7455-B70A-FEBF-F9F8C5CA8B2B}" dt="2026-09-19T00:55:54.061" v="489" actId="1076"/>
        <pc:sldMkLst>
          <pc:docMk/>
          <pc:sldMk cId="3662511843" sldId="513"/>
        </pc:sldMkLst>
        <pc:spChg chg="mod">
          <ac:chgData name="Cruz Maximiliano Segura" userId="S::cmsegura@calpoly.edu::6171b863-dbee-4fd7-b898-1e3d5587afea" providerId="AD" clId="Web-{287441A1-7455-B70A-FEBF-F9F8C5CA8B2B}" dt="2026-09-19T00:48:25.545" v="465" actId="1076"/>
          <ac:spMkLst>
            <pc:docMk/>
            <pc:sldMk cId="3662511843" sldId="513"/>
            <ac:spMk id="2" creationId="{5AE707AB-DA84-C179-A90B-F40D68BC6837}"/>
          </ac:spMkLst>
        </pc:spChg>
        <pc:spChg chg="mod">
          <ac:chgData name="Cruz Maximiliano Segura" userId="S::cmsegura@calpoly.edu::6171b863-dbee-4fd7-b898-1e3d5587afea" providerId="AD" clId="Web-{287441A1-7455-B70A-FEBF-F9F8C5CA8B2B}" dt="2026-09-19T00:38:05.703" v="375" actId="20577"/>
          <ac:spMkLst>
            <pc:docMk/>
            <pc:sldMk cId="3662511843" sldId="513"/>
            <ac:spMk id="6" creationId="{85E50795-240B-1538-27B0-A219C3F0F9BA}"/>
          </ac:spMkLst>
        </pc:spChg>
        <pc:spChg chg="add mod">
          <ac:chgData name="Cruz Maximiliano Segura" userId="S::cmsegura@calpoly.edu::6171b863-dbee-4fd7-b898-1e3d5587afea" providerId="AD" clId="Web-{287441A1-7455-B70A-FEBF-F9F8C5CA8B2B}" dt="2026-09-19T00:43:25.976" v="382" actId="20577"/>
          <ac:spMkLst>
            <pc:docMk/>
            <pc:sldMk cId="3662511843" sldId="513"/>
            <ac:spMk id="7" creationId="{5A4431C4-1BB6-24B8-8F96-E97F4DED121D}"/>
          </ac:spMkLst>
        </pc:spChg>
        <pc:spChg chg="add mod">
          <ac:chgData name="Cruz Maximiliano Segura" userId="S::cmsegura@calpoly.edu::6171b863-dbee-4fd7-b898-1e3d5587afea" providerId="AD" clId="Web-{287441A1-7455-B70A-FEBF-F9F8C5CA8B2B}" dt="2026-09-19T00:48:25.560" v="466" actId="1076"/>
          <ac:spMkLst>
            <pc:docMk/>
            <pc:sldMk cId="3662511843" sldId="513"/>
            <ac:spMk id="12" creationId="{97ED0BF3-58C1-2304-80A9-4B89C305AC0B}"/>
          </ac:spMkLst>
        </pc:spChg>
        <pc:spChg chg="add mod">
          <ac:chgData name="Cruz Maximiliano Segura" userId="S::cmsegura@calpoly.edu::6171b863-dbee-4fd7-b898-1e3d5587afea" providerId="AD" clId="Web-{287441A1-7455-B70A-FEBF-F9F8C5CA8B2B}" dt="2026-09-19T00:48:25.576" v="467" actId="1076"/>
          <ac:spMkLst>
            <pc:docMk/>
            <pc:sldMk cId="3662511843" sldId="513"/>
            <ac:spMk id="13" creationId="{39D41C56-AC00-229F-0DF9-B45D0A69AF09}"/>
          </ac:spMkLst>
        </pc:spChg>
        <pc:spChg chg="add mod">
          <ac:chgData name="Cruz Maximiliano Segura" userId="S::cmsegura@calpoly.edu::6171b863-dbee-4fd7-b898-1e3d5587afea" providerId="AD" clId="Web-{287441A1-7455-B70A-FEBF-F9F8C5CA8B2B}" dt="2026-09-19T00:48:25.576" v="468" actId="1076"/>
          <ac:spMkLst>
            <pc:docMk/>
            <pc:sldMk cId="3662511843" sldId="513"/>
            <ac:spMk id="17" creationId="{7F90C282-2BD8-3CD0-2F98-2F5BC5EEE5B8}"/>
          </ac:spMkLst>
        </pc:spChg>
        <pc:spChg chg="add mod">
          <ac:chgData name="Cruz Maximiliano Segura" userId="S::cmsegura@calpoly.edu::6171b863-dbee-4fd7-b898-1e3d5587afea" providerId="AD" clId="Web-{287441A1-7455-B70A-FEBF-F9F8C5CA8B2B}" dt="2026-09-19T00:47:39.104" v="447" actId="1076"/>
          <ac:spMkLst>
            <pc:docMk/>
            <pc:sldMk cId="3662511843" sldId="513"/>
            <ac:spMk id="18" creationId="{CC0F5D25-3F3B-16B6-E6A7-6FFB62F61F20}"/>
          </ac:spMkLst>
        </pc:spChg>
        <pc:spChg chg="add mod">
          <ac:chgData name="Cruz Maximiliano Segura" userId="S::cmsegura@calpoly.edu::6171b863-dbee-4fd7-b898-1e3d5587afea" providerId="AD" clId="Web-{287441A1-7455-B70A-FEBF-F9F8C5CA8B2B}" dt="2026-09-19T00:44:19.433" v="400" actId="1076"/>
          <ac:spMkLst>
            <pc:docMk/>
            <pc:sldMk cId="3662511843" sldId="513"/>
            <ac:spMk id="19" creationId="{A9BD2958-28D5-F047-88B9-DB6A35A9BE65}"/>
          </ac:spMkLst>
        </pc:spChg>
        <pc:spChg chg="add mod">
          <ac:chgData name="Cruz Maximiliano Segura" userId="S::cmsegura@calpoly.edu::6171b863-dbee-4fd7-b898-1e3d5587afea" providerId="AD" clId="Web-{287441A1-7455-B70A-FEBF-F9F8C5CA8B2B}" dt="2026-09-19T00:47:21.962" v="446" actId="1076"/>
          <ac:spMkLst>
            <pc:docMk/>
            <pc:sldMk cId="3662511843" sldId="513"/>
            <ac:spMk id="22" creationId="{DFA88DC0-DAB1-47F6-DDFD-B343E8957B79}"/>
          </ac:spMkLst>
        </pc:spChg>
        <pc:spChg chg="add mod">
          <ac:chgData name="Cruz Maximiliano Segura" userId="S::cmsegura@calpoly.edu::6171b863-dbee-4fd7-b898-1e3d5587afea" providerId="AD" clId="Web-{287441A1-7455-B70A-FEBF-F9F8C5CA8B2B}" dt="2026-09-19T00:48:32.123" v="469" actId="1076"/>
          <ac:spMkLst>
            <pc:docMk/>
            <pc:sldMk cId="3662511843" sldId="513"/>
            <ac:spMk id="23" creationId="{EB23D0D9-0593-E4D2-0632-8D475C4BDC3F}"/>
          </ac:spMkLst>
        </pc:spChg>
        <pc:spChg chg="add mod">
          <ac:chgData name="Cruz Maximiliano Segura" userId="S::cmsegura@calpoly.edu::6171b863-dbee-4fd7-b898-1e3d5587afea" providerId="AD" clId="Web-{287441A1-7455-B70A-FEBF-F9F8C5CA8B2B}" dt="2026-09-19T00:55:54.061" v="489" actId="1076"/>
          <ac:spMkLst>
            <pc:docMk/>
            <pc:sldMk cId="3662511843" sldId="513"/>
            <ac:spMk id="24" creationId="{6E668567-92E2-F805-134A-EB173D2789F8}"/>
          </ac:spMkLst>
        </pc:spChg>
        <pc:picChg chg="mod">
          <ac:chgData name="Cruz Maximiliano Segura" userId="S::cmsegura@calpoly.edu::6171b863-dbee-4fd7-b898-1e3d5587afea" providerId="AD" clId="Web-{287441A1-7455-B70A-FEBF-F9F8C5CA8B2B}" dt="2026-09-19T00:44:28.653" v="402" actId="1076"/>
          <ac:picMkLst>
            <pc:docMk/>
            <pc:sldMk cId="3662511843" sldId="513"/>
            <ac:picMk id="8" creationId="{54A17CD8-30C7-4B49-920C-E6BDC410A864}"/>
          </ac:picMkLst>
        </pc:picChg>
        <pc:picChg chg="add mod">
          <ac:chgData name="Cruz Maximiliano Segura" userId="S::cmsegura@calpoly.edu::6171b863-dbee-4fd7-b898-1e3d5587afea" providerId="AD" clId="Web-{287441A1-7455-B70A-FEBF-F9F8C5CA8B2B}" dt="2026-09-19T00:44:40.622" v="404" actId="1076"/>
          <ac:picMkLst>
            <pc:docMk/>
            <pc:sldMk cId="3662511843" sldId="513"/>
            <ac:picMk id="9" creationId="{C7BD5196-40F5-0FFD-36D1-7D164B34E157}"/>
          </ac:picMkLst>
        </pc:picChg>
        <pc:picChg chg="mod">
          <ac:chgData name="Cruz Maximiliano Segura" userId="S::cmsegura@calpoly.edu::6171b863-dbee-4fd7-b898-1e3d5587afea" providerId="AD" clId="Web-{287441A1-7455-B70A-FEBF-F9F8C5CA8B2B}" dt="2026-09-19T00:44:10.136" v="397" actId="1076"/>
          <ac:picMkLst>
            <pc:docMk/>
            <pc:sldMk cId="3662511843" sldId="513"/>
            <ac:picMk id="10" creationId="{B7729579-A717-C619-4F1E-CB3A262712CA}"/>
          </ac:picMkLst>
        </pc:picChg>
        <pc:picChg chg="add mod">
          <ac:chgData name="Cruz Maximiliano Segura" userId="S::cmsegura@calpoly.edu::6171b863-dbee-4fd7-b898-1e3d5587afea" providerId="AD" clId="Web-{287441A1-7455-B70A-FEBF-F9F8C5CA8B2B}" dt="2026-09-19T00:44:13.214" v="399" actId="1076"/>
          <ac:picMkLst>
            <pc:docMk/>
            <pc:sldMk cId="3662511843" sldId="513"/>
            <ac:picMk id="11" creationId="{1B75B897-087E-5405-91E3-D9C78FCBA872}"/>
          </ac:picMkLst>
        </pc:picChg>
        <pc:picChg chg="add mod">
          <ac:chgData name="Cruz Maximiliano Segura" userId="S::cmsegura@calpoly.edu::6171b863-dbee-4fd7-b898-1e3d5587afea" providerId="AD" clId="Web-{287441A1-7455-B70A-FEBF-F9F8C5CA8B2B}" dt="2026-09-19T00:46:11.801" v="414" actId="1076"/>
          <ac:picMkLst>
            <pc:docMk/>
            <pc:sldMk cId="3662511843" sldId="513"/>
            <ac:picMk id="20" creationId="{43C0B239-8D8F-81E1-73BA-09DE21BE3752}"/>
          </ac:picMkLst>
        </pc:picChg>
      </pc:sldChg>
    </pc:docChg>
  </pc:docChgLst>
  <pc:docChgLst>
    <pc:chgData name="Guest User" userId="S::urn:spo:tenantanon#1b0d02db-fc9e-4495-9537-1d379cca2ae7::" providerId="AD" clId="Web-{632D9925-958C-8B4D-8BBA-FCFF3291ACBF}"/>
    <pc:docChg chg="modSld">
      <pc:chgData name="Guest User" userId="S::urn:spo:tenantanon#1b0d02db-fc9e-4495-9537-1d379cca2ae7::" providerId="AD" clId="Web-{632D9925-958C-8B4D-8BBA-FCFF3291ACBF}" dt="2026-09-17T02:17:40.889" v="15" actId="1076"/>
      <pc:docMkLst>
        <pc:docMk/>
      </pc:docMkLst>
      <pc:sldChg chg="delSp modSp">
        <pc:chgData name="Guest User" userId="S::urn:spo:tenantanon#1b0d02db-fc9e-4495-9537-1d379cca2ae7::" providerId="AD" clId="Web-{632D9925-958C-8B4D-8BBA-FCFF3291ACBF}" dt="2026-09-17T02:17:40.889" v="15" actId="1076"/>
        <pc:sldMkLst>
          <pc:docMk/>
          <pc:sldMk cId="3921852443" sldId="490"/>
        </pc:sldMkLst>
        <pc:picChg chg="mod">
          <ac:chgData name="Guest User" userId="S::urn:spo:tenantanon#1b0d02db-fc9e-4495-9537-1d379cca2ae7::" providerId="AD" clId="Web-{632D9925-958C-8B4D-8BBA-FCFF3291ACBF}" dt="2026-09-17T02:17:40.889" v="15" actId="1076"/>
          <ac:picMkLst>
            <pc:docMk/>
            <pc:sldMk cId="3921852443" sldId="490"/>
            <ac:picMk id="7" creationId="{A996A560-77A7-BE0C-DB5D-96C1B86A204F}"/>
          </ac:picMkLst>
        </pc:picChg>
      </pc:sldChg>
    </pc:docChg>
  </pc:docChgLst>
  <pc:docChgLst>
    <pc:chgData name="Calla Woodruff Lyons" userId="S::cawoodru@calpoly.edu::7963d992-d501-4e9f-8be3-5aa0a271ec1d" providerId="AD" clId="Web-{85950B9A-89A7-F9F7-A91B-D2F59CB175F4}"/>
    <pc:docChg chg="modSld">
      <pc:chgData name="Calla Woodruff Lyons" userId="S::cawoodru@calpoly.edu::7963d992-d501-4e9f-8be3-5aa0a271ec1d" providerId="AD" clId="Web-{85950B9A-89A7-F9F7-A91B-D2F59CB175F4}" dt="2026-09-17T00:33:58.159" v="97" actId="20577"/>
      <pc:docMkLst>
        <pc:docMk/>
      </pc:docMkLst>
      <pc:sldChg chg="delSp">
        <pc:chgData name="Calla Woodruff Lyons" userId="S::cawoodru@calpoly.edu::7963d992-d501-4e9f-8be3-5aa0a271ec1d" providerId="AD" clId="Web-{85950B9A-89A7-F9F7-A91B-D2F59CB175F4}" dt="2026-09-17T00:31:29.456" v="0"/>
        <pc:sldMkLst>
          <pc:docMk/>
          <pc:sldMk cId="67542657" sldId="504"/>
        </pc:sldMkLst>
      </pc:sldChg>
    </pc:docChg>
  </pc:docChgLst>
  <pc:docChgLst>
    <pc:chgData name="Calla Woodruff Lyons" userId="S::cawoodru@calpoly.edu::7963d992-d501-4e9f-8be3-5aa0a271ec1d" providerId="AD" clId="Web-{B231C629-560B-85E9-2F23-65F17A634490}"/>
    <pc:docChg chg="mod delSld modSld modSection">
      <pc:chgData name="Calla Woodruff Lyons" userId="S::cawoodru@calpoly.edu::7963d992-d501-4e9f-8be3-5aa0a271ec1d" providerId="AD" clId="Web-{B231C629-560B-85E9-2F23-65F17A634490}" dt="2026-09-19T02:14:45.228" v="1191"/>
      <pc:docMkLst>
        <pc:docMk/>
      </pc:docMkLst>
    </pc:docChg>
  </pc:docChgLst>
  <pc:docChgLst>
    <pc:chgData name="Calla Woodruff Lyons" userId="S::cawoodru@calpoly.edu::7963d992-d501-4e9f-8be3-5aa0a271ec1d" providerId="AD" clId="Web-{E4B5B30F-6409-48F6-8869-1D6D6B395BE6}"/>
    <pc:docChg chg="modSld">
      <pc:chgData name="Calla Woodruff Lyons" userId="S::cawoodru@calpoly.edu::7963d992-d501-4e9f-8be3-5aa0a271ec1d" providerId="AD" clId="Web-{E4B5B30F-6409-48F6-8869-1D6D6B395BE6}" dt="2026-09-18T18:00:54.674" v="16" actId="20577"/>
      <pc:docMkLst>
        <pc:docMk/>
      </pc:docMkLst>
      <pc:sldChg chg="modSp">
        <pc:chgData name="Calla Woodruff Lyons" userId="S::cawoodru@calpoly.edu::7963d992-d501-4e9f-8be3-5aa0a271ec1d" providerId="AD" clId="Web-{E4B5B30F-6409-48F6-8869-1D6D6B395BE6}" dt="2026-09-18T18:00:54.674" v="16" actId="20577"/>
        <pc:sldMkLst>
          <pc:docMk/>
          <pc:sldMk cId="661665126" sldId="494"/>
        </pc:sldMkLst>
        <pc:spChg chg="mod">
          <ac:chgData name="Calla Woodruff Lyons" userId="S::cawoodru@calpoly.edu::7963d992-d501-4e9f-8be3-5aa0a271ec1d" providerId="AD" clId="Web-{E4B5B30F-6409-48F6-8869-1D6D6B395BE6}" dt="2026-09-18T18:00:54.674" v="16" actId="20577"/>
          <ac:spMkLst>
            <pc:docMk/>
            <pc:sldMk cId="661665126" sldId="494"/>
            <ac:spMk id="8" creationId="{F1C92BE2-1604-A539-99D5-2B75F6764D36}"/>
          </ac:spMkLst>
        </pc:spChg>
      </pc:sldChg>
    </pc:docChg>
  </pc:docChgLst>
  <pc:docChgLst>
    <pc:chgData name="Guest User" userId="S::urn:spo:tenantanon#1b0d02db-fc9e-4495-9537-1d379cca2ae7::" providerId="AD" clId="Web-{00000000-0000-0000-0000-000000000000}"/>
    <pc:docChg chg="addSld delSld modSld modSection">
      <pc:chgData name="Guest User" userId="S::urn:spo:tenantanon#1b0d02db-fc9e-4495-9537-1d379cca2ae7::" providerId="AD" clId="Web-{00000000-0000-0000-0000-000000000000}" dt="2026-09-19T16:59:36.862" v="341" actId="14100"/>
      <pc:docMkLst>
        <pc:docMk/>
      </pc:docMkLst>
      <pc:sldChg chg="addSp delSp modSp">
        <pc:chgData name="Guest User" userId="S::urn:spo:tenantanon#1b0d02db-fc9e-4495-9537-1d379cca2ae7::" providerId="AD" clId="Web-{00000000-0000-0000-0000-000000000000}" dt="2026-09-19T06:06:15.672" v="308" actId="1076"/>
        <pc:sldMkLst>
          <pc:docMk/>
          <pc:sldMk cId="229681528" sldId="499"/>
        </pc:sldMkLst>
        <pc:picChg chg="add mod modCrop">
          <ac:chgData name="Guest User" userId="S::urn:spo:tenantanon#1b0d02db-fc9e-4495-9537-1d379cca2ae7::" providerId="AD" clId="Web-{00000000-0000-0000-0000-000000000000}" dt="2026-09-19T05:34:36.803" v="69" actId="1076"/>
          <ac:picMkLst>
            <pc:docMk/>
            <pc:sldMk cId="229681528" sldId="499"/>
            <ac:picMk id="3" creationId="{62F96C88-D23E-33DD-054A-44BBC8095AE3}"/>
          </ac:picMkLst>
        </pc:picChg>
        <pc:cxnChg chg="add mod">
          <ac:chgData name="Guest User" userId="S::urn:spo:tenantanon#1b0d02db-fc9e-4495-9537-1d379cca2ae7::" providerId="AD" clId="Web-{00000000-0000-0000-0000-000000000000}" dt="2026-09-19T06:05:33.076" v="299" actId="1076"/>
          <ac:cxnSpMkLst>
            <pc:docMk/>
            <pc:sldMk cId="229681528" sldId="499"/>
            <ac:cxnSpMk id="8" creationId="{A519407A-4E64-FF11-D4DD-0712439E5D88}"/>
          </ac:cxnSpMkLst>
        </pc:cxnChg>
        <pc:cxnChg chg="add mod">
          <ac:chgData name="Guest User" userId="S::urn:spo:tenantanon#1b0d02db-fc9e-4495-9537-1d379cca2ae7::" providerId="AD" clId="Web-{00000000-0000-0000-0000-000000000000}" dt="2026-09-19T06:06:15.672" v="308" actId="1076"/>
          <ac:cxnSpMkLst>
            <pc:docMk/>
            <pc:sldMk cId="229681528" sldId="499"/>
            <ac:cxnSpMk id="10" creationId="{01D04DA8-4B22-E7B5-5873-6FD8CD938D48}"/>
          </ac:cxnSpMkLst>
        </pc:cxnChg>
      </pc:sldChg>
      <pc:sldChg chg="addSp delSp modSp">
        <pc:chgData name="Guest User" userId="S::urn:spo:tenantanon#1b0d02db-fc9e-4495-9537-1d379cca2ae7::" providerId="AD" clId="Web-{00000000-0000-0000-0000-000000000000}" dt="2026-09-19T16:59:36.862" v="341" actId="14100"/>
        <pc:sldMkLst>
          <pc:docMk/>
          <pc:sldMk cId="2638470537" sldId="500"/>
        </pc:sldMkLst>
        <pc:spChg chg="add">
          <ac:chgData name="Guest User" userId="S::urn:spo:tenantanon#1b0d02db-fc9e-4495-9537-1d379cca2ae7::" providerId="AD" clId="Web-{00000000-0000-0000-0000-000000000000}" dt="2026-09-19T05:41:31.694" v="183"/>
          <ac:spMkLst>
            <pc:docMk/>
            <pc:sldMk cId="2638470537" sldId="500"/>
            <ac:spMk id="10" creationId="{E99AD637-1EF3-D709-423D-66E179B04884}"/>
          </ac:spMkLst>
        </pc:spChg>
        <pc:spChg chg="add">
          <ac:chgData name="Guest User" userId="S::urn:spo:tenantanon#1b0d02db-fc9e-4495-9537-1d379cca2ae7::" providerId="AD" clId="Web-{00000000-0000-0000-0000-000000000000}" dt="2026-09-19T05:41:31.709" v="184"/>
          <ac:spMkLst>
            <pc:docMk/>
            <pc:sldMk cId="2638470537" sldId="500"/>
            <ac:spMk id="12" creationId="{45393FBA-8989-23DF-69AF-B509F65C081E}"/>
          </ac:spMkLst>
        </pc:spChg>
        <pc:spChg chg="add">
          <ac:chgData name="Guest User" userId="S::urn:spo:tenantanon#1b0d02db-fc9e-4495-9537-1d379cca2ae7::" providerId="AD" clId="Web-{00000000-0000-0000-0000-000000000000}" dt="2026-09-19T05:41:31.725" v="185"/>
          <ac:spMkLst>
            <pc:docMk/>
            <pc:sldMk cId="2638470537" sldId="500"/>
            <ac:spMk id="14" creationId="{06AA89B1-1241-AC1C-F6C8-886F35BC2640}"/>
          </ac:spMkLst>
        </pc:spChg>
        <pc:spChg chg="mod">
          <ac:chgData name="Guest User" userId="S::urn:spo:tenantanon#1b0d02db-fc9e-4495-9537-1d379cca2ae7::" providerId="AD" clId="Web-{00000000-0000-0000-0000-000000000000}" dt="2026-09-19T05:56:37.259" v="236" actId="1076"/>
          <ac:spMkLst>
            <pc:docMk/>
            <pc:sldMk cId="2638470537" sldId="500"/>
            <ac:spMk id="16" creationId="{CD96A86F-06A4-967A-1EA1-7CC72B94E846}"/>
          </ac:spMkLst>
        </pc:spChg>
        <pc:spChg chg="add">
          <ac:chgData name="Guest User" userId="S::urn:spo:tenantanon#1b0d02db-fc9e-4495-9537-1d379cca2ae7::" providerId="AD" clId="Web-{00000000-0000-0000-0000-000000000000}" dt="2026-09-19T05:41:31.725" v="186"/>
          <ac:spMkLst>
            <pc:docMk/>
            <pc:sldMk cId="2638470537" sldId="500"/>
            <ac:spMk id="17" creationId="{18063A2E-8DF9-260A-F5D3-F0AB2C21FE53}"/>
          </ac:spMkLst>
        </pc:spChg>
        <pc:spChg chg="mod">
          <ac:chgData name="Guest User" userId="S::urn:spo:tenantanon#1b0d02db-fc9e-4495-9537-1d379cca2ae7::" providerId="AD" clId="Web-{00000000-0000-0000-0000-000000000000}" dt="2026-09-19T05:58:14.810" v="262" actId="20577"/>
          <ac:spMkLst>
            <pc:docMk/>
            <pc:sldMk cId="2638470537" sldId="500"/>
            <ac:spMk id="18" creationId="{57259341-9CD9-A07E-0ED2-84C46DD34FA2}"/>
          </ac:spMkLst>
        </pc:spChg>
        <pc:spChg chg="add">
          <ac:chgData name="Guest User" userId="S::urn:spo:tenantanon#1b0d02db-fc9e-4495-9537-1d379cca2ae7::" providerId="AD" clId="Web-{00000000-0000-0000-0000-000000000000}" dt="2026-09-19T05:41:31.741" v="187"/>
          <ac:spMkLst>
            <pc:docMk/>
            <pc:sldMk cId="2638470537" sldId="500"/>
            <ac:spMk id="20" creationId="{3DE05609-5E1D-1700-D4F3-B65B724CB4E5}"/>
          </ac:spMkLst>
        </pc:spChg>
        <pc:spChg chg="mod">
          <ac:chgData name="Guest User" userId="S::urn:spo:tenantanon#1b0d02db-fc9e-4495-9537-1d379cca2ae7::" providerId="AD" clId="Web-{00000000-0000-0000-0000-000000000000}" dt="2026-09-19T05:58:03.653" v="251" actId="1076"/>
          <ac:spMkLst>
            <pc:docMk/>
            <pc:sldMk cId="2638470537" sldId="500"/>
            <ac:spMk id="21" creationId="{D4D15753-84BC-207C-E6B3-EE098E7C264E}"/>
          </ac:spMkLst>
        </pc:spChg>
        <pc:spChg chg="mod">
          <ac:chgData name="Guest User" userId="S::urn:spo:tenantanon#1b0d02db-fc9e-4495-9537-1d379cca2ae7::" providerId="AD" clId="Web-{00000000-0000-0000-0000-000000000000}" dt="2026-09-19T06:31:54.484" v="337" actId="20577"/>
          <ac:spMkLst>
            <pc:docMk/>
            <pc:sldMk cId="2638470537" sldId="500"/>
            <ac:spMk id="22" creationId="{8B2E6874-8BDF-8AE9-10A0-73E8FD0F8832}"/>
          </ac:spMkLst>
        </pc:spChg>
        <pc:spChg chg="add">
          <ac:chgData name="Guest User" userId="S::urn:spo:tenantanon#1b0d02db-fc9e-4495-9537-1d379cca2ae7::" providerId="AD" clId="Web-{00000000-0000-0000-0000-000000000000}" dt="2026-09-19T05:41:31.756" v="188"/>
          <ac:spMkLst>
            <pc:docMk/>
            <pc:sldMk cId="2638470537" sldId="500"/>
            <ac:spMk id="24" creationId="{10A2A8B8-37F6-4FFD-CED3-C7808AC79C14}"/>
          </ac:spMkLst>
        </pc:spChg>
        <pc:spChg chg="add mod">
          <ac:chgData name="Guest User" userId="S::urn:spo:tenantanon#1b0d02db-fc9e-4495-9537-1d379cca2ae7::" providerId="AD" clId="Web-{00000000-0000-0000-0000-000000000000}" dt="2026-09-19T05:58:05.403" v="253" actId="1076"/>
          <ac:spMkLst>
            <pc:docMk/>
            <pc:sldMk cId="2638470537" sldId="500"/>
            <ac:spMk id="28" creationId="{15C8AA25-80E2-270D-E5F3-6E9E7A0B3606}"/>
          </ac:spMkLst>
        </pc:spChg>
        <pc:spChg chg="add mod">
          <ac:chgData name="Guest User" userId="S::urn:spo:tenantanon#1b0d02db-fc9e-4495-9537-1d379cca2ae7::" providerId="AD" clId="Web-{00000000-0000-0000-0000-000000000000}" dt="2026-09-19T05:58:05.419" v="254" actId="1076"/>
          <ac:spMkLst>
            <pc:docMk/>
            <pc:sldMk cId="2638470537" sldId="500"/>
            <ac:spMk id="29" creationId="{EA26A6DE-8144-FEE0-0C83-6E82FCB6E703}"/>
          </ac:spMkLst>
        </pc:spChg>
        <pc:picChg chg="add mod modCrop">
          <ac:chgData name="Guest User" userId="S::urn:spo:tenantanon#1b0d02db-fc9e-4495-9537-1d379cca2ae7::" providerId="AD" clId="Web-{00000000-0000-0000-0000-000000000000}" dt="2026-09-19T16:59:36.862" v="341" actId="14100"/>
          <ac:picMkLst>
            <pc:docMk/>
            <pc:sldMk cId="2638470537" sldId="500"/>
            <ac:picMk id="2" creationId="{F59C5429-C80D-0842-9D33-409E4C72B293}"/>
          </ac:picMkLst>
        </pc:picChg>
        <pc:picChg chg="mod">
          <ac:chgData name="Guest User" userId="S::urn:spo:tenantanon#1b0d02db-fc9e-4495-9537-1d379cca2ae7::" providerId="AD" clId="Web-{00000000-0000-0000-0000-000000000000}" dt="2026-09-19T05:55:54.648" v="202" actId="1076"/>
          <ac:picMkLst>
            <pc:docMk/>
            <pc:sldMk cId="2638470537" sldId="500"/>
            <ac:picMk id="8" creationId="{E784DAC9-63BF-ED8F-2826-5571F9455471}"/>
          </ac:picMkLst>
        </pc:picChg>
        <pc:picChg chg="add mod modCrop">
          <ac:chgData name="Guest User" userId="S::urn:spo:tenantanon#1b0d02db-fc9e-4495-9537-1d379cca2ae7::" providerId="AD" clId="Web-{00000000-0000-0000-0000-000000000000}" dt="2026-09-19T05:55:56.914" v="203" actId="1076"/>
          <ac:picMkLst>
            <pc:docMk/>
            <pc:sldMk cId="2638470537" sldId="500"/>
            <ac:picMk id="25" creationId="{87A9D5A4-9C3B-4B08-BACF-99D1A6A32278}"/>
          </ac:picMkLst>
        </pc:picChg>
      </pc:sldChg>
      <pc:sldChg chg="addSp delSp modSp">
        <pc:chgData name="Guest User" userId="S::urn:spo:tenantanon#1b0d02db-fc9e-4495-9537-1d379cca2ae7::" providerId="AD" clId="Web-{00000000-0000-0000-0000-000000000000}" dt="2026-09-19T06:27:30.644" v="335" actId="1076"/>
        <pc:sldMkLst>
          <pc:docMk/>
          <pc:sldMk cId="2134408668" sldId="509"/>
        </pc:sldMkLst>
        <pc:spChg chg="mod">
          <ac:chgData name="Guest User" userId="S::urn:spo:tenantanon#1b0d02db-fc9e-4495-9537-1d379cca2ae7::" providerId="AD" clId="Web-{00000000-0000-0000-0000-000000000000}" dt="2026-09-19T05:40:47.692" v="172" actId="1076"/>
          <ac:spMkLst>
            <pc:docMk/>
            <pc:sldMk cId="2134408668" sldId="509"/>
            <ac:spMk id="11" creationId="{86C487EA-1325-D956-4058-B63D53A8C17A}"/>
          </ac:spMkLst>
        </pc:spChg>
        <pc:spChg chg="add mod">
          <ac:chgData name="Guest User" userId="S::urn:spo:tenantanon#1b0d02db-fc9e-4495-9537-1d379cca2ae7::" providerId="AD" clId="Web-{00000000-0000-0000-0000-000000000000}" dt="2026-09-19T05:40:52.286" v="174" actId="1076"/>
          <ac:spMkLst>
            <pc:docMk/>
            <pc:sldMk cId="2134408668" sldId="509"/>
            <ac:spMk id="12" creationId="{E122C561-3453-1255-DB3C-A703ED97702F}"/>
          </ac:spMkLst>
        </pc:spChg>
        <pc:spChg chg="mod">
          <ac:chgData name="Guest User" userId="S::urn:spo:tenantanon#1b0d02db-fc9e-4495-9537-1d379cca2ae7::" providerId="AD" clId="Web-{00000000-0000-0000-0000-000000000000}" dt="2026-09-19T05:40:45.723" v="171" actId="1076"/>
          <ac:spMkLst>
            <pc:docMk/>
            <pc:sldMk cId="2134408668" sldId="509"/>
            <ac:spMk id="13" creationId="{017AB176-B7B6-A9D4-2D52-4B516C226EE9}"/>
          </ac:spMkLst>
        </pc:spChg>
        <pc:spChg chg="mod">
          <ac:chgData name="Guest User" userId="S::urn:spo:tenantanon#1b0d02db-fc9e-4495-9537-1d379cca2ae7::" providerId="AD" clId="Web-{00000000-0000-0000-0000-000000000000}" dt="2026-09-19T05:41:19.162" v="177" actId="1076"/>
          <ac:spMkLst>
            <pc:docMk/>
            <pc:sldMk cId="2134408668" sldId="509"/>
            <ac:spMk id="14" creationId="{0EAB2066-2023-90E5-76FE-035B47D0F10B}"/>
          </ac:spMkLst>
        </pc:spChg>
        <pc:spChg chg="mod">
          <ac:chgData name="Guest User" userId="S::urn:spo:tenantanon#1b0d02db-fc9e-4495-9537-1d379cca2ae7::" providerId="AD" clId="Web-{00000000-0000-0000-0000-000000000000}" dt="2026-09-19T06:04:21.746" v="284" actId="1076"/>
          <ac:spMkLst>
            <pc:docMk/>
            <pc:sldMk cId="2134408668" sldId="509"/>
            <ac:spMk id="17" creationId="{B0CE55F3-9312-FC84-B324-26F8D9439F3F}"/>
          </ac:spMkLst>
        </pc:spChg>
        <pc:spChg chg="mod">
          <ac:chgData name="Guest User" userId="S::urn:spo:tenantanon#1b0d02db-fc9e-4495-9537-1d379cca2ae7::" providerId="AD" clId="Web-{00000000-0000-0000-0000-000000000000}" dt="2026-09-19T06:04:21.761" v="285" actId="1076"/>
          <ac:spMkLst>
            <pc:docMk/>
            <pc:sldMk cId="2134408668" sldId="509"/>
            <ac:spMk id="18" creationId="{864A3AC9-B2FD-595A-F884-DA3240418E39}"/>
          </ac:spMkLst>
        </pc:spChg>
        <pc:spChg chg="mod">
          <ac:chgData name="Guest User" userId="S::urn:spo:tenantanon#1b0d02db-fc9e-4495-9537-1d379cca2ae7::" providerId="AD" clId="Web-{00000000-0000-0000-0000-000000000000}" dt="2026-09-19T06:04:21.777" v="286" actId="1076"/>
          <ac:spMkLst>
            <pc:docMk/>
            <pc:sldMk cId="2134408668" sldId="509"/>
            <ac:spMk id="19" creationId="{865ED371-2606-4C80-E625-39336B4C515E}"/>
          </ac:spMkLst>
        </pc:spChg>
        <pc:spChg chg="mod">
          <ac:chgData name="Guest User" userId="S::urn:spo:tenantanon#1b0d02db-fc9e-4495-9537-1d379cca2ae7::" providerId="AD" clId="Web-{00000000-0000-0000-0000-000000000000}" dt="2026-09-19T06:04:21.792" v="287" actId="1076"/>
          <ac:spMkLst>
            <pc:docMk/>
            <pc:sldMk cId="2134408668" sldId="509"/>
            <ac:spMk id="20" creationId="{525DE0B3-64E0-78ED-C3DD-ABE200F10839}"/>
          </ac:spMkLst>
        </pc:spChg>
        <pc:spChg chg="mod">
          <ac:chgData name="Guest User" userId="S::urn:spo:tenantanon#1b0d02db-fc9e-4495-9537-1d379cca2ae7::" providerId="AD" clId="Web-{00000000-0000-0000-0000-000000000000}" dt="2026-09-19T06:04:21.808" v="288" actId="1076"/>
          <ac:spMkLst>
            <pc:docMk/>
            <pc:sldMk cId="2134408668" sldId="509"/>
            <ac:spMk id="21" creationId="{CB7898A3-51E2-E4CE-5351-017D535CC6BC}"/>
          </ac:spMkLst>
        </pc:spChg>
        <pc:spChg chg="mod">
          <ac:chgData name="Guest User" userId="S::urn:spo:tenantanon#1b0d02db-fc9e-4495-9537-1d379cca2ae7::" providerId="AD" clId="Web-{00000000-0000-0000-0000-000000000000}" dt="2026-09-19T06:21:59.614" v="314" actId="20577"/>
          <ac:spMkLst>
            <pc:docMk/>
            <pc:sldMk cId="2134408668" sldId="509"/>
            <ac:spMk id="22" creationId="{68B8272E-5E6B-960C-889A-8D0EBD3AA90B}"/>
          </ac:spMkLst>
        </pc:spChg>
        <pc:spChg chg="mod">
          <ac:chgData name="Guest User" userId="S::urn:spo:tenantanon#1b0d02db-fc9e-4495-9537-1d379cca2ae7::" providerId="AD" clId="Web-{00000000-0000-0000-0000-000000000000}" dt="2026-09-17T02:25:24.349" v="55" actId="1076"/>
          <ac:spMkLst>
            <pc:docMk/>
            <pc:sldMk cId="2134408668" sldId="509"/>
            <ac:spMk id="23" creationId="{64DAD4ED-EB42-DD26-5814-3A0959353C0E}"/>
          </ac:spMkLst>
        </pc:spChg>
        <pc:spChg chg="mod">
          <ac:chgData name="Guest User" userId="S::urn:spo:tenantanon#1b0d02db-fc9e-4495-9537-1d379cca2ae7::" providerId="AD" clId="Web-{00000000-0000-0000-0000-000000000000}" dt="2026-09-19T05:38:25.984" v="120" actId="20577"/>
          <ac:spMkLst>
            <pc:docMk/>
            <pc:sldMk cId="2134408668" sldId="509"/>
            <ac:spMk id="24" creationId="{C87D9FF3-710C-B64C-70B5-FADDE9E58EC5}"/>
          </ac:spMkLst>
        </pc:spChg>
        <pc:spChg chg="mod">
          <ac:chgData name="Guest User" userId="S::urn:spo:tenantanon#1b0d02db-fc9e-4495-9537-1d379cca2ae7::" providerId="AD" clId="Web-{00000000-0000-0000-0000-000000000000}" dt="2026-09-19T06:01:38.193" v="269" actId="20577"/>
          <ac:spMkLst>
            <pc:docMk/>
            <pc:sldMk cId="2134408668" sldId="509"/>
            <ac:spMk id="25" creationId="{5B89098B-8363-230B-B907-DF6BE0720A4B}"/>
          </ac:spMkLst>
        </pc:spChg>
        <pc:spChg chg="mod">
          <ac:chgData name="Guest User" userId="S::urn:spo:tenantanon#1b0d02db-fc9e-4495-9537-1d379cca2ae7::" providerId="AD" clId="Web-{00000000-0000-0000-0000-000000000000}" dt="2026-09-17T02:24:42.488" v="43" actId="1076"/>
          <ac:spMkLst>
            <pc:docMk/>
            <pc:sldMk cId="2134408668" sldId="509"/>
            <ac:spMk id="26" creationId="{C7614C71-86E2-F468-D44C-A0C54E26B466}"/>
          </ac:spMkLst>
        </pc:spChg>
        <pc:spChg chg="mod">
          <ac:chgData name="Guest User" userId="S::urn:spo:tenantanon#1b0d02db-fc9e-4495-9537-1d379cca2ae7::" providerId="AD" clId="Web-{00000000-0000-0000-0000-000000000000}" dt="2026-09-19T05:40:28.019" v="165" actId="1076"/>
          <ac:spMkLst>
            <pc:docMk/>
            <pc:sldMk cId="2134408668" sldId="509"/>
            <ac:spMk id="27" creationId="{14E0269B-897E-3F74-AF22-A69C7A8F8E22}"/>
          </ac:spMkLst>
        </pc:spChg>
        <pc:spChg chg="mod">
          <ac:chgData name="Guest User" userId="S::urn:spo:tenantanon#1b0d02db-fc9e-4495-9537-1d379cca2ae7::" providerId="AD" clId="Web-{00000000-0000-0000-0000-000000000000}" dt="2026-09-19T05:40:50.255" v="173" actId="1076"/>
          <ac:spMkLst>
            <pc:docMk/>
            <pc:sldMk cId="2134408668" sldId="509"/>
            <ac:spMk id="28" creationId="{93C1D469-38AA-E587-F50F-7BF3239D39A8}"/>
          </ac:spMkLst>
        </pc:spChg>
        <pc:spChg chg="add mod">
          <ac:chgData name="Guest User" userId="S::urn:spo:tenantanon#1b0d02db-fc9e-4495-9537-1d379cca2ae7::" providerId="AD" clId="Web-{00000000-0000-0000-0000-000000000000}" dt="2026-09-19T06:27:30.644" v="335" actId="1076"/>
          <ac:spMkLst>
            <pc:docMk/>
            <pc:sldMk cId="2134408668" sldId="509"/>
            <ac:spMk id="32" creationId="{A11D162B-667F-696E-09CB-70213FA2DCBF}"/>
          </ac:spMkLst>
        </pc:spChg>
        <pc:picChg chg="mod">
          <ac:chgData name="Guest User" userId="S::urn:spo:tenantanon#1b0d02db-fc9e-4495-9537-1d379cca2ae7::" providerId="AD" clId="Web-{00000000-0000-0000-0000-000000000000}" dt="2026-09-19T05:35:55.822" v="88" actId="1076"/>
          <ac:picMkLst>
            <pc:docMk/>
            <pc:sldMk cId="2134408668" sldId="509"/>
            <ac:picMk id="8" creationId="{7D8986F7-BDDE-1FBF-32AE-4D0AE20506E4}"/>
          </ac:picMkLst>
        </pc:picChg>
        <pc:picChg chg="add mod modCrop">
          <ac:chgData name="Guest User" userId="S::urn:spo:tenantanon#1b0d02db-fc9e-4495-9537-1d379cca2ae7::" providerId="AD" clId="Web-{00000000-0000-0000-0000-000000000000}" dt="2026-09-19T05:35:51.431" v="86" actId="14100"/>
          <ac:picMkLst>
            <pc:docMk/>
            <pc:sldMk cId="2134408668" sldId="509"/>
            <ac:picMk id="9" creationId="{AC6A48D1-EA37-9425-CB6F-F3B938AB11D9}"/>
          </ac:picMkLst>
        </pc:picChg>
        <pc:picChg chg="add mod modCrop">
          <ac:chgData name="Guest User" userId="S::urn:spo:tenantanon#1b0d02db-fc9e-4495-9537-1d379cca2ae7::" providerId="AD" clId="Web-{00000000-0000-0000-0000-000000000000}" dt="2026-09-19T05:35:47.353" v="85" actId="1076"/>
          <ac:picMkLst>
            <pc:docMk/>
            <pc:sldMk cId="2134408668" sldId="509"/>
            <ac:picMk id="10" creationId="{7AE9F7AB-99CA-008C-E74B-CF81499BE137}"/>
          </ac:picMkLst>
        </pc:picChg>
        <pc:picChg chg="add mod modCrop">
          <ac:chgData name="Guest User" userId="S::urn:spo:tenantanon#1b0d02db-fc9e-4495-9537-1d379cca2ae7::" providerId="AD" clId="Web-{00000000-0000-0000-0000-000000000000}" dt="2026-09-19T06:04:17.183" v="283" actId="1076"/>
          <ac:picMkLst>
            <pc:docMk/>
            <pc:sldMk cId="2134408668" sldId="509"/>
            <ac:picMk id="30" creationId="{7A350E97-A513-A042-1CE1-3E64D77F1B57}"/>
          </ac:picMkLst>
        </pc:picChg>
        <pc:cxnChg chg="add mod">
          <ac:chgData name="Guest User" userId="S::urn:spo:tenantanon#1b0d02db-fc9e-4495-9537-1d379cca2ae7::" providerId="AD" clId="Web-{00000000-0000-0000-0000-000000000000}" dt="2026-09-19T06:27:05.065" v="321"/>
          <ac:cxnSpMkLst>
            <pc:docMk/>
            <pc:sldMk cId="2134408668" sldId="509"/>
            <ac:cxnSpMk id="31" creationId="{E1B3401A-EF94-12A3-5781-012859B6AA74}"/>
          </ac:cxnSpMkLst>
        </pc:cxnChg>
      </pc:sldChg>
    </pc:docChg>
  </pc:docChgLst>
  <pc:docChgLst>
    <pc:chgData name="Raymond Lopez" userId="S::rlope122@calpoly.edu::c4c9231f-ca51-4b92-8dea-8604c66d08ec" providerId="AD" clId="Web-{A4544871-85B9-6BAD-80C1-BA9E3E89588E}"/>
    <pc:docChg chg="mod modSld">
      <pc:chgData name="Raymond Lopez" userId="S::rlope122@calpoly.edu::c4c9231f-ca51-4b92-8dea-8604c66d08ec" providerId="AD" clId="Web-{A4544871-85B9-6BAD-80C1-BA9E3E89588E}" dt="2026-09-19T03:54:32.605" v="872"/>
      <pc:docMkLst>
        <pc:docMk/>
      </pc:docMkLst>
      <pc:sldChg chg="modSp">
        <pc:chgData name="Raymond Lopez" userId="S::rlope122@calpoly.edu::c4c9231f-ca51-4b92-8dea-8604c66d08ec" providerId="AD" clId="Web-{A4544871-85B9-6BAD-80C1-BA9E3E89588E}" dt="2026-09-19T03:54:32.605" v="872"/>
        <pc:sldMkLst>
          <pc:docMk/>
          <pc:sldMk cId="67542657" sldId="504"/>
        </pc:sldMkLst>
        <pc:spChg chg="mod">
          <ac:chgData name="Raymond Lopez" userId="S::rlope122@calpoly.edu::c4c9231f-ca51-4b92-8dea-8604c66d08ec" providerId="AD" clId="Web-{A4544871-85B9-6BAD-80C1-BA9E3E89588E}" dt="2026-09-19T02:33:56.847" v="6" actId="20577"/>
          <ac:spMkLst>
            <pc:docMk/>
            <pc:sldMk cId="67542657" sldId="504"/>
            <ac:spMk id="2" creationId="{62E01928-528A-5868-67E3-20D1BCA13C19}"/>
          </ac:spMkLst>
        </pc:spChg>
        <pc:spChg chg="mod">
          <ac:chgData name="Raymond Lopez" userId="S::rlope122@calpoly.edu::c4c9231f-ca51-4b92-8dea-8604c66d08ec" providerId="AD" clId="Web-{A4544871-85B9-6BAD-80C1-BA9E3E89588E}" dt="2026-09-19T02:34:18.863" v="14" actId="20577"/>
          <ac:spMkLst>
            <pc:docMk/>
            <pc:sldMk cId="67542657" sldId="504"/>
            <ac:spMk id="4" creationId="{50DEC104-2A25-B23B-48BF-37FCCA89903F}"/>
          </ac:spMkLst>
        </pc:spChg>
        <pc:spChg chg="mod">
          <ac:chgData name="Raymond Lopez" userId="S::rlope122@calpoly.edu::c4c9231f-ca51-4b92-8dea-8604c66d08ec" providerId="AD" clId="Web-{A4544871-85B9-6BAD-80C1-BA9E3E89588E}" dt="2026-09-19T03:14:45.201" v="309" actId="14100"/>
          <ac:spMkLst>
            <pc:docMk/>
            <pc:sldMk cId="67542657" sldId="504"/>
            <ac:spMk id="6" creationId="{11D6C00B-EE17-1A87-186F-6D012382DBBF}"/>
          </ac:spMkLst>
        </pc:spChg>
        <pc:graphicFrameChg chg="mod modGraphic">
          <ac:chgData name="Raymond Lopez" userId="S::rlope122@calpoly.edu::c4c9231f-ca51-4b92-8dea-8604c66d08ec" providerId="AD" clId="Web-{A4544871-85B9-6BAD-80C1-BA9E3E89588E}" dt="2026-09-19T03:54:32.605" v="872"/>
          <ac:graphicFrameMkLst>
            <pc:docMk/>
            <pc:sldMk cId="67542657" sldId="504"/>
            <ac:graphicFrameMk id="14" creationId="{29028766-7CC4-133A-BE5E-4EE9445F39AC}"/>
          </ac:graphicFrameMkLst>
        </pc:graphicFrameChg>
      </pc:sldChg>
    </pc:docChg>
  </pc:docChgLst>
  <pc:docChgLst>
    <pc:chgData name="Guest User" userId="S::urn:spo:tenantanon#1b0d02db-fc9e-4495-9537-1d379cca2ae7::" providerId="AD" clId="Web-{2F40D1BA-6317-97F4-4F0A-227FDBA109D7}"/>
    <pc:docChg chg="addSld modSld sldOrd modSection">
      <pc:chgData name="Guest User" userId="S::urn:spo:tenantanon#1b0d02db-fc9e-4495-9537-1d379cca2ae7::" providerId="AD" clId="Web-{2F40D1BA-6317-97F4-4F0A-227FDBA109D7}" dt="2026-09-14T01:31:51.784" v="638" actId="20577"/>
      <pc:docMkLst>
        <pc:docMk/>
      </pc:docMkLst>
      <pc:sldChg chg="addSp modSp">
        <pc:chgData name="Guest User" userId="S::urn:spo:tenantanon#1b0d02db-fc9e-4495-9537-1d379cca2ae7::" providerId="AD" clId="Web-{2F40D1BA-6317-97F4-4F0A-227FDBA109D7}" dt="2026-09-14T00:19:37.327" v="39" actId="20577"/>
        <pc:sldMkLst>
          <pc:docMk/>
          <pc:sldMk cId="1640658682" sldId="498"/>
        </pc:sldMkLst>
        <pc:spChg chg="add mod">
          <ac:chgData name="Guest User" userId="S::urn:spo:tenantanon#1b0d02db-fc9e-4495-9537-1d379cca2ae7::" providerId="AD" clId="Web-{2F40D1BA-6317-97F4-4F0A-227FDBA109D7}" dt="2026-09-14T00:19:37.327" v="39" actId="20577"/>
          <ac:spMkLst>
            <pc:docMk/>
            <pc:sldMk cId="1640658682" sldId="498"/>
            <ac:spMk id="5" creationId="{4ACA866B-D462-46FA-F3C8-F863005293DD}"/>
          </ac:spMkLst>
        </pc:spChg>
        <pc:spChg chg="mod">
          <ac:chgData name="Guest User" userId="S::urn:spo:tenantanon#1b0d02db-fc9e-4495-9537-1d379cca2ae7::" providerId="AD" clId="Web-{2F40D1BA-6317-97F4-4F0A-227FDBA109D7}" dt="2026-09-14T00:18:21.481" v="2" actId="1076"/>
          <ac:spMkLst>
            <pc:docMk/>
            <pc:sldMk cId="1640658682" sldId="498"/>
            <ac:spMk id="12" creationId="{06918B71-B836-93A9-FEF5-BF30FB7423E7}"/>
          </ac:spMkLst>
        </pc:spChg>
        <pc:spChg chg="mod">
          <ac:chgData name="Guest User" userId="S::urn:spo:tenantanon#1b0d02db-fc9e-4495-9537-1d379cca2ae7::" providerId="AD" clId="Web-{2F40D1BA-6317-97F4-4F0A-227FDBA109D7}" dt="2026-09-14T00:18:21.496" v="3" actId="1076"/>
          <ac:spMkLst>
            <pc:docMk/>
            <pc:sldMk cId="1640658682" sldId="498"/>
            <ac:spMk id="13" creationId="{D30B5417-544C-E7D9-FD72-95066607463D}"/>
          </ac:spMkLst>
        </pc:spChg>
        <pc:spChg chg="mod">
          <ac:chgData name="Guest User" userId="S::urn:spo:tenantanon#1b0d02db-fc9e-4495-9537-1d379cca2ae7::" providerId="AD" clId="Web-{2F40D1BA-6317-97F4-4F0A-227FDBA109D7}" dt="2026-09-14T00:19:24.498" v="26" actId="1076"/>
          <ac:spMkLst>
            <pc:docMk/>
            <pc:sldMk cId="1640658682" sldId="498"/>
            <ac:spMk id="14" creationId="{6B96F190-C550-CCAF-C408-CF4EE8439468}"/>
          </ac:spMkLst>
        </pc:spChg>
        <pc:picChg chg="add mod modCrop">
          <ac:chgData name="Guest User" userId="S::urn:spo:tenantanon#1b0d02db-fc9e-4495-9537-1d379cca2ae7::" providerId="AD" clId="Web-{2F40D1BA-6317-97F4-4F0A-227FDBA109D7}" dt="2026-09-14T00:19:20.732" v="25" actId="1076"/>
          <ac:picMkLst>
            <pc:docMk/>
            <pc:sldMk cId="1640658682" sldId="498"/>
            <ac:picMk id="3" creationId="{73FB8A73-EEAC-1979-DDD7-472C0CED708F}"/>
          </ac:picMkLst>
        </pc:picChg>
        <pc:picChg chg="mod">
          <ac:chgData name="Guest User" userId="S::urn:spo:tenantanon#1b0d02db-fc9e-4495-9537-1d379cca2ae7::" providerId="AD" clId="Web-{2F40D1BA-6317-97F4-4F0A-227FDBA109D7}" dt="2026-09-14T00:19:06.435" v="21" actId="1076"/>
          <ac:picMkLst>
            <pc:docMk/>
            <pc:sldMk cId="1640658682" sldId="498"/>
            <ac:picMk id="4" creationId="{D54582CD-9AE8-BBEC-5059-5ADA593FAB29}"/>
          </ac:picMkLst>
        </pc:picChg>
        <pc:picChg chg="mod">
          <ac:chgData name="Guest User" userId="S::urn:spo:tenantanon#1b0d02db-fc9e-4495-9537-1d379cca2ae7::" providerId="AD" clId="Web-{2F40D1BA-6317-97F4-4F0A-227FDBA109D7}" dt="2026-09-14T00:19:08.623" v="22" actId="1076"/>
          <ac:picMkLst>
            <pc:docMk/>
            <pc:sldMk cId="1640658682" sldId="498"/>
            <ac:picMk id="6" creationId="{CE0EEC7E-0AD0-FCDB-0A75-CE3F372F91BC}"/>
          </ac:picMkLst>
        </pc:picChg>
        <pc:picChg chg="mod modCrop">
          <ac:chgData name="Guest User" userId="S::urn:spo:tenantanon#1b0d02db-fc9e-4495-9537-1d379cca2ae7::" providerId="AD" clId="Web-{2F40D1BA-6317-97F4-4F0A-227FDBA109D7}" dt="2026-09-14T00:19:10.904" v="23" actId="1076"/>
          <ac:picMkLst>
            <pc:docMk/>
            <pc:sldMk cId="1640658682" sldId="498"/>
            <ac:picMk id="8" creationId="{DA9AC878-C041-EBD5-530C-6CDF398D4461}"/>
          </ac:picMkLst>
        </pc:picChg>
      </pc:sldChg>
      <pc:sldChg chg="addSp delSp modSp">
        <pc:chgData name="Guest User" userId="S::urn:spo:tenantanon#1b0d02db-fc9e-4495-9537-1d379cca2ae7::" providerId="AD" clId="Web-{2F40D1BA-6317-97F4-4F0A-227FDBA109D7}" dt="2026-09-14T01:27:12.331" v="555" actId="1076"/>
        <pc:sldMkLst>
          <pc:docMk/>
          <pc:sldMk cId="229681528" sldId="499"/>
        </pc:sldMkLst>
        <pc:picChg chg="add mod modCrop">
          <ac:chgData name="Guest User" userId="S::urn:spo:tenantanon#1b0d02db-fc9e-4495-9537-1d379cca2ae7::" providerId="AD" clId="Web-{2F40D1BA-6317-97F4-4F0A-227FDBA109D7}" dt="2026-09-14T01:26:51.548" v="549" actId="1076"/>
          <ac:picMkLst>
            <pc:docMk/>
            <pc:sldMk cId="229681528" sldId="499"/>
            <ac:picMk id="4" creationId="{F92142D1-0AEB-19BB-3AEF-D91D5A55E52D}"/>
          </ac:picMkLst>
        </pc:picChg>
        <pc:picChg chg="add mod modCrop">
          <ac:chgData name="Guest User" userId="S::urn:spo:tenantanon#1b0d02db-fc9e-4495-9537-1d379cca2ae7::" providerId="AD" clId="Web-{2F40D1BA-6317-97F4-4F0A-227FDBA109D7}" dt="2026-09-14T01:26:54.955" v="551" actId="1076"/>
          <ac:picMkLst>
            <pc:docMk/>
            <pc:sldMk cId="229681528" sldId="499"/>
            <ac:picMk id="7" creationId="{1A2B0BF8-22B3-338B-1296-169ADDE2BA10}"/>
          </ac:picMkLst>
        </pc:picChg>
        <pc:picChg chg="mod">
          <ac:chgData name="Guest User" userId="S::urn:spo:tenantanon#1b0d02db-fc9e-4495-9537-1d379cca2ae7::" providerId="AD" clId="Web-{2F40D1BA-6317-97F4-4F0A-227FDBA109D7}" dt="2026-09-14T01:26:42.954" v="544" actId="1076"/>
          <ac:picMkLst>
            <pc:docMk/>
            <pc:sldMk cId="229681528" sldId="499"/>
            <ac:picMk id="15" creationId="{391AF9E7-E779-68BF-A20A-094C90315E57}"/>
          </ac:picMkLst>
        </pc:picChg>
        <pc:inkChg chg="add mod">
          <ac:chgData name="Guest User" userId="S::urn:spo:tenantanon#1b0d02db-fc9e-4495-9537-1d379cca2ae7::" providerId="AD" clId="Web-{2F40D1BA-6317-97F4-4F0A-227FDBA109D7}" dt="2026-09-14T01:27:07.096" v="554" actId="1076"/>
          <ac:inkMkLst>
            <pc:docMk/>
            <pc:sldMk cId="229681528" sldId="499"/>
            <ac:inkMk id="17" creationId="{E7C96583-74A1-B0ED-5DF4-F83F3E36984D}"/>
          </ac:inkMkLst>
        </pc:inkChg>
      </pc:sldChg>
      <pc:sldChg chg="addSp delSp modSp ord">
        <pc:chgData name="Guest User" userId="S::urn:spo:tenantanon#1b0d02db-fc9e-4495-9537-1d379cca2ae7::" providerId="AD" clId="Web-{2F40D1BA-6317-97F4-4F0A-227FDBA109D7}" dt="2026-09-14T01:29:12.246" v="602" actId="20577"/>
        <pc:sldMkLst>
          <pc:docMk/>
          <pc:sldMk cId="2638470537" sldId="500"/>
        </pc:sldMkLst>
        <pc:spChg chg="mod">
          <ac:chgData name="Guest User" userId="S::urn:spo:tenantanon#1b0d02db-fc9e-4495-9537-1d379cca2ae7::" providerId="AD" clId="Web-{2F40D1BA-6317-97F4-4F0A-227FDBA109D7}" dt="2026-09-14T01:29:12.246" v="602" actId="20577"/>
          <ac:spMkLst>
            <pc:docMk/>
            <pc:sldMk cId="2638470537" sldId="500"/>
            <ac:spMk id="6" creationId="{AAC32BCB-7E6A-CDEF-2310-FFE3798F039E}"/>
          </ac:spMkLst>
        </pc:spChg>
        <pc:spChg chg="add mod">
          <ac:chgData name="Guest User" userId="S::urn:spo:tenantanon#1b0d02db-fc9e-4495-9537-1d379cca2ae7::" providerId="AD" clId="Web-{2F40D1BA-6317-97F4-4F0A-227FDBA109D7}" dt="2026-09-14T01:19:29.004" v="428" actId="1076"/>
          <ac:spMkLst>
            <pc:docMk/>
            <pc:sldMk cId="2638470537" sldId="500"/>
            <ac:spMk id="16" creationId="{CD96A86F-06A4-967A-1EA1-7CC72B94E846}"/>
          </ac:spMkLst>
        </pc:spChg>
        <pc:spChg chg="add mod">
          <ac:chgData name="Guest User" userId="S::urn:spo:tenantanon#1b0d02db-fc9e-4495-9537-1d379cca2ae7::" providerId="AD" clId="Web-{2F40D1BA-6317-97F4-4F0A-227FDBA109D7}" dt="2026-09-14T01:19:55.192" v="435" actId="20577"/>
          <ac:spMkLst>
            <pc:docMk/>
            <pc:sldMk cId="2638470537" sldId="500"/>
            <ac:spMk id="18" creationId="{57259341-9CD9-A07E-0ED2-84C46DD34FA2}"/>
          </ac:spMkLst>
        </pc:spChg>
        <pc:spChg chg="add mod">
          <ac:chgData name="Guest User" userId="S::urn:spo:tenantanon#1b0d02db-fc9e-4495-9537-1d379cca2ae7::" providerId="AD" clId="Web-{2F40D1BA-6317-97F4-4F0A-227FDBA109D7}" dt="2026-09-14T01:21:49.147" v="468" actId="1076"/>
          <ac:spMkLst>
            <pc:docMk/>
            <pc:sldMk cId="2638470537" sldId="500"/>
            <ac:spMk id="21" creationId="{D4D15753-84BC-207C-E6B3-EE098E7C264E}"/>
          </ac:spMkLst>
        </pc:spChg>
        <pc:spChg chg="add mod">
          <ac:chgData name="Guest User" userId="S::urn:spo:tenantanon#1b0d02db-fc9e-4495-9537-1d379cca2ae7::" providerId="AD" clId="Web-{2F40D1BA-6317-97F4-4F0A-227FDBA109D7}" dt="2026-09-14T01:22:00.038" v="473" actId="1076"/>
          <ac:spMkLst>
            <pc:docMk/>
            <pc:sldMk cId="2638470537" sldId="500"/>
            <ac:spMk id="22" creationId="{8B2E6874-8BDF-8AE9-10A0-73E8FD0F8832}"/>
          </ac:spMkLst>
        </pc:spChg>
        <pc:picChg chg="mod modCrop">
          <ac:chgData name="Guest User" userId="S::urn:spo:tenantanon#1b0d02db-fc9e-4495-9537-1d379cca2ae7::" providerId="AD" clId="Web-{2F40D1BA-6317-97F4-4F0A-227FDBA109D7}" dt="2026-09-14T01:19:08.379" v="419" actId="1076"/>
          <ac:picMkLst>
            <pc:docMk/>
            <pc:sldMk cId="2638470537" sldId="500"/>
            <ac:picMk id="8" creationId="{E784DAC9-63BF-ED8F-2826-5571F9455471}"/>
          </ac:picMkLst>
        </pc:picChg>
      </pc:sldChg>
      <pc:sldChg chg="addSp delSp modSp">
        <pc:chgData name="Guest User" userId="S::urn:spo:tenantanon#1b0d02db-fc9e-4495-9537-1d379cca2ae7::" providerId="AD" clId="Web-{2F40D1BA-6317-97F4-4F0A-227FDBA109D7}" dt="2026-09-14T01:27:35.333" v="559" actId="1076"/>
        <pc:sldMkLst>
          <pc:docMk/>
          <pc:sldMk cId="2134408668" sldId="509"/>
        </pc:sldMkLst>
        <pc:spChg chg="mod">
          <ac:chgData name="Guest User" userId="S::urn:spo:tenantanon#1b0d02db-fc9e-4495-9537-1d379cca2ae7::" providerId="AD" clId="Web-{2F40D1BA-6317-97F4-4F0A-227FDBA109D7}" dt="2026-09-14T00:56:54.319" v="129" actId="20577"/>
          <ac:spMkLst>
            <pc:docMk/>
            <pc:sldMk cId="2134408668" sldId="509"/>
            <ac:spMk id="6" creationId="{B572B533-75AA-172B-5B61-C19EC21E1C5A}"/>
          </ac:spMkLst>
        </pc:spChg>
        <pc:spChg chg="add mod">
          <ac:chgData name="Guest User" userId="S::urn:spo:tenantanon#1b0d02db-fc9e-4495-9537-1d379cca2ae7::" providerId="AD" clId="Web-{2F40D1BA-6317-97F4-4F0A-227FDBA109D7}" dt="2026-09-14T01:27:33.505" v="558" actId="1076"/>
          <ac:spMkLst>
            <pc:docMk/>
            <pc:sldMk cId="2134408668" sldId="509"/>
            <ac:spMk id="11" creationId="{86C487EA-1325-D956-4058-B63D53A8C17A}"/>
          </ac:spMkLst>
        </pc:spChg>
        <pc:spChg chg="add mod">
          <ac:chgData name="Guest User" userId="S::urn:spo:tenantanon#1b0d02db-fc9e-4495-9537-1d379cca2ae7::" providerId="AD" clId="Web-{2F40D1BA-6317-97F4-4F0A-227FDBA109D7}" dt="2026-09-14T01:27:35.333" v="559" actId="1076"/>
          <ac:spMkLst>
            <pc:docMk/>
            <pc:sldMk cId="2134408668" sldId="509"/>
            <ac:spMk id="13" creationId="{017AB176-B7B6-A9D4-2D52-4B516C226EE9}"/>
          </ac:spMkLst>
        </pc:spChg>
        <pc:spChg chg="add mod">
          <ac:chgData name="Guest User" userId="S::urn:spo:tenantanon#1b0d02db-fc9e-4495-9537-1d379cca2ae7::" providerId="AD" clId="Web-{2F40D1BA-6317-97F4-4F0A-227FDBA109D7}" dt="2026-09-14T01:27:25.504" v="556" actId="1076"/>
          <ac:spMkLst>
            <pc:docMk/>
            <pc:sldMk cId="2134408668" sldId="509"/>
            <ac:spMk id="14" creationId="{0EAB2066-2023-90E5-76FE-035B47D0F10B}"/>
          </ac:spMkLst>
        </pc:spChg>
        <pc:spChg chg="add mod">
          <ac:chgData name="Guest User" userId="S::urn:spo:tenantanon#1b0d02db-fc9e-4495-9537-1d379cca2ae7::" providerId="AD" clId="Web-{2F40D1BA-6317-97F4-4F0A-227FDBA109D7}" dt="2026-09-14T01:18:00.362" v="406" actId="1076"/>
          <ac:spMkLst>
            <pc:docMk/>
            <pc:sldMk cId="2134408668" sldId="509"/>
            <ac:spMk id="17" creationId="{B0CE55F3-9312-FC84-B324-26F8D9439F3F}"/>
          </ac:spMkLst>
        </pc:spChg>
        <pc:spChg chg="add mod">
          <ac:chgData name="Guest User" userId="S::urn:spo:tenantanon#1b0d02db-fc9e-4495-9537-1d379cca2ae7::" providerId="AD" clId="Web-{2F40D1BA-6317-97F4-4F0A-227FDBA109D7}" dt="2026-09-14T01:18:00.377" v="407" actId="1076"/>
          <ac:spMkLst>
            <pc:docMk/>
            <pc:sldMk cId="2134408668" sldId="509"/>
            <ac:spMk id="18" creationId="{864A3AC9-B2FD-595A-F884-DA3240418E39}"/>
          </ac:spMkLst>
        </pc:spChg>
        <pc:spChg chg="add mod">
          <ac:chgData name="Guest User" userId="S::urn:spo:tenantanon#1b0d02db-fc9e-4495-9537-1d379cca2ae7::" providerId="AD" clId="Web-{2F40D1BA-6317-97F4-4F0A-227FDBA109D7}" dt="2026-09-14T01:18:00.393" v="408" actId="1076"/>
          <ac:spMkLst>
            <pc:docMk/>
            <pc:sldMk cId="2134408668" sldId="509"/>
            <ac:spMk id="19" creationId="{865ED371-2606-4C80-E625-39336B4C515E}"/>
          </ac:spMkLst>
        </pc:spChg>
        <pc:spChg chg="add mod">
          <ac:chgData name="Guest User" userId="S::urn:spo:tenantanon#1b0d02db-fc9e-4495-9537-1d379cca2ae7::" providerId="AD" clId="Web-{2F40D1BA-6317-97F4-4F0A-227FDBA109D7}" dt="2026-09-14T01:18:00.409" v="409" actId="1076"/>
          <ac:spMkLst>
            <pc:docMk/>
            <pc:sldMk cId="2134408668" sldId="509"/>
            <ac:spMk id="20" creationId="{525DE0B3-64E0-78ED-C3DD-ABE200F10839}"/>
          </ac:spMkLst>
        </pc:spChg>
        <pc:spChg chg="add mod">
          <ac:chgData name="Guest User" userId="S::urn:spo:tenantanon#1b0d02db-fc9e-4495-9537-1d379cca2ae7::" providerId="AD" clId="Web-{2F40D1BA-6317-97F4-4F0A-227FDBA109D7}" dt="2026-09-14T01:18:00.409" v="410" actId="1076"/>
          <ac:spMkLst>
            <pc:docMk/>
            <pc:sldMk cId="2134408668" sldId="509"/>
            <ac:spMk id="21" creationId="{CB7898A3-51E2-E4CE-5351-017D535CC6BC}"/>
          </ac:spMkLst>
        </pc:spChg>
        <pc:spChg chg="add mod">
          <ac:chgData name="Guest User" userId="S::urn:spo:tenantanon#1b0d02db-fc9e-4495-9537-1d379cca2ae7::" providerId="AD" clId="Web-{2F40D1BA-6317-97F4-4F0A-227FDBA109D7}" dt="2026-09-14T01:18:00.424" v="411" actId="1076"/>
          <ac:spMkLst>
            <pc:docMk/>
            <pc:sldMk cId="2134408668" sldId="509"/>
            <ac:spMk id="22" creationId="{68B8272E-5E6B-960C-889A-8D0EBD3AA90B}"/>
          </ac:spMkLst>
        </pc:spChg>
        <pc:spChg chg="add mod">
          <ac:chgData name="Guest User" userId="S::urn:spo:tenantanon#1b0d02db-fc9e-4495-9537-1d379cca2ae7::" providerId="AD" clId="Web-{2F40D1BA-6317-97F4-4F0A-227FDBA109D7}" dt="2026-09-14T01:13:33.870" v="353" actId="20577"/>
          <ac:spMkLst>
            <pc:docMk/>
            <pc:sldMk cId="2134408668" sldId="509"/>
            <ac:spMk id="23" creationId="{64DAD4ED-EB42-DD26-5814-3A0959353C0E}"/>
          </ac:spMkLst>
        </pc:spChg>
        <pc:spChg chg="add mod">
          <ac:chgData name="Guest User" userId="S::urn:spo:tenantanon#1b0d02db-fc9e-4495-9537-1d379cca2ae7::" providerId="AD" clId="Web-{2F40D1BA-6317-97F4-4F0A-227FDBA109D7}" dt="2026-09-14T01:17:34.299" v="404" actId="20577"/>
          <ac:spMkLst>
            <pc:docMk/>
            <pc:sldMk cId="2134408668" sldId="509"/>
            <ac:spMk id="24" creationId="{C87D9FF3-710C-B64C-70B5-FADDE9E58EC5}"/>
          </ac:spMkLst>
        </pc:spChg>
        <pc:spChg chg="add mod">
          <ac:chgData name="Guest User" userId="S::urn:spo:tenantanon#1b0d02db-fc9e-4495-9537-1d379cca2ae7::" providerId="AD" clId="Web-{2F40D1BA-6317-97F4-4F0A-227FDBA109D7}" dt="2026-09-14T01:14:47.997" v="388" actId="20577"/>
          <ac:spMkLst>
            <pc:docMk/>
            <pc:sldMk cId="2134408668" sldId="509"/>
            <ac:spMk id="25" creationId="{5B89098B-8363-230B-B907-DF6BE0720A4B}"/>
          </ac:spMkLst>
        </pc:spChg>
        <pc:spChg chg="add mod">
          <ac:chgData name="Guest User" userId="S::urn:spo:tenantanon#1b0d02db-fc9e-4495-9537-1d379cca2ae7::" providerId="AD" clId="Web-{2F40D1BA-6317-97F4-4F0A-227FDBA109D7}" dt="2026-09-14T01:14:51.919" v="389" actId="20577"/>
          <ac:spMkLst>
            <pc:docMk/>
            <pc:sldMk cId="2134408668" sldId="509"/>
            <ac:spMk id="26" creationId="{C7614C71-86E2-F468-D44C-A0C54E26B466}"/>
          </ac:spMkLst>
        </pc:spChg>
        <pc:spChg chg="add mod">
          <ac:chgData name="Guest User" userId="S::urn:spo:tenantanon#1b0d02db-fc9e-4495-9537-1d379cca2ae7::" providerId="AD" clId="Web-{2F40D1BA-6317-97F4-4F0A-227FDBA109D7}" dt="2026-09-14T01:24:51.134" v="524" actId="1076"/>
          <ac:spMkLst>
            <pc:docMk/>
            <pc:sldMk cId="2134408668" sldId="509"/>
            <ac:spMk id="27" creationId="{14E0269B-897E-3F74-AF22-A69C7A8F8E22}"/>
          </ac:spMkLst>
        </pc:spChg>
        <pc:spChg chg="add mod">
          <ac:chgData name="Guest User" userId="S::urn:spo:tenantanon#1b0d02db-fc9e-4495-9537-1d379cca2ae7::" providerId="AD" clId="Web-{2F40D1BA-6317-97F4-4F0A-227FDBA109D7}" dt="2026-09-14T01:27:28.958" v="557" actId="1076"/>
          <ac:spMkLst>
            <pc:docMk/>
            <pc:sldMk cId="2134408668" sldId="509"/>
            <ac:spMk id="28" creationId="{93C1D469-38AA-E587-F50F-7BF3239D39A8}"/>
          </ac:spMkLst>
        </pc:spChg>
        <pc:picChg chg="mod modCrop">
          <ac:chgData name="Guest User" userId="S::urn:spo:tenantanon#1b0d02db-fc9e-4495-9537-1d379cca2ae7::" providerId="AD" clId="Web-{2F40D1BA-6317-97F4-4F0A-227FDBA109D7}" dt="2026-09-14T01:02:24.124" v="187" actId="1076"/>
          <ac:picMkLst>
            <pc:docMk/>
            <pc:sldMk cId="2134408668" sldId="509"/>
            <ac:picMk id="8" creationId="{7D8986F7-BDDE-1FBF-32AE-4D0AE20506E4}"/>
          </ac:picMkLst>
        </pc:picChg>
      </pc:sldChg>
      <pc:sldChg chg="addSp delSp modSp add ord replId">
        <pc:chgData name="Guest User" userId="S::urn:spo:tenantanon#1b0d02db-fc9e-4495-9537-1d379cca2ae7::" providerId="AD" clId="Web-{2F40D1BA-6317-97F4-4F0A-227FDBA109D7}" dt="2026-09-14T01:29:21.043" v="625" actId="20577"/>
        <pc:sldMkLst>
          <pc:docMk/>
          <pc:sldMk cId="953139831" sldId="510"/>
        </pc:sldMkLst>
        <pc:spChg chg="add del mod">
          <ac:chgData name="Guest User" userId="S::urn:spo:tenantanon#1b0d02db-fc9e-4495-9537-1d379cca2ae7::" providerId="AD" clId="Web-{2F40D1BA-6317-97F4-4F0A-227FDBA109D7}" dt="2026-09-14T01:28:55.057" v="586" actId="20577"/>
          <ac:spMkLst>
            <pc:docMk/>
            <pc:sldMk cId="953139831" sldId="510"/>
            <ac:spMk id="2" creationId="{9AD2A0D2-1D25-F11D-ABB9-19E9DF7FDA8C}"/>
          </ac:spMkLst>
        </pc:spChg>
        <pc:spChg chg="mod">
          <ac:chgData name="Guest User" userId="S::urn:spo:tenantanon#1b0d02db-fc9e-4495-9537-1d379cca2ae7::" providerId="AD" clId="Web-{2F40D1BA-6317-97F4-4F0A-227FDBA109D7}" dt="2026-09-14T01:29:21.043" v="625" actId="20577"/>
          <ac:spMkLst>
            <pc:docMk/>
            <pc:sldMk cId="953139831" sldId="510"/>
            <ac:spMk id="6" creationId="{1FB7297C-B8AD-34E8-8A2C-5AFB9D086EE6}"/>
          </ac:spMkLst>
        </pc:spChg>
      </pc:sldChg>
      <pc:sldChg chg="modSp add ord">
        <pc:chgData name="Guest User" userId="S::urn:spo:tenantanon#1b0d02db-fc9e-4495-9537-1d379cca2ae7::" providerId="AD" clId="Web-{2F40D1BA-6317-97F4-4F0A-227FDBA109D7}" dt="2026-09-14T01:29:28.137" v="637" actId="20577"/>
        <pc:sldMkLst>
          <pc:docMk/>
          <pc:sldMk cId="2454608350" sldId="511"/>
        </pc:sldMkLst>
        <pc:spChg chg="mod">
          <ac:chgData name="Guest User" userId="S::urn:spo:tenantanon#1b0d02db-fc9e-4495-9537-1d379cca2ae7::" providerId="AD" clId="Web-{2F40D1BA-6317-97F4-4F0A-227FDBA109D7}" dt="2026-09-14T01:29:28.137" v="637" actId="20577"/>
          <ac:spMkLst>
            <pc:docMk/>
            <pc:sldMk cId="2454608350" sldId="511"/>
            <ac:spMk id="6" creationId="{1FB7297C-B8AD-34E8-8A2C-5AFB9D086EE6}"/>
          </ac:spMkLst>
        </pc:spChg>
      </pc:sldChg>
    </pc:docChg>
  </pc:docChgLst>
  <pc:docChgLst>
    <pc:chgData name="Theodore Goh" userId="b3a64c36-ea28-487c-a06a-a742dda2ab29" providerId="ADAL" clId="{AAE082D6-764A-4EBE-8501-0D6E1B9C6AE3}"/>
    <pc:docChg chg="undo custSel modSld">
      <pc:chgData name="Theodore Goh" userId="b3a64c36-ea28-487c-a06a-a742dda2ab29" providerId="ADAL" clId="{AAE082D6-764A-4EBE-8501-0D6E1B9C6AE3}" dt="2026-09-19T05:00:55.123" v="1281" actId="20577"/>
      <pc:docMkLst>
        <pc:docMk/>
      </pc:docMkLst>
      <pc:sldChg chg="modSp mod">
        <pc:chgData name="Theodore Goh" userId="b3a64c36-ea28-487c-a06a-a742dda2ab29" providerId="ADAL" clId="{AAE082D6-764A-4EBE-8501-0D6E1B9C6AE3}" dt="2026-09-19T04:48:57.820" v="871" actId="20577"/>
        <pc:sldMkLst>
          <pc:docMk/>
          <pc:sldMk cId="1286417133" sldId="479"/>
        </pc:sldMkLst>
        <pc:spChg chg="mod">
          <ac:chgData name="Theodore Goh" userId="b3a64c36-ea28-487c-a06a-a742dda2ab29" providerId="ADAL" clId="{AAE082D6-764A-4EBE-8501-0D6E1B9C6AE3}" dt="2026-09-19T04:48:57.820" v="871" actId="20577"/>
          <ac:spMkLst>
            <pc:docMk/>
            <pc:sldMk cId="1286417133" sldId="479"/>
            <ac:spMk id="2" creationId="{D102C648-DF9F-6AAD-48D9-407DB700FB49}"/>
          </ac:spMkLst>
        </pc:spChg>
      </pc:sldChg>
      <pc:sldChg chg="addSp modSp mod">
        <pc:chgData name="Theodore Goh" userId="b3a64c36-ea28-487c-a06a-a742dda2ab29" providerId="ADAL" clId="{AAE082D6-764A-4EBE-8501-0D6E1B9C6AE3}" dt="2026-09-19T05:00:29.758" v="1210" actId="20577"/>
        <pc:sldMkLst>
          <pc:docMk/>
          <pc:sldMk cId="3186891948" sldId="507"/>
        </pc:sldMkLst>
        <pc:spChg chg="add mod">
          <ac:chgData name="Theodore Goh" userId="b3a64c36-ea28-487c-a06a-a742dda2ab29" providerId="ADAL" clId="{AAE082D6-764A-4EBE-8501-0D6E1B9C6AE3}" dt="2026-09-19T05:00:29.758" v="1210" actId="20577"/>
          <ac:spMkLst>
            <pc:docMk/>
            <pc:sldMk cId="3186891948" sldId="507"/>
            <ac:spMk id="4" creationId="{C104CFAC-286E-F4BD-D526-BCD3B21A4D5C}"/>
          </ac:spMkLst>
        </pc:spChg>
      </pc:sldChg>
      <pc:sldChg chg="modSp mod">
        <pc:chgData name="Theodore Goh" userId="b3a64c36-ea28-487c-a06a-a742dda2ab29" providerId="ADAL" clId="{AAE082D6-764A-4EBE-8501-0D6E1B9C6AE3}" dt="2026-09-19T05:00:55.123" v="1281" actId="20577"/>
        <pc:sldMkLst>
          <pc:docMk/>
          <pc:sldMk cId="3787654095" sldId="508"/>
        </pc:sldMkLst>
        <pc:spChg chg="mod">
          <ac:chgData name="Theodore Goh" userId="b3a64c36-ea28-487c-a06a-a742dda2ab29" providerId="ADAL" clId="{AAE082D6-764A-4EBE-8501-0D6E1B9C6AE3}" dt="2026-09-19T05:00:55.123" v="1281" actId="20577"/>
          <ac:spMkLst>
            <pc:docMk/>
            <pc:sldMk cId="3787654095" sldId="508"/>
            <ac:spMk id="6" creationId="{ED38EB5A-ECBB-4BDD-43E9-0A736A8497DF}"/>
          </ac:spMkLst>
        </pc:spChg>
      </pc:sldChg>
    </pc:docChg>
  </pc:docChgLst>
  <pc:docChgLst>
    <pc:chgData name="Gustavo Gabriel Chavez" userId="S::gchave28@calpoly.edu::f2e535f8-59a6-42e4-a0ae-09caeef9144c" providerId="AD" clId="Web-{B878260C-11D0-B5C6-5595-8839AED5F3D7}"/>
    <pc:docChg chg="modSld">
      <pc:chgData name="Gustavo Gabriel Chavez" userId="S::gchave28@calpoly.edu::f2e535f8-59a6-42e4-a0ae-09caeef9144c" providerId="AD" clId="Web-{B878260C-11D0-B5C6-5595-8839AED5F3D7}" dt="2026-09-14T22:25:14.417" v="269"/>
      <pc:docMkLst>
        <pc:docMk/>
      </pc:docMkLst>
      <pc:sldChg chg="addSp modSp">
        <pc:chgData name="Gustavo Gabriel Chavez" userId="S::gchave28@calpoly.edu::f2e535f8-59a6-42e4-a0ae-09caeef9144c" providerId="AD" clId="Web-{B878260C-11D0-B5C6-5595-8839AED5F3D7}" dt="2026-09-14T21:34:26.946" v="167" actId="1076"/>
        <pc:sldMkLst>
          <pc:docMk/>
          <pc:sldMk cId="2007878993" sldId="259"/>
        </pc:sldMkLst>
        <pc:spChg chg="mod">
          <ac:chgData name="Gustavo Gabriel Chavez" userId="S::gchave28@calpoly.edu::f2e535f8-59a6-42e4-a0ae-09caeef9144c" providerId="AD" clId="Web-{B878260C-11D0-B5C6-5595-8839AED5F3D7}" dt="2026-09-14T21:34:23.962" v="166" actId="1076"/>
          <ac:spMkLst>
            <pc:docMk/>
            <pc:sldMk cId="2007878993" sldId="259"/>
            <ac:spMk id="2" creationId="{470238A2-F230-2DC2-E7E0-2B97A2248EBB}"/>
          </ac:spMkLst>
        </pc:spChg>
        <pc:spChg chg="mod">
          <ac:chgData name="Gustavo Gabriel Chavez" userId="S::gchave28@calpoly.edu::f2e535f8-59a6-42e4-a0ae-09caeef9144c" providerId="AD" clId="Web-{B878260C-11D0-B5C6-5595-8839AED5F3D7}" dt="2026-09-14T21:34:21.400" v="165" actId="1076"/>
          <ac:spMkLst>
            <pc:docMk/>
            <pc:sldMk cId="2007878993" sldId="259"/>
            <ac:spMk id="3" creationId="{C3B7B22B-A6A2-90C9-1095-3EAB3E16D708}"/>
          </ac:spMkLst>
        </pc:spChg>
        <pc:spChg chg="mod">
          <ac:chgData name="Gustavo Gabriel Chavez" userId="S::gchave28@calpoly.edu::f2e535f8-59a6-42e4-a0ae-09caeef9144c" providerId="AD" clId="Web-{B878260C-11D0-B5C6-5595-8839AED5F3D7}" dt="2026-09-14T21:34:26.946" v="167" actId="1076"/>
          <ac:spMkLst>
            <pc:docMk/>
            <pc:sldMk cId="2007878993" sldId="259"/>
            <ac:spMk id="4" creationId="{E8B227F9-3B0E-1846-3491-4BDFE1BD587A}"/>
          </ac:spMkLst>
        </pc:spChg>
        <pc:picChg chg="add mod modCrop">
          <ac:chgData name="Gustavo Gabriel Chavez" userId="S::gchave28@calpoly.edu::f2e535f8-59a6-42e4-a0ae-09caeef9144c" providerId="AD" clId="Web-{B878260C-11D0-B5C6-5595-8839AED5F3D7}" dt="2026-09-14T21:34:12.806" v="162" actId="1076"/>
          <ac:picMkLst>
            <pc:docMk/>
            <pc:sldMk cId="2007878993" sldId="259"/>
            <ac:picMk id="5" creationId="{282A53D5-9543-5CB8-45B3-E6EA474408EE}"/>
          </ac:picMkLst>
        </pc:picChg>
      </pc:sldChg>
      <pc:sldChg chg="addSp modSp">
        <pc:chgData name="Gustavo Gabriel Chavez" userId="S::gchave28@calpoly.edu::f2e535f8-59a6-42e4-a0ae-09caeef9144c" providerId="AD" clId="Web-{B878260C-11D0-B5C6-5595-8839AED5F3D7}" dt="2026-09-14T21:18:31.086" v="157" actId="1076"/>
        <pc:sldMkLst>
          <pc:docMk/>
          <pc:sldMk cId="1286417133" sldId="479"/>
        </pc:sldMkLst>
        <pc:spChg chg="add mod">
          <ac:chgData name="Gustavo Gabriel Chavez" userId="S::gchave28@calpoly.edu::f2e535f8-59a6-42e4-a0ae-09caeef9144c" providerId="AD" clId="Web-{B878260C-11D0-B5C6-5595-8839AED5F3D7}" dt="2026-09-14T21:18:31.086" v="157" actId="1076"/>
          <ac:spMkLst>
            <pc:docMk/>
            <pc:sldMk cId="1286417133" sldId="479"/>
            <ac:spMk id="2" creationId="{D102C648-DF9F-6AAD-48D9-407DB700FB49}"/>
          </ac:spMkLst>
        </pc:spChg>
      </pc:sldChg>
      <pc:sldChg chg="addSp delSp modSp">
        <pc:chgData name="Gustavo Gabriel Chavez" userId="S::gchave28@calpoly.edu::f2e535f8-59a6-42e4-a0ae-09caeef9144c" providerId="AD" clId="Web-{B878260C-11D0-B5C6-5595-8839AED5F3D7}" dt="2026-09-14T21:38:08.962" v="187" actId="14100"/>
        <pc:sldMkLst>
          <pc:docMk/>
          <pc:sldMk cId="483603024" sldId="489"/>
        </pc:sldMkLst>
        <pc:spChg chg="add mod">
          <ac:chgData name="Gustavo Gabriel Chavez" userId="S::gchave28@calpoly.edu::f2e535f8-59a6-42e4-a0ae-09caeef9144c" providerId="AD" clId="Web-{B878260C-11D0-B5C6-5595-8839AED5F3D7}" dt="2026-09-14T21:37:31.837" v="182" actId="1076"/>
          <ac:spMkLst>
            <pc:docMk/>
            <pc:sldMk cId="483603024" sldId="489"/>
            <ac:spMk id="6" creationId="{01A96D3E-5776-6DAC-ED2C-9ED9596F7D3C}"/>
          </ac:spMkLst>
        </pc:spChg>
        <pc:picChg chg="add mod">
          <ac:chgData name="Gustavo Gabriel Chavez" userId="S::gchave28@calpoly.edu::f2e535f8-59a6-42e4-a0ae-09caeef9144c" providerId="AD" clId="Web-{B878260C-11D0-B5C6-5595-8839AED5F3D7}" dt="2026-09-14T21:37:36.353" v="184" actId="14100"/>
          <ac:picMkLst>
            <pc:docMk/>
            <pc:sldMk cId="483603024" sldId="489"/>
            <ac:picMk id="4" creationId="{B93F29D1-489B-9ED7-81E2-6508D4227B9E}"/>
          </ac:picMkLst>
        </pc:picChg>
        <pc:picChg chg="add mod">
          <ac:chgData name="Gustavo Gabriel Chavez" userId="S::gchave28@calpoly.edu::f2e535f8-59a6-42e4-a0ae-09caeef9144c" providerId="AD" clId="Web-{B878260C-11D0-B5C6-5595-8839AED5F3D7}" dt="2026-09-14T21:38:08.962" v="187" actId="14100"/>
          <ac:picMkLst>
            <pc:docMk/>
            <pc:sldMk cId="483603024" sldId="489"/>
            <ac:picMk id="7" creationId="{402F449F-EC02-6893-7711-74762CC1BC00}"/>
          </ac:picMkLst>
        </pc:picChg>
      </pc:sldChg>
      <pc:sldChg chg="addSp delSp modSp">
        <pc:chgData name="Gustavo Gabriel Chavez" userId="S::gchave28@calpoly.edu::f2e535f8-59a6-42e4-a0ae-09caeef9144c" providerId="AD" clId="Web-{B878260C-11D0-B5C6-5595-8839AED5F3D7}" dt="2026-09-14T22:25:14.417" v="269"/>
        <pc:sldMkLst>
          <pc:docMk/>
          <pc:sldMk cId="3921852443" sldId="490"/>
        </pc:sldMkLst>
        <pc:spChg chg="mod">
          <ac:chgData name="Gustavo Gabriel Chavez" userId="S::gchave28@calpoly.edu::f2e535f8-59a6-42e4-a0ae-09caeef9144c" providerId="AD" clId="Web-{B878260C-11D0-B5C6-5595-8839AED5F3D7}" dt="2026-09-14T21:39:43.509" v="202" actId="20577"/>
          <ac:spMkLst>
            <pc:docMk/>
            <pc:sldMk cId="3921852443" sldId="490"/>
            <ac:spMk id="6" creationId="{4757093A-052B-56C3-CF96-523AE2D67F33}"/>
          </ac:spMkLst>
        </pc:spChg>
        <pc:picChg chg="add mod modCrop">
          <ac:chgData name="Gustavo Gabriel Chavez" userId="S::gchave28@calpoly.edu::f2e535f8-59a6-42e4-a0ae-09caeef9144c" providerId="AD" clId="Web-{B878260C-11D0-B5C6-5595-8839AED5F3D7}" dt="2026-09-14T22:17:08.965" v="210" actId="1076"/>
          <ac:picMkLst>
            <pc:docMk/>
            <pc:sldMk cId="3921852443" sldId="490"/>
            <ac:picMk id="7" creationId="{A996A560-77A7-BE0C-DB5D-96C1B86A204F}"/>
          </ac:picMkLst>
        </pc:picChg>
      </pc:sldChg>
    </pc:docChg>
  </pc:docChgLst>
  <pc:docChgLst>
    <pc:chgData name="Calla Woodruff Lyons" userId="S::cawoodru@calpoly.edu::7963d992-d501-4e9f-8be3-5aa0a271ec1d" providerId="AD" clId="Web-{283BBC93-2A44-DDCA-6A51-764EBC1CF498}"/>
    <pc:docChg chg="modSld">
      <pc:chgData name="Calla Woodruff Lyons" userId="S::cawoodru@calpoly.edu::7963d992-d501-4e9f-8be3-5aa0a271ec1d" providerId="AD" clId="Web-{283BBC93-2A44-DDCA-6A51-764EBC1CF498}" dt="2026-09-19T17:00:14.392" v="31"/>
      <pc:docMkLst>
        <pc:docMk/>
      </pc:docMkLst>
      <pc:sldChg chg="modSp">
        <pc:chgData name="Calla Woodruff Lyons" userId="S::cawoodru@calpoly.edu::7963d992-d501-4e9f-8be3-5aa0a271ec1d" providerId="AD" clId="Web-{283BBC93-2A44-DDCA-6A51-764EBC1CF498}" dt="2026-09-19T17:00:14.392" v="31"/>
        <pc:sldMkLst>
          <pc:docMk/>
          <pc:sldMk cId="67542657" sldId="504"/>
        </pc:sldMkLst>
        <pc:graphicFrameChg chg="mod modGraphic">
          <ac:chgData name="Calla Woodruff Lyons" userId="S::cawoodru@calpoly.edu::7963d992-d501-4e9f-8be3-5aa0a271ec1d" providerId="AD" clId="Web-{283BBC93-2A44-DDCA-6A51-764EBC1CF498}" dt="2026-09-19T17:00:14.392" v="31"/>
          <ac:graphicFrameMkLst>
            <pc:docMk/>
            <pc:sldMk cId="67542657" sldId="504"/>
            <ac:graphicFrameMk id="14" creationId="{29028766-7CC4-133A-BE5E-4EE9445F39AC}"/>
          </ac:graphicFrameMkLst>
        </pc:graphicFrameChg>
      </pc:sldChg>
    </pc:docChg>
  </pc:docChgLst>
  <pc:docChgLst>
    <pc:chgData name="Robert Saunders" userId="S::rcsaunde@calpoly.edu::44f77e58-4db9-4015-b3cc-5270a1fa7dbd" providerId="AD" clId="Web-{15EB78A0-F875-8542-2ADC-9FF19A83CEB1}"/>
    <pc:docChg chg="modSld">
      <pc:chgData name="Robert Saunders" userId="S::rcsaunde@calpoly.edu::44f77e58-4db9-4015-b3cc-5270a1fa7dbd" providerId="AD" clId="Web-{15EB78A0-F875-8542-2ADC-9FF19A83CEB1}" dt="2026-09-14T00:07:15.544" v="39" actId="20577"/>
      <pc:docMkLst>
        <pc:docMk/>
      </pc:docMkLst>
      <pc:sldChg chg="addSp modSp">
        <pc:chgData name="Robert Saunders" userId="S::rcsaunde@calpoly.edu::44f77e58-4db9-4015-b3cc-5270a1fa7dbd" providerId="AD" clId="Web-{15EB78A0-F875-8542-2ADC-9FF19A83CEB1}" dt="2026-09-13T22:47:37.092" v="8" actId="1076"/>
        <pc:sldMkLst>
          <pc:docMk/>
          <pc:sldMk cId="3653172102" sldId="495"/>
        </pc:sldMkLst>
        <pc:picChg chg="add mod">
          <ac:chgData name="Robert Saunders" userId="S::rcsaunde@calpoly.edu::44f77e58-4db9-4015-b3cc-5270a1fa7dbd" providerId="AD" clId="Web-{15EB78A0-F875-8542-2ADC-9FF19A83CEB1}" dt="2026-09-13T22:47:34.998" v="7" actId="1076"/>
          <ac:picMkLst>
            <pc:docMk/>
            <pc:sldMk cId="3653172102" sldId="495"/>
            <ac:picMk id="3" creationId="{F8AE7D25-3027-A6E4-BA88-781C12EAA4CE}"/>
          </ac:picMkLst>
        </pc:picChg>
        <pc:picChg chg="add mod">
          <ac:chgData name="Robert Saunders" userId="S::rcsaunde@calpoly.edu::44f77e58-4db9-4015-b3cc-5270a1fa7dbd" providerId="AD" clId="Web-{15EB78A0-F875-8542-2ADC-9FF19A83CEB1}" dt="2026-09-13T22:47:37.092" v="8" actId="1076"/>
          <ac:picMkLst>
            <pc:docMk/>
            <pc:sldMk cId="3653172102" sldId="495"/>
            <ac:picMk id="4" creationId="{3252A5C3-55C0-E2CB-4109-E8FDCE523B1B}"/>
          </ac:picMkLst>
        </pc:picChg>
      </pc:sldChg>
      <pc:sldChg chg="addSp modSp">
        <pc:chgData name="Robert Saunders" userId="S::rcsaunde@calpoly.edu::44f77e58-4db9-4015-b3cc-5270a1fa7dbd" providerId="AD" clId="Web-{15EB78A0-F875-8542-2ADC-9FF19A83CEB1}" dt="2026-09-14T00:07:15.544" v="39" actId="20577"/>
        <pc:sldMkLst>
          <pc:docMk/>
          <pc:sldMk cId="1338847170" sldId="496"/>
        </pc:sldMkLst>
        <pc:spChg chg="add mod">
          <ac:chgData name="Robert Saunders" userId="S::rcsaunde@calpoly.edu::44f77e58-4db9-4015-b3cc-5270a1fa7dbd" providerId="AD" clId="Web-{15EB78A0-F875-8542-2ADC-9FF19A83CEB1}" dt="2026-09-14T00:07:15.544" v="39" actId="20577"/>
          <ac:spMkLst>
            <pc:docMk/>
            <pc:sldMk cId="1338847170" sldId="496"/>
            <ac:spMk id="8" creationId="{F0DED725-1A45-743C-C260-2A7CE9DE6AC6}"/>
          </ac:spMkLst>
        </pc:spChg>
        <pc:picChg chg="add mod">
          <ac:chgData name="Robert Saunders" userId="S::rcsaunde@calpoly.edu::44f77e58-4db9-4015-b3cc-5270a1fa7dbd" providerId="AD" clId="Web-{15EB78A0-F875-8542-2ADC-9FF19A83CEB1}" dt="2026-09-13T23:27:49.860" v="24" actId="1076"/>
          <ac:picMkLst>
            <pc:docMk/>
            <pc:sldMk cId="1338847170" sldId="496"/>
            <ac:picMk id="2" creationId="{F0D9CC5E-96B1-A62E-3BF0-FB5F44E55F41}"/>
          </ac:picMkLst>
        </pc:picChg>
        <pc:picChg chg="add mod">
          <ac:chgData name="Robert Saunders" userId="S::rcsaunde@calpoly.edu::44f77e58-4db9-4015-b3cc-5270a1fa7dbd" providerId="AD" clId="Web-{15EB78A0-F875-8542-2ADC-9FF19A83CEB1}" dt="2026-09-13T23:27:48.500" v="23" actId="1076"/>
          <ac:picMkLst>
            <pc:docMk/>
            <pc:sldMk cId="1338847170" sldId="496"/>
            <ac:picMk id="7" creationId="{DD69E4EF-F250-6DA4-EE50-AFCE97C8E08B}"/>
          </ac:picMkLst>
        </pc:picChg>
      </pc:sldChg>
      <pc:sldChg chg="modSp">
        <pc:chgData name="Robert Saunders" userId="S::rcsaunde@calpoly.edu::44f77e58-4db9-4015-b3cc-5270a1fa7dbd" providerId="AD" clId="Web-{15EB78A0-F875-8542-2ADC-9FF19A83CEB1}" dt="2026-09-13T22:48:56.271" v="19" actId="1076"/>
        <pc:sldMkLst>
          <pc:docMk/>
          <pc:sldMk cId="3327967063" sldId="497"/>
        </pc:sldMkLst>
        <pc:picChg chg="mod">
          <ac:chgData name="Robert Saunders" userId="S::rcsaunde@calpoly.edu::44f77e58-4db9-4015-b3cc-5270a1fa7dbd" providerId="AD" clId="Web-{15EB78A0-F875-8542-2ADC-9FF19A83CEB1}" dt="2026-09-13T22:48:56.271" v="19" actId="1076"/>
          <ac:picMkLst>
            <pc:docMk/>
            <pc:sldMk cId="3327967063" sldId="497"/>
            <ac:picMk id="7" creationId="{8CC6B6C9-0583-9989-E679-6B53FE922502}"/>
          </ac:picMkLst>
        </pc:picChg>
      </pc:sldChg>
    </pc:docChg>
  </pc:docChgLst>
  <pc:docChgLst>
    <pc:chgData name="Guest User" userId="S::urn:spo:tenantanon#1b0d02db-fc9e-4495-9537-1d379cca2ae7::" providerId="AD" clId="Web-{F1413D31-B638-2D72-465F-BD120A00FEBA}"/>
    <pc:docChg chg="modSld">
      <pc:chgData name="Guest User" userId="S::urn:spo:tenantanon#1b0d02db-fc9e-4495-9537-1d379cca2ae7::" providerId="AD" clId="Web-{F1413D31-B638-2D72-465F-BD120A00FEBA}" dt="2026-09-15T02:29:22.106" v="24" actId="1076"/>
      <pc:docMkLst>
        <pc:docMk/>
      </pc:docMkLst>
      <pc:sldChg chg="addSp delSp modSp">
        <pc:chgData name="Guest User" userId="S::urn:spo:tenantanon#1b0d02db-fc9e-4495-9537-1d379cca2ae7::" providerId="AD" clId="Web-{F1413D31-B638-2D72-465F-BD120A00FEBA}" dt="2026-09-15T02:29:22.106" v="24" actId="1076"/>
        <pc:sldMkLst>
          <pc:docMk/>
          <pc:sldMk cId="290429843" sldId="491"/>
        </pc:sldMkLst>
        <pc:picChg chg="add mod">
          <ac:chgData name="Guest User" userId="S::urn:spo:tenantanon#1b0d02db-fc9e-4495-9537-1d379cca2ae7::" providerId="AD" clId="Web-{F1413D31-B638-2D72-465F-BD120A00FEBA}" dt="2026-09-15T02:29:22.106" v="24" actId="1076"/>
          <ac:picMkLst>
            <pc:docMk/>
            <pc:sldMk cId="290429843" sldId="491"/>
            <ac:picMk id="9" creationId="{3B0F62FF-F60D-C304-28BF-0EFC0492D749}"/>
          </ac:picMkLst>
        </pc:picChg>
      </pc:sldChg>
      <pc:sldChg chg="addSp delSp modSp">
        <pc:chgData name="Guest User" userId="S::urn:spo:tenantanon#1b0d02db-fc9e-4495-9537-1d379cca2ae7::" providerId="AD" clId="Web-{F1413D31-B638-2D72-465F-BD120A00FEBA}" dt="2026-09-15T02:25:46.263" v="7" actId="14100"/>
        <pc:sldMkLst>
          <pc:docMk/>
          <pc:sldMk cId="3787654095" sldId="508"/>
        </pc:sldMkLst>
        <pc:picChg chg="add mod">
          <ac:chgData name="Guest User" userId="S::urn:spo:tenantanon#1b0d02db-fc9e-4495-9537-1d379cca2ae7::" providerId="AD" clId="Web-{F1413D31-B638-2D72-465F-BD120A00FEBA}" dt="2026-09-15T02:25:46.263" v="7" actId="14100"/>
          <ac:picMkLst>
            <pc:docMk/>
            <pc:sldMk cId="3787654095" sldId="508"/>
            <ac:picMk id="7" creationId="{A87AECB5-F16D-9819-BD52-C8C00A361E56}"/>
          </ac:picMkLst>
        </pc:picChg>
      </pc:sldChg>
    </pc:docChg>
  </pc:docChgLst>
  <pc:docChgLst>
    <pc:chgData name="Gustavo Gabriel Chavez" userId="S::gchave28@calpoly.edu::f2e535f8-59a6-42e4-a0ae-09caeef9144c" providerId="AD" clId="Web-{0FB29B25-3E59-4E01-C840-72BE0AC0A2AA}"/>
    <pc:docChg chg="modSld">
      <pc:chgData name="Gustavo Gabriel Chavez" userId="S::gchave28@calpoly.edu::f2e535f8-59a6-42e4-a0ae-09caeef9144c" providerId="AD" clId="Web-{0FB29B25-3E59-4E01-C840-72BE0AC0A2AA}" dt="2026-09-12T22:50:06.611" v="27" actId="20577"/>
      <pc:docMkLst>
        <pc:docMk/>
      </pc:docMkLst>
      <pc:sldChg chg="addSp delSp modSp">
        <pc:chgData name="Gustavo Gabriel Chavez" userId="S::gchave28@calpoly.edu::f2e535f8-59a6-42e4-a0ae-09caeef9144c" providerId="AD" clId="Web-{0FB29B25-3E59-4E01-C840-72BE0AC0A2AA}" dt="2026-09-12T22:49:50.455" v="19" actId="1076"/>
        <pc:sldMkLst>
          <pc:docMk/>
          <pc:sldMk cId="1338847170" sldId="496"/>
        </pc:sldMkLst>
      </pc:sldChg>
      <pc:sldChg chg="addSp delSp modSp">
        <pc:chgData name="Gustavo Gabriel Chavez" userId="S::gchave28@calpoly.edu::f2e535f8-59a6-42e4-a0ae-09caeef9144c" providerId="AD" clId="Web-{0FB29B25-3E59-4E01-C840-72BE0AC0A2AA}" dt="2026-09-12T22:49:29.892" v="15" actId="20577"/>
        <pc:sldMkLst>
          <pc:docMk/>
          <pc:sldMk cId="3327967063" sldId="497"/>
        </pc:sldMkLst>
        <pc:spChg chg="mod">
          <ac:chgData name="Gustavo Gabriel Chavez" userId="S::gchave28@calpoly.edu::f2e535f8-59a6-42e4-a0ae-09caeef9144c" providerId="AD" clId="Web-{0FB29B25-3E59-4E01-C840-72BE0AC0A2AA}" dt="2026-09-12T22:49:29.892" v="15" actId="20577"/>
          <ac:spMkLst>
            <pc:docMk/>
            <pc:sldMk cId="3327967063" sldId="497"/>
            <ac:spMk id="6" creationId="{65AFE826-358C-6601-F612-3E5AF465450B}"/>
          </ac:spMkLst>
        </pc:spChg>
        <pc:picChg chg="add mod">
          <ac:chgData name="Gustavo Gabriel Chavez" userId="S::gchave28@calpoly.edu::f2e535f8-59a6-42e4-a0ae-09caeef9144c" providerId="AD" clId="Web-{0FB29B25-3E59-4E01-C840-72BE0AC0A2AA}" dt="2026-09-12T22:49:23.392" v="5" actId="1076"/>
          <ac:picMkLst>
            <pc:docMk/>
            <pc:sldMk cId="3327967063" sldId="497"/>
            <ac:picMk id="7" creationId="{8CC6B6C9-0583-9989-E679-6B53FE922502}"/>
          </ac:picMkLst>
        </pc:picChg>
      </pc:sldChg>
      <pc:sldChg chg="modSp">
        <pc:chgData name="Gustavo Gabriel Chavez" userId="S::gchave28@calpoly.edu::f2e535f8-59a6-42e4-a0ae-09caeef9144c" providerId="AD" clId="Web-{0FB29B25-3E59-4E01-C840-72BE0AC0A2AA}" dt="2026-09-12T22:50:06.611" v="27" actId="20577"/>
        <pc:sldMkLst>
          <pc:docMk/>
          <pc:sldMk cId="1971777317" sldId="501"/>
        </pc:sldMkLst>
      </pc:sldChg>
    </pc:docChg>
  </pc:docChgLst>
  <pc:docChgLst>
    <pc:chgData name="Gustavo Gabriel Chavez" userId="S::gchave28@calpoly.edu::f2e535f8-59a6-42e4-a0ae-09caeef9144c" providerId="AD" clId="Web-{B3703E3E-BFA5-B9ED-3542-9977B6B07762}"/>
    <pc:docChg chg="modSld">
      <pc:chgData name="Gustavo Gabriel Chavez" userId="S::gchave28@calpoly.edu::f2e535f8-59a6-42e4-a0ae-09caeef9144c" providerId="AD" clId="Web-{B3703E3E-BFA5-B9ED-3542-9977B6B07762}" dt="2026-09-15T23:47:51.277" v="3" actId="1076"/>
      <pc:docMkLst>
        <pc:docMk/>
      </pc:docMkLst>
      <pc:sldChg chg="modSp">
        <pc:chgData name="Gustavo Gabriel Chavez" userId="S::gchave28@calpoly.edu::f2e535f8-59a6-42e4-a0ae-09caeef9144c" providerId="AD" clId="Web-{B3703E3E-BFA5-B9ED-3542-9977B6B07762}" dt="2026-09-15T23:47:51.277" v="3" actId="1076"/>
        <pc:sldMkLst>
          <pc:docMk/>
          <pc:sldMk cId="290429843" sldId="491"/>
        </pc:sldMkLst>
        <pc:spChg chg="mod">
          <ac:chgData name="Gustavo Gabriel Chavez" userId="S::gchave28@calpoly.edu::f2e535f8-59a6-42e4-a0ae-09caeef9144c" providerId="AD" clId="Web-{B3703E3E-BFA5-B9ED-3542-9977B6B07762}" dt="2026-09-15T23:47:49.824" v="2" actId="1076"/>
          <ac:spMkLst>
            <pc:docMk/>
            <pc:sldMk cId="290429843" sldId="491"/>
            <ac:spMk id="8" creationId="{B66CEB7E-E0B9-CD65-D1B5-94E9114D4105}"/>
          </ac:spMkLst>
        </pc:spChg>
        <pc:picChg chg="mod">
          <ac:chgData name="Gustavo Gabriel Chavez" userId="S::gchave28@calpoly.edu::f2e535f8-59a6-42e4-a0ae-09caeef9144c" providerId="AD" clId="Web-{B3703E3E-BFA5-B9ED-3542-9977B6B07762}" dt="2026-09-15T23:47:51.277" v="3" actId="1076"/>
          <ac:picMkLst>
            <pc:docMk/>
            <pc:sldMk cId="290429843" sldId="491"/>
            <ac:picMk id="9" creationId="{3B0F62FF-F60D-C304-28BF-0EFC0492D749}"/>
          </ac:picMkLst>
        </pc:picChg>
      </pc:sldChg>
    </pc:docChg>
  </pc:docChgLst>
  <pc:docChgLst>
    <pc:chgData name="Guest User" userId="S::urn:spo:tenantanon#1b0d02db-fc9e-4495-9537-1d379cca2ae7::" providerId="AD" clId="Web-{42431B84-A05D-66E9-2334-A9988D12A02D}"/>
    <pc:docChg chg="modSld">
      <pc:chgData name="Guest User" userId="S::urn:spo:tenantanon#1b0d02db-fc9e-4495-9537-1d379cca2ae7::" providerId="AD" clId="Web-{42431B84-A05D-66E9-2334-A9988D12A02D}" dt="2026-09-19T16:37:26.069" v="53" actId="20577"/>
      <pc:docMkLst>
        <pc:docMk/>
      </pc:docMkLst>
      <pc:sldChg chg="modSp">
        <pc:chgData name="Guest User" userId="S::urn:spo:tenantanon#1b0d02db-fc9e-4495-9537-1d379cca2ae7::" providerId="AD" clId="Web-{42431B84-A05D-66E9-2334-A9988D12A02D}" dt="2026-09-19T16:35:59.022" v="44" actId="1076"/>
        <pc:sldMkLst>
          <pc:docMk/>
          <pc:sldMk cId="2007878993" sldId="259"/>
        </pc:sldMkLst>
        <pc:spChg chg="mod">
          <ac:chgData name="Guest User" userId="S::urn:spo:tenantanon#1b0d02db-fc9e-4495-9537-1d379cca2ae7::" providerId="AD" clId="Web-{42431B84-A05D-66E9-2334-A9988D12A02D}" dt="2026-09-19T16:35:48.709" v="42" actId="1076"/>
          <ac:spMkLst>
            <pc:docMk/>
            <pc:sldMk cId="2007878993" sldId="259"/>
            <ac:spMk id="3" creationId="{C3B7B22B-A6A2-90C9-1095-3EAB3E16D708}"/>
          </ac:spMkLst>
        </pc:spChg>
        <pc:spChg chg="mod">
          <ac:chgData name="Guest User" userId="S::urn:spo:tenantanon#1b0d02db-fc9e-4495-9537-1d379cca2ae7::" providerId="AD" clId="Web-{42431B84-A05D-66E9-2334-A9988D12A02D}" dt="2026-09-19T16:35:59.022" v="44" actId="1076"/>
          <ac:spMkLst>
            <pc:docMk/>
            <pc:sldMk cId="2007878993" sldId="259"/>
            <ac:spMk id="4" creationId="{E8B227F9-3B0E-1846-3491-4BDFE1BD587A}"/>
          </ac:spMkLst>
        </pc:spChg>
        <pc:picChg chg="mod">
          <ac:chgData name="Guest User" userId="S::urn:spo:tenantanon#1b0d02db-fc9e-4495-9537-1d379cca2ae7::" providerId="AD" clId="Web-{42431B84-A05D-66E9-2334-A9988D12A02D}" dt="2026-09-19T16:35:50.740" v="43" actId="1076"/>
          <ac:picMkLst>
            <pc:docMk/>
            <pc:sldMk cId="2007878993" sldId="259"/>
            <ac:picMk id="5" creationId="{282A53D5-9543-5CB8-45B3-E6EA474408EE}"/>
          </ac:picMkLst>
        </pc:picChg>
      </pc:sldChg>
      <pc:sldChg chg="modSp">
        <pc:chgData name="Guest User" userId="S::urn:spo:tenantanon#1b0d02db-fc9e-4495-9537-1d379cca2ae7::" providerId="AD" clId="Web-{42431B84-A05D-66E9-2334-A9988D12A02D}" dt="2026-09-19T16:35:14.896" v="39" actId="20577"/>
        <pc:sldMkLst>
          <pc:docMk/>
          <pc:sldMk cId="4067373681" sldId="486"/>
        </pc:sldMkLst>
        <pc:spChg chg="mod">
          <ac:chgData name="Guest User" userId="S::urn:spo:tenantanon#1b0d02db-fc9e-4495-9537-1d379cca2ae7::" providerId="AD" clId="Web-{42431B84-A05D-66E9-2334-A9988D12A02D}" dt="2026-09-19T16:35:14.896" v="39" actId="20577"/>
          <ac:spMkLst>
            <pc:docMk/>
            <pc:sldMk cId="4067373681" sldId="486"/>
            <ac:spMk id="5" creationId="{5FF120D5-7DFE-23FE-0B2F-89E00A5094B4}"/>
          </ac:spMkLst>
        </pc:spChg>
        <pc:picChg chg="mod">
          <ac:chgData name="Guest User" userId="S::urn:spo:tenantanon#1b0d02db-fc9e-4495-9537-1d379cca2ae7::" providerId="AD" clId="Web-{42431B84-A05D-66E9-2334-A9988D12A02D}" dt="2026-09-19T16:32:41.614" v="1" actId="1076"/>
          <ac:picMkLst>
            <pc:docMk/>
            <pc:sldMk cId="4067373681" sldId="486"/>
            <ac:picMk id="4" creationId="{84D0770F-50DD-5414-5027-C450CB8D1293}"/>
          </ac:picMkLst>
        </pc:picChg>
      </pc:sldChg>
      <pc:sldChg chg="modSp">
        <pc:chgData name="Guest User" userId="S::urn:spo:tenantanon#1b0d02db-fc9e-4495-9537-1d379cca2ae7::" providerId="AD" clId="Web-{42431B84-A05D-66E9-2334-A9988D12A02D}" dt="2026-09-19T16:37:26.069" v="53" actId="20577"/>
        <pc:sldMkLst>
          <pc:docMk/>
          <pc:sldMk cId="1338847170" sldId="496"/>
        </pc:sldMkLst>
        <pc:spChg chg="mod">
          <ac:chgData name="Guest User" userId="S::urn:spo:tenantanon#1b0d02db-fc9e-4495-9537-1d379cca2ae7::" providerId="AD" clId="Web-{42431B84-A05D-66E9-2334-A9988D12A02D}" dt="2026-09-19T16:37:26.069" v="53" actId="20577"/>
          <ac:spMkLst>
            <pc:docMk/>
            <pc:sldMk cId="1338847170" sldId="496"/>
            <ac:spMk id="6" creationId="{833B82AE-A7F2-C8A1-BCA8-5724E12E8933}"/>
          </ac:spMkLst>
        </pc:spChg>
      </pc:sldChg>
    </pc:docChg>
  </pc:docChgLst>
  <pc:docChgLst>
    <pc:chgData name="Guest User" userId="S::urn:spo:tenantanon#1b0d02db-fc9e-4495-9537-1d379cca2ae7::" providerId="AD" clId="Web-{1B3F0D09-87DB-839D-E0EF-B55A2ED58934}"/>
    <pc:docChg chg="modSld">
      <pc:chgData name="Guest User" userId="S::urn:spo:tenantanon#1b0d02db-fc9e-4495-9537-1d379cca2ae7::" providerId="AD" clId="Web-{1B3F0D09-87DB-839D-E0EF-B55A2ED58934}" dt="2026-09-12T18:21:10.651" v="185" actId="20577"/>
      <pc:docMkLst>
        <pc:docMk/>
      </pc:docMkLst>
      <pc:sldChg chg="modSp">
        <pc:chgData name="Guest User" userId="S::urn:spo:tenantanon#1b0d02db-fc9e-4495-9537-1d379cca2ae7::" providerId="AD" clId="Web-{1B3F0D09-87DB-839D-E0EF-B55A2ED58934}" dt="2026-09-12T18:18:54.553" v="15" actId="20577"/>
        <pc:sldMkLst>
          <pc:docMk/>
          <pc:sldMk cId="1640658682" sldId="498"/>
        </pc:sldMkLst>
      </pc:sldChg>
      <pc:sldChg chg="modSp">
        <pc:chgData name="Guest User" userId="S::urn:spo:tenantanon#1b0d02db-fc9e-4495-9537-1d379cca2ae7::" providerId="AD" clId="Web-{1B3F0D09-87DB-839D-E0EF-B55A2ED58934}" dt="2026-09-12T18:21:10.651" v="185" actId="20577"/>
        <pc:sldMkLst>
          <pc:docMk/>
          <pc:sldMk cId="229681528" sldId="499"/>
        </pc:sldMkLst>
      </pc:sldChg>
    </pc:docChg>
  </pc:docChgLst>
  <pc:docChgLst>
    <pc:chgData name="Guest User" userId="S::urn:spo:tenantanon#1b0d02db-fc9e-4495-9537-1d379cca2ae7::" providerId="AD" clId="Web-{D1B36AC4-0E00-1EDC-D620-F40BB38365DF}"/>
    <pc:docChg chg="sldOrd">
      <pc:chgData name="Guest User" userId="S::urn:spo:tenantanon#1b0d02db-fc9e-4495-9537-1d379cca2ae7::" providerId="AD" clId="Web-{D1B36AC4-0E00-1EDC-D620-F40BB38365DF}" dt="2026-09-17T02:10:41.616" v="7"/>
      <pc:docMkLst>
        <pc:docMk/>
      </pc:docMkLst>
      <pc:sldChg chg="ord">
        <pc:chgData name="Guest User" userId="S::urn:spo:tenantanon#1b0d02db-fc9e-4495-9537-1d379cca2ae7::" providerId="AD" clId="Web-{D1B36AC4-0E00-1EDC-D620-F40BB38365DF}" dt="2026-09-17T02:10:38.522" v="5"/>
        <pc:sldMkLst>
          <pc:docMk/>
          <pc:sldMk cId="2007878993" sldId="259"/>
        </pc:sldMkLst>
      </pc:sldChg>
      <pc:sldChg chg="ord">
        <pc:chgData name="Guest User" userId="S::urn:spo:tenantanon#1b0d02db-fc9e-4495-9537-1d379cca2ae7::" providerId="AD" clId="Web-{D1B36AC4-0E00-1EDC-D620-F40BB38365DF}" dt="2026-09-17T02:10:41.616" v="7"/>
        <pc:sldMkLst>
          <pc:docMk/>
          <pc:sldMk cId="3253216154" sldId="301"/>
        </pc:sldMkLst>
      </pc:sldChg>
      <pc:sldChg chg="ord">
        <pc:chgData name="Guest User" userId="S::urn:spo:tenantanon#1b0d02db-fc9e-4495-9537-1d379cca2ae7::" providerId="AD" clId="Web-{D1B36AC4-0E00-1EDC-D620-F40BB38365DF}" dt="2026-09-17T02:10:41.616" v="6"/>
        <pc:sldMkLst>
          <pc:docMk/>
          <pc:sldMk cId="4067373681" sldId="486"/>
        </pc:sldMkLst>
      </pc:sldChg>
    </pc:docChg>
  </pc:docChgLst>
  <pc:docChgLst>
    <pc:chgData name="Gustavo Gabriel Chavez" userId="S::gchave28@calpoly.edu::f2e535f8-59a6-42e4-a0ae-09caeef9144c" providerId="AD" clId="Web-{5EF34210-6AED-506F-1FE6-72FD3447183E}"/>
    <pc:docChg chg="delSld modSld modSection">
      <pc:chgData name="Gustavo Gabriel Chavez" userId="S::gchave28@calpoly.edu::f2e535f8-59a6-42e4-a0ae-09caeef9144c" providerId="AD" clId="Web-{5EF34210-6AED-506F-1FE6-72FD3447183E}" dt="2026-09-14T07:02:14.328" v="176" actId="1076"/>
      <pc:docMkLst>
        <pc:docMk/>
      </pc:docMkLst>
      <pc:sldChg chg="modSp">
        <pc:chgData name="Gustavo Gabriel Chavez" userId="S::gchave28@calpoly.edu::f2e535f8-59a6-42e4-a0ae-09caeef9144c" providerId="AD" clId="Web-{5EF34210-6AED-506F-1FE6-72FD3447183E}" dt="2026-09-14T07:02:14.328" v="176" actId="1076"/>
        <pc:sldMkLst>
          <pc:docMk/>
          <pc:sldMk cId="2007878993" sldId="259"/>
        </pc:sldMkLst>
        <pc:spChg chg="mod">
          <ac:chgData name="Gustavo Gabriel Chavez" userId="S::gchave28@calpoly.edu::f2e535f8-59a6-42e4-a0ae-09caeef9144c" providerId="AD" clId="Web-{5EF34210-6AED-506F-1FE6-72FD3447183E}" dt="2026-09-14T07:02:14.328" v="176" actId="1076"/>
          <ac:spMkLst>
            <pc:docMk/>
            <pc:sldMk cId="2007878993" sldId="259"/>
            <ac:spMk id="2" creationId="{470238A2-F230-2DC2-E7E0-2B97A2248EBB}"/>
          </ac:spMkLst>
        </pc:spChg>
      </pc:sldChg>
      <pc:sldChg chg="addSp modSp">
        <pc:chgData name="Gustavo Gabriel Chavez" userId="S::gchave28@calpoly.edu::f2e535f8-59a6-42e4-a0ae-09caeef9144c" providerId="AD" clId="Web-{5EF34210-6AED-506F-1FE6-72FD3447183E}" dt="2026-09-14T05:30:27.310" v="174"/>
        <pc:sldMkLst>
          <pc:docMk/>
          <pc:sldMk cId="2452431030" sldId="485"/>
        </pc:sldMkLst>
        <pc:graphicFrameChg chg="add mod modGraphic">
          <ac:chgData name="Gustavo Gabriel Chavez" userId="S::gchave28@calpoly.edu::f2e535f8-59a6-42e4-a0ae-09caeef9144c" providerId="AD" clId="Web-{5EF34210-6AED-506F-1FE6-72FD3447183E}" dt="2026-09-14T05:30:27.310" v="174"/>
          <ac:graphicFrameMkLst>
            <pc:docMk/>
            <pc:sldMk cId="2452431030" sldId="485"/>
            <ac:graphicFrameMk id="5" creationId="{0BD947BF-33E1-993D-7EB7-69C23779519D}"/>
          </ac:graphicFrameMkLst>
        </pc:graphicFrameChg>
      </pc:sldChg>
      <pc:sldChg chg="modSp">
        <pc:chgData name="Gustavo Gabriel Chavez" userId="S::gchave28@calpoly.edu::f2e535f8-59a6-42e4-a0ae-09caeef9144c" providerId="AD" clId="Web-{5EF34210-6AED-506F-1FE6-72FD3447183E}" dt="2026-09-14T07:02:07.343" v="175" actId="1076"/>
        <pc:sldMkLst>
          <pc:docMk/>
          <pc:sldMk cId="4067373681" sldId="486"/>
        </pc:sldMkLst>
        <pc:spChg chg="mod">
          <ac:chgData name="Gustavo Gabriel Chavez" userId="S::gchave28@calpoly.edu::f2e535f8-59a6-42e4-a0ae-09caeef9144c" providerId="AD" clId="Web-{5EF34210-6AED-506F-1FE6-72FD3447183E}" dt="2026-09-14T07:02:07.343" v="175" actId="1076"/>
          <ac:spMkLst>
            <pc:docMk/>
            <pc:sldMk cId="4067373681" sldId="486"/>
            <ac:spMk id="3" creationId="{6E8AB6AF-5717-12B7-C89B-B00859E4A1C6}"/>
          </ac:spMkLst>
        </pc:spChg>
      </pc:sldChg>
      <pc:sldChg chg="modSp">
        <pc:chgData name="Gustavo Gabriel Chavez" userId="S::gchave28@calpoly.edu::f2e535f8-59a6-42e4-a0ae-09caeef9144c" providerId="AD" clId="Web-{5EF34210-6AED-506F-1FE6-72FD3447183E}" dt="2026-09-14T02:47:21.043" v="168" actId="20577"/>
        <pc:sldMkLst>
          <pc:docMk/>
          <pc:sldMk cId="1074723319" sldId="487"/>
        </pc:sldMkLst>
        <pc:spChg chg="mod">
          <ac:chgData name="Gustavo Gabriel Chavez" userId="S::gchave28@calpoly.edu::f2e535f8-59a6-42e4-a0ae-09caeef9144c" providerId="AD" clId="Web-{5EF34210-6AED-506F-1FE6-72FD3447183E}" dt="2026-09-14T02:47:21.043" v="168" actId="20577"/>
          <ac:spMkLst>
            <pc:docMk/>
            <pc:sldMk cId="1074723319" sldId="487"/>
            <ac:spMk id="7" creationId="{88246DA3-F2ED-68DB-331D-112E99182BF2}"/>
          </ac:spMkLst>
        </pc:spChg>
      </pc:sldChg>
      <pc:sldChg chg="delSp">
        <pc:chgData name="Gustavo Gabriel Chavez" userId="S::gchave28@calpoly.edu::f2e535f8-59a6-42e4-a0ae-09caeef9144c" providerId="AD" clId="Web-{5EF34210-6AED-506F-1FE6-72FD3447183E}" dt="2026-09-14T02:42:41.853" v="154"/>
        <pc:sldMkLst>
          <pc:docMk/>
          <pc:sldMk cId="3653172102" sldId="495"/>
        </pc:sldMkLst>
      </pc:sldChg>
      <pc:sldChg chg="addSp modSp">
        <pc:chgData name="Gustavo Gabriel Chavez" userId="S::gchave28@calpoly.edu::f2e535f8-59a6-42e4-a0ae-09caeef9144c" providerId="AD" clId="Web-{5EF34210-6AED-506F-1FE6-72FD3447183E}" dt="2026-09-14T02:39:07.148" v="153" actId="1076"/>
        <pc:sldMkLst>
          <pc:docMk/>
          <pc:sldMk cId="2172303560" sldId="503"/>
        </pc:sldMkLst>
        <pc:spChg chg="add mod">
          <ac:chgData name="Gustavo Gabriel Chavez" userId="S::gchave28@calpoly.edu::f2e535f8-59a6-42e4-a0ae-09caeef9144c" providerId="AD" clId="Web-{5EF34210-6AED-506F-1FE6-72FD3447183E}" dt="2026-09-14T02:39:01.429" v="150" actId="1076"/>
          <ac:spMkLst>
            <pc:docMk/>
            <pc:sldMk cId="2172303560" sldId="503"/>
            <ac:spMk id="2" creationId="{9552791E-18B1-CE18-752D-8D5510DEC963}"/>
          </ac:spMkLst>
        </pc:spChg>
        <pc:spChg chg="mod">
          <ac:chgData name="Gustavo Gabriel Chavez" userId="S::gchave28@calpoly.edu::f2e535f8-59a6-42e4-a0ae-09caeef9144c" providerId="AD" clId="Web-{5EF34210-6AED-506F-1FE6-72FD3447183E}" dt="2026-09-14T02:27:24.331" v="130" actId="1076"/>
          <ac:spMkLst>
            <pc:docMk/>
            <pc:sldMk cId="2172303560" sldId="503"/>
            <ac:spMk id="11" creationId="{D92A8857-F70B-64AC-10FB-B2878D5B9528}"/>
          </ac:spMkLst>
        </pc:spChg>
        <pc:picChg chg="mod">
          <ac:chgData name="Gustavo Gabriel Chavez" userId="S::gchave28@calpoly.edu::f2e535f8-59a6-42e4-a0ae-09caeef9144c" providerId="AD" clId="Web-{5EF34210-6AED-506F-1FE6-72FD3447183E}" dt="2026-09-14T02:27:21.128" v="128" actId="14100"/>
          <ac:picMkLst>
            <pc:docMk/>
            <pc:sldMk cId="2172303560" sldId="503"/>
            <ac:picMk id="8" creationId="{3F9FC3AD-CDE0-B6D9-F086-2D86414D64A3}"/>
          </ac:picMkLst>
        </pc:picChg>
        <pc:picChg chg="add mod">
          <ac:chgData name="Gustavo Gabriel Chavez" userId="S::gchave28@calpoly.edu::f2e535f8-59a6-42e4-a0ae-09caeef9144c" providerId="AD" clId="Web-{5EF34210-6AED-506F-1FE6-72FD3447183E}" dt="2026-09-14T02:39:07.148" v="153" actId="1076"/>
          <ac:picMkLst>
            <pc:docMk/>
            <pc:sldMk cId="2172303560" sldId="503"/>
            <ac:picMk id="9" creationId="{9A9D7698-983E-8049-E720-C9B2002D7EBB}"/>
          </ac:picMkLst>
        </pc:picChg>
        <pc:picChg chg="mod">
          <ac:chgData name="Gustavo Gabriel Chavez" userId="S::gchave28@calpoly.edu::f2e535f8-59a6-42e4-a0ae-09caeef9144c" providerId="AD" clId="Web-{5EF34210-6AED-506F-1FE6-72FD3447183E}" dt="2026-09-14T02:38:59.633" v="149" actId="1076"/>
          <ac:picMkLst>
            <pc:docMk/>
            <pc:sldMk cId="2172303560" sldId="503"/>
            <ac:picMk id="10" creationId="{E593F4B9-435D-63E1-4269-C2B08F198E8B}"/>
          </ac:picMkLst>
        </pc:picChg>
      </pc:sldChg>
    </pc:docChg>
  </pc:docChgLst>
  <pc:docChgLst>
    <pc:chgData name="Raymond Lopez" userId="S::rlope122@calpoly.edu::c4c9231f-ca51-4b92-8dea-8604c66d08ec" providerId="AD" clId="Web-{DC942319-9F29-DE06-68E6-D9DD1EED4189}"/>
    <pc:docChg chg="modSld">
      <pc:chgData name="Raymond Lopez" userId="S::rlope122@calpoly.edu::c4c9231f-ca51-4b92-8dea-8604c66d08ec" providerId="AD" clId="Web-{DC942319-9F29-DE06-68E6-D9DD1EED4189}" dt="2026-09-16T06:31:47.138" v="15" actId="20577"/>
      <pc:docMkLst>
        <pc:docMk/>
      </pc:docMkLst>
      <pc:sldChg chg="modSp">
        <pc:chgData name="Raymond Lopez" userId="S::rlope122@calpoly.edu::c4c9231f-ca51-4b92-8dea-8604c66d08ec" providerId="AD" clId="Web-{DC942319-9F29-DE06-68E6-D9DD1EED4189}" dt="2026-09-16T06:31:47.138" v="15" actId="20577"/>
        <pc:sldMkLst>
          <pc:docMk/>
          <pc:sldMk cId="4067373681" sldId="486"/>
        </pc:sldMkLst>
      </pc:sldChg>
    </pc:docChg>
  </pc:docChgLst>
  <pc:docChgLst>
    <pc:chgData name="Gustavo Gabriel Chavez" userId="S::gchave28@calpoly.edu::f2e535f8-59a6-42e4-a0ae-09caeef9144c" providerId="AD" clId="Web-{BC1CAF2C-EBCF-CAEB-8D40-7D58CE3ABC77}"/>
    <pc:docChg chg="delSld modSection">
      <pc:chgData name="Gustavo Gabriel Chavez" userId="S::gchave28@calpoly.edu::f2e535f8-59a6-42e4-a0ae-09caeef9144c" providerId="AD" clId="Web-{BC1CAF2C-EBCF-CAEB-8D40-7D58CE3ABC77}" dt="2026-09-18T21:22:33.053" v="0"/>
      <pc:docMkLst>
        <pc:docMk/>
      </pc:docMkLst>
    </pc:docChg>
  </pc:docChgLst>
  <pc:docChgLst>
    <pc:chgData name="Raymond Lopez" userId="c4c9231f-ca51-4b92-8dea-8604c66d08ec" providerId="ADAL" clId="{A624BCC2-8156-42F8-B85E-E48AEE0C4FBF}"/>
    <pc:docChg chg="custSel modSld">
      <pc:chgData name="Raymond Lopez" userId="c4c9231f-ca51-4b92-8dea-8604c66d08ec" providerId="ADAL" clId="{A624BCC2-8156-42F8-B85E-E48AEE0C4FBF}" dt="2026-09-17T02:52:34.543" v="2617" actId="20577"/>
      <pc:docMkLst>
        <pc:docMk/>
      </pc:docMkLst>
      <pc:sldChg chg="addSp delSp modSp mod">
        <pc:chgData name="Raymond Lopez" userId="c4c9231f-ca51-4b92-8dea-8604c66d08ec" providerId="ADAL" clId="{A624BCC2-8156-42F8-B85E-E48AEE0C4FBF}" dt="2026-09-12T18:15:12.977" v="883" actId="14100"/>
        <pc:sldMkLst>
          <pc:docMk/>
          <pc:sldMk cId="3160462016" sldId="484"/>
        </pc:sldMkLst>
        <pc:spChg chg="mod">
          <ac:chgData name="Raymond Lopez" userId="c4c9231f-ca51-4b92-8dea-8604c66d08ec" providerId="ADAL" clId="{A624BCC2-8156-42F8-B85E-E48AEE0C4FBF}" dt="2026-09-12T17:59:06.812" v="379" actId="20577"/>
          <ac:spMkLst>
            <pc:docMk/>
            <pc:sldMk cId="3160462016" sldId="484"/>
            <ac:spMk id="2" creationId="{D6FFE5A1-AF47-5213-8058-FDC1B9F1369B}"/>
          </ac:spMkLst>
        </pc:spChg>
        <pc:spChg chg="add mod">
          <ac:chgData name="Raymond Lopez" userId="c4c9231f-ca51-4b92-8dea-8604c66d08ec" providerId="ADAL" clId="{A624BCC2-8156-42F8-B85E-E48AEE0C4FBF}" dt="2026-09-12T18:00:59.948" v="428" actId="115"/>
          <ac:spMkLst>
            <pc:docMk/>
            <pc:sldMk cId="3160462016" sldId="484"/>
            <ac:spMk id="7" creationId="{056B20B8-8742-5F7A-B776-E7FBDF8DE33F}"/>
          </ac:spMkLst>
        </pc:spChg>
        <pc:spChg chg="add mod">
          <ac:chgData name="Raymond Lopez" userId="c4c9231f-ca51-4b92-8dea-8604c66d08ec" providerId="ADAL" clId="{A624BCC2-8156-42F8-B85E-E48AEE0C4FBF}" dt="2026-09-12T18:15:06.171" v="882" actId="20577"/>
          <ac:spMkLst>
            <pc:docMk/>
            <pc:sldMk cId="3160462016" sldId="484"/>
            <ac:spMk id="8" creationId="{E334511E-D287-9628-407C-E0DE294A24F1}"/>
          </ac:spMkLst>
        </pc:spChg>
        <pc:picChg chg="add mod">
          <ac:chgData name="Raymond Lopez" userId="c4c9231f-ca51-4b92-8dea-8604c66d08ec" providerId="ADAL" clId="{A624BCC2-8156-42F8-B85E-E48AEE0C4FBF}" dt="2026-09-12T18:15:12.977" v="883" actId="14100"/>
          <ac:picMkLst>
            <pc:docMk/>
            <pc:sldMk cId="3160462016" sldId="484"/>
            <ac:picMk id="5" creationId="{043CFB9A-3B64-BE62-F86A-2E7C9A364439}"/>
          </ac:picMkLst>
        </pc:picChg>
      </pc:sldChg>
      <pc:sldChg chg="modSp mod">
        <pc:chgData name="Raymond Lopez" userId="c4c9231f-ca51-4b92-8dea-8604c66d08ec" providerId="ADAL" clId="{A624BCC2-8156-42F8-B85E-E48AEE0C4FBF}" dt="2026-09-12T18:24:59.331" v="962" actId="20577"/>
        <pc:sldMkLst>
          <pc:docMk/>
          <pc:sldMk cId="2452431030" sldId="485"/>
        </pc:sldMkLst>
        <pc:spChg chg="mod">
          <ac:chgData name="Raymond Lopez" userId="c4c9231f-ca51-4b92-8dea-8604c66d08ec" providerId="ADAL" clId="{A624BCC2-8156-42F8-B85E-E48AEE0C4FBF}" dt="2026-09-12T18:24:59.331" v="962" actId="20577"/>
          <ac:spMkLst>
            <pc:docMk/>
            <pc:sldMk cId="2452431030" sldId="485"/>
            <ac:spMk id="2" creationId="{A58E9874-E387-C083-A288-32823C402C5A}"/>
          </ac:spMkLst>
        </pc:spChg>
      </pc:sldChg>
      <pc:sldChg chg="addSp delSp modSp mod">
        <pc:chgData name="Raymond Lopez" userId="c4c9231f-ca51-4b92-8dea-8604c66d08ec" providerId="ADAL" clId="{A624BCC2-8156-42F8-B85E-E48AEE0C4FBF}" dt="2026-09-12T18:19:01.599" v="948" actId="20577"/>
        <pc:sldMkLst>
          <pc:docMk/>
          <pc:sldMk cId="1074723319" sldId="487"/>
        </pc:sldMkLst>
        <pc:spChg chg="mod">
          <ac:chgData name="Raymond Lopez" userId="c4c9231f-ca51-4b92-8dea-8604c66d08ec" providerId="ADAL" clId="{A624BCC2-8156-42F8-B85E-E48AEE0C4FBF}" dt="2026-09-12T18:18:57.889" v="946" actId="20577"/>
          <ac:spMkLst>
            <pc:docMk/>
            <pc:sldMk cId="1074723319" sldId="487"/>
            <ac:spMk id="6" creationId="{11357A53-DACF-5967-DD96-9216B3E01497}"/>
          </ac:spMkLst>
        </pc:spChg>
        <pc:spChg chg="mod">
          <ac:chgData name="Raymond Lopez" userId="c4c9231f-ca51-4b92-8dea-8604c66d08ec" providerId="ADAL" clId="{A624BCC2-8156-42F8-B85E-E48AEE0C4FBF}" dt="2026-09-12T18:19:01.599" v="948" actId="20577"/>
          <ac:spMkLst>
            <pc:docMk/>
            <pc:sldMk cId="1074723319" sldId="487"/>
            <ac:spMk id="7" creationId="{88246DA3-F2ED-68DB-331D-112E99182BF2}"/>
          </ac:spMkLst>
        </pc:spChg>
        <pc:picChg chg="add mod">
          <ac:chgData name="Raymond Lopez" userId="c4c9231f-ca51-4b92-8dea-8604c66d08ec" providerId="ADAL" clId="{A624BCC2-8156-42F8-B85E-E48AEE0C4FBF}" dt="2026-09-12T17:42:48.480" v="30" actId="14100"/>
          <ac:picMkLst>
            <pc:docMk/>
            <pc:sldMk cId="1074723319" sldId="487"/>
            <ac:picMk id="9" creationId="{FDB5897A-35D6-00F7-0AD4-E7AAC42075F8}"/>
          </ac:picMkLst>
        </pc:picChg>
      </pc:sldChg>
      <pc:sldChg chg="addSp delSp modSp mod">
        <pc:chgData name="Raymond Lopez" userId="c4c9231f-ca51-4b92-8dea-8604c66d08ec" providerId="ADAL" clId="{A624BCC2-8156-42F8-B85E-E48AEE0C4FBF}" dt="2026-09-17T02:52:34.543" v="2617" actId="20577"/>
        <pc:sldMkLst>
          <pc:docMk/>
          <pc:sldMk cId="67542657" sldId="504"/>
        </pc:sldMkLst>
        <pc:spChg chg="mod">
          <ac:chgData name="Raymond Lopez" userId="c4c9231f-ca51-4b92-8dea-8604c66d08ec" providerId="ADAL" clId="{A624BCC2-8156-42F8-B85E-E48AEE0C4FBF}" dt="2026-09-16T21:34:07.170" v="1003" actId="20577"/>
          <ac:spMkLst>
            <pc:docMk/>
            <pc:sldMk cId="67542657" sldId="504"/>
            <ac:spMk id="2" creationId="{62E01928-528A-5868-67E3-20D1BCA13C19}"/>
          </ac:spMkLst>
        </pc:spChg>
        <pc:spChg chg="mod">
          <ac:chgData name="Raymond Lopez" userId="c4c9231f-ca51-4b92-8dea-8604c66d08ec" providerId="ADAL" clId="{A624BCC2-8156-42F8-B85E-E48AEE0C4FBF}" dt="2026-09-17T02:21:24.688" v="2443" actId="20577"/>
          <ac:spMkLst>
            <pc:docMk/>
            <pc:sldMk cId="67542657" sldId="504"/>
            <ac:spMk id="4" creationId="{50DEC104-2A25-B23B-48BF-37FCCA89903F}"/>
          </ac:spMkLst>
        </pc:spChg>
        <pc:spChg chg="add mod">
          <ac:chgData name="Raymond Lopez" userId="c4c9231f-ca51-4b92-8dea-8604c66d08ec" providerId="ADAL" clId="{A624BCC2-8156-42F8-B85E-E48AEE0C4FBF}" dt="2026-09-17T02:24:30.710" v="2447" actId="1076"/>
          <ac:spMkLst>
            <pc:docMk/>
            <pc:sldMk cId="67542657" sldId="504"/>
            <ac:spMk id="6" creationId="{11D6C00B-EE17-1A87-186F-6D012382DBBF}"/>
          </ac:spMkLst>
        </pc:spChg>
        <pc:spChg chg="add mod">
          <ac:chgData name="Raymond Lopez" userId="c4c9231f-ca51-4b92-8dea-8604c66d08ec" providerId="ADAL" clId="{A624BCC2-8156-42F8-B85E-E48AEE0C4FBF}" dt="2026-09-17T02:24:35.404" v="2448" actId="1076"/>
          <ac:spMkLst>
            <pc:docMk/>
            <pc:sldMk cId="67542657" sldId="504"/>
            <ac:spMk id="7" creationId="{F8C7A6B5-01ED-6655-97E2-C36C5C2909AA}"/>
          </ac:spMkLst>
        </pc:spChg>
        <pc:graphicFrameChg chg="add mod ord modGraphic">
          <ac:chgData name="Raymond Lopez" userId="c4c9231f-ca51-4b92-8dea-8604c66d08ec" providerId="ADAL" clId="{A624BCC2-8156-42F8-B85E-E48AEE0C4FBF}" dt="2026-09-17T02:52:34.543" v="2617" actId="20577"/>
          <ac:graphicFrameMkLst>
            <pc:docMk/>
            <pc:sldMk cId="67542657" sldId="504"/>
            <ac:graphicFrameMk id="14" creationId="{29028766-7CC4-133A-BE5E-4EE9445F39AC}"/>
          </ac:graphicFrameMkLst>
        </pc:graphicFrameChg>
        <pc:cxnChg chg="add mod">
          <ac:chgData name="Raymond Lopez" userId="c4c9231f-ca51-4b92-8dea-8604c66d08ec" providerId="ADAL" clId="{A624BCC2-8156-42F8-B85E-E48AEE0C4FBF}" dt="2026-09-16T21:37:31.374" v="1043" actId="1582"/>
          <ac:cxnSpMkLst>
            <pc:docMk/>
            <pc:sldMk cId="67542657" sldId="504"/>
            <ac:cxnSpMk id="9" creationId="{ED950875-235D-AC95-D070-2909A488D297}"/>
          </ac:cxnSpMkLst>
        </pc:cxnChg>
      </pc:sldChg>
    </pc:docChg>
  </pc:docChgLst>
  <pc:docChgLst>
    <pc:chgData name="Guest User" userId="S::urn:spo:tenantanon#1b0d02db-fc9e-4495-9537-1d379cca2ae7::" providerId="AD" clId="Web-{FD353F0D-D480-6A29-5D9D-52D88E4453D5}"/>
    <pc:docChg chg="modSld">
      <pc:chgData name="Guest User" userId="S::urn:spo:tenantanon#1b0d02db-fc9e-4495-9537-1d379cca2ae7::" providerId="AD" clId="Web-{FD353F0D-D480-6A29-5D9D-52D88E4453D5}" dt="2026-09-26T01:09:20.851" v="0" actId="1076"/>
      <pc:docMkLst>
        <pc:docMk/>
      </pc:docMkLst>
      <pc:sldChg chg="modSp">
        <pc:chgData name="Guest User" userId="S::urn:spo:tenantanon#1b0d02db-fc9e-4495-9537-1d379cca2ae7::" providerId="AD" clId="Web-{FD353F0D-D480-6A29-5D9D-52D88E4453D5}" dt="2026-09-26T01:09:20.851" v="0" actId="1076"/>
        <pc:sldMkLst>
          <pc:docMk/>
          <pc:sldMk cId="483603024" sldId="489"/>
        </pc:sldMkLst>
        <pc:picChg chg="mod">
          <ac:chgData name="Guest User" userId="S::urn:spo:tenantanon#1b0d02db-fc9e-4495-9537-1d379cca2ae7::" providerId="AD" clId="Web-{FD353F0D-D480-6A29-5D9D-52D88E4453D5}" dt="2026-09-26T01:09:20.851" v="0" actId="1076"/>
          <ac:picMkLst>
            <pc:docMk/>
            <pc:sldMk cId="483603024" sldId="489"/>
            <ac:picMk id="5" creationId="{981646BE-BEEA-8C13-D725-0ADF943C95E2}"/>
          </ac:picMkLst>
        </pc:picChg>
      </pc:sldChg>
    </pc:docChg>
  </pc:docChgLst>
  <pc:docChgLst>
    <pc:chgData name="Zach Klaus" userId="S::zklaus@calpoly.edu::f65329fa-5532-407d-b2e3-ed919655e79e" providerId="AD" clId="Web-{3E432CD0-86DC-7DB0-36C3-9764C214A3B7}"/>
    <pc:docChg chg="sldOrd">
      <pc:chgData name="Zach Klaus" userId="S::zklaus@calpoly.edu::f65329fa-5532-407d-b2e3-ed919655e79e" providerId="AD" clId="Web-{3E432CD0-86DC-7DB0-36C3-9764C214A3B7}" dt="2026-10-04T00:01:19.655" v="0"/>
      <pc:docMkLst>
        <pc:docMk/>
      </pc:docMkLst>
      <pc:sldChg chg="ord">
        <pc:chgData name="Zach Klaus" userId="S::zklaus@calpoly.edu::f65329fa-5532-407d-b2e3-ed919655e79e" providerId="AD" clId="Web-{3E432CD0-86DC-7DB0-36C3-9764C214A3B7}" dt="2026-10-04T00:01:19.655" v="0"/>
        <pc:sldMkLst>
          <pc:docMk/>
          <pc:sldMk cId="1074723319" sldId="487"/>
        </pc:sldMkLst>
      </pc:sldChg>
    </pc:docChg>
  </pc:docChgLst>
  <pc:docChgLst>
    <pc:chgData name="Gustavo Gabriel Chavez" userId="S::gchave28@calpoly.edu::f2e535f8-59a6-42e4-a0ae-09caeef9144c" providerId="AD" clId="Web-{0AD13DA2-FDF4-87B7-98F6-7906E387D99A}"/>
    <pc:docChg chg="modSld sldOrd">
      <pc:chgData name="Gustavo Gabriel Chavez" userId="S::gchave28@calpoly.edu::f2e535f8-59a6-42e4-a0ae-09caeef9144c" providerId="AD" clId="Web-{0AD13DA2-FDF4-87B7-98F6-7906E387D99A}" dt="2026-09-19T17:05:52.584" v="96" actId="20577"/>
      <pc:docMkLst>
        <pc:docMk/>
      </pc:docMkLst>
      <pc:sldChg chg="modSp">
        <pc:chgData name="Gustavo Gabriel Chavez" userId="S::gchave28@calpoly.edu::f2e535f8-59a6-42e4-a0ae-09caeef9144c" providerId="AD" clId="Web-{0AD13DA2-FDF4-87B7-98F6-7906E387D99A}" dt="2026-09-19T17:05:52.584" v="96" actId="20577"/>
        <pc:sldMkLst>
          <pc:docMk/>
          <pc:sldMk cId="2007878993" sldId="259"/>
        </pc:sldMkLst>
        <pc:spChg chg="mod">
          <ac:chgData name="Gustavo Gabriel Chavez" userId="S::gchave28@calpoly.edu::f2e535f8-59a6-42e4-a0ae-09caeef9144c" providerId="AD" clId="Web-{0AD13DA2-FDF4-87B7-98F6-7906E387D99A}" dt="2026-09-19T17:05:52.584" v="96" actId="20577"/>
          <ac:spMkLst>
            <pc:docMk/>
            <pc:sldMk cId="2007878993" sldId="259"/>
            <ac:spMk id="4" creationId="{E8B227F9-3B0E-1846-3491-4BDFE1BD587A}"/>
          </ac:spMkLst>
        </pc:spChg>
      </pc:sldChg>
      <pc:sldChg chg="modSp ord">
        <pc:chgData name="Gustavo Gabriel Chavez" userId="S::gchave28@calpoly.edu::f2e535f8-59a6-42e4-a0ae-09caeef9144c" providerId="AD" clId="Web-{0AD13DA2-FDF4-87B7-98F6-7906E387D99A}" dt="2026-09-19T16:54:45.485" v="29"/>
        <pc:sldMkLst>
          <pc:docMk/>
          <pc:sldMk cId="4294279389" sldId="482"/>
        </pc:sldMkLst>
        <pc:graphicFrameChg chg="mod modGraphic">
          <ac:chgData name="Gustavo Gabriel Chavez" userId="S::gchave28@calpoly.edu::f2e535f8-59a6-42e4-a0ae-09caeef9144c" providerId="AD" clId="Web-{0AD13DA2-FDF4-87B7-98F6-7906E387D99A}" dt="2026-09-19T16:53:43.389" v="28"/>
          <ac:graphicFrameMkLst>
            <pc:docMk/>
            <pc:sldMk cId="4294279389" sldId="482"/>
            <ac:graphicFrameMk id="8" creationId="{C12E6A51-504B-1949-2892-7157964A0A71}"/>
          </ac:graphicFrameMkLst>
        </pc:graphicFrameChg>
      </pc:sldChg>
    </pc:docChg>
  </pc:docChgLst>
  <pc:docChgLst>
    <pc:chgData name="Robert Saunders" userId="S::rcsaunde@calpoly.edu::44f77e58-4db9-4015-b3cc-5270a1fa7dbd" providerId="AD" clId="Web-{ED4D8E6E-E80E-7A58-C804-AA52A006D169}"/>
    <pc:docChg chg="modSld">
      <pc:chgData name="Robert Saunders" userId="S::rcsaunde@calpoly.edu::44f77e58-4db9-4015-b3cc-5270a1fa7dbd" providerId="AD" clId="Web-{ED4D8E6E-E80E-7A58-C804-AA52A006D169}" dt="2026-09-13T22:18:02.896" v="1"/>
      <pc:docMkLst>
        <pc:docMk/>
      </pc:docMkLst>
      <pc:sldChg chg="addSp delSp modSp">
        <pc:chgData name="Robert Saunders" userId="S::rcsaunde@calpoly.edu::44f77e58-4db9-4015-b3cc-5270a1fa7dbd" providerId="AD" clId="Web-{ED4D8E6E-E80E-7A58-C804-AA52A006D169}" dt="2026-09-13T22:18:02.896" v="1"/>
        <pc:sldMkLst>
          <pc:docMk/>
          <pc:sldMk cId="3653172102" sldId="495"/>
        </pc:sldMkLst>
      </pc:sldChg>
      <pc:sldChg chg="delSp">
        <pc:chgData name="Robert Saunders" userId="S::rcsaunde@calpoly.edu::44f77e58-4db9-4015-b3cc-5270a1fa7dbd" providerId="AD" clId="Web-{ED4D8E6E-E80E-7A58-C804-AA52A006D169}" dt="2026-09-13T22:18:01.365" v="0"/>
        <pc:sldMkLst>
          <pc:docMk/>
          <pc:sldMk cId="1338847170" sldId="496"/>
        </pc:sldMkLst>
      </pc:sldChg>
    </pc:docChg>
  </pc:docChgLst>
  <pc:docChgLst>
    <pc:chgData name="Noah David Shefer" userId="S::nshefer@calpoly.edu::8c08af93-95ff-440b-8e21-ae27e9ec0ceb" providerId="AD" clId="Web-{00000000-0000-0000-0000-000000000000}"/>
    <pc:docChg chg="mod addSld modSld modSection">
      <pc:chgData name="Noah David Shefer" userId="S::nshefer@calpoly.edu::8c08af93-95ff-440b-8e21-ae27e9ec0ceb" providerId="AD" clId="Web-{00000000-0000-0000-0000-000000000000}" dt="2026-09-19T07:00:33.279" v="1245" actId="20577"/>
      <pc:docMkLst>
        <pc:docMk/>
      </pc:docMkLst>
      <pc:sldChg chg="modSp">
        <pc:chgData name="Noah David Shefer" userId="S::nshefer@calpoly.edu::8c08af93-95ff-440b-8e21-ae27e9ec0ceb" providerId="AD" clId="Web-{00000000-0000-0000-0000-000000000000}" dt="2026-09-19T06:46:54.458" v="828"/>
        <pc:sldMkLst>
          <pc:docMk/>
          <pc:sldMk cId="4294279389" sldId="482"/>
        </pc:sldMkLst>
        <pc:graphicFrameChg chg="mod modGraphic">
          <ac:chgData name="Noah David Shefer" userId="S::nshefer@calpoly.edu::8c08af93-95ff-440b-8e21-ae27e9ec0ceb" providerId="AD" clId="Web-{00000000-0000-0000-0000-000000000000}" dt="2026-09-19T06:46:54.458" v="828"/>
          <ac:graphicFrameMkLst>
            <pc:docMk/>
            <pc:sldMk cId="4294279389" sldId="482"/>
            <ac:graphicFrameMk id="8" creationId="{C12E6A51-504B-1949-2892-7157964A0A71}"/>
          </ac:graphicFrameMkLst>
        </pc:graphicFrameChg>
      </pc:sldChg>
      <pc:sldChg chg="modSp">
        <pc:chgData name="Noah David Shefer" userId="S::nshefer@calpoly.edu::8c08af93-95ff-440b-8e21-ae27e9ec0ceb" providerId="AD" clId="Web-{00000000-0000-0000-0000-000000000000}" dt="2026-09-19T06:47:39.754" v="842"/>
        <pc:sldMkLst>
          <pc:docMk/>
          <pc:sldMk cId="2452431030" sldId="485"/>
        </pc:sldMkLst>
        <pc:graphicFrameChg chg="mod modGraphic">
          <ac:chgData name="Noah David Shefer" userId="S::nshefer@calpoly.edu::8c08af93-95ff-440b-8e21-ae27e9ec0ceb" providerId="AD" clId="Web-{00000000-0000-0000-0000-000000000000}" dt="2026-09-19T06:47:39.754" v="842"/>
          <ac:graphicFrameMkLst>
            <pc:docMk/>
            <pc:sldMk cId="2452431030" sldId="485"/>
            <ac:graphicFrameMk id="5" creationId="{0BD947BF-33E1-993D-7EB7-69C23779519D}"/>
          </ac:graphicFrameMkLst>
        </pc:graphicFrameChg>
      </pc:sldChg>
      <pc:sldChg chg="modSp">
        <pc:chgData name="Noah David Shefer" userId="S::nshefer@calpoly.edu::8c08af93-95ff-440b-8e21-ae27e9ec0ceb" providerId="AD" clId="Web-{00000000-0000-0000-0000-000000000000}" dt="2026-09-19T06:40:28.461" v="774" actId="20577"/>
        <pc:sldMkLst>
          <pc:docMk/>
          <pc:sldMk cId="4067373681" sldId="486"/>
        </pc:sldMkLst>
        <pc:spChg chg="mod">
          <ac:chgData name="Noah David Shefer" userId="S::nshefer@calpoly.edu::8c08af93-95ff-440b-8e21-ae27e9ec0ceb" providerId="AD" clId="Web-{00000000-0000-0000-0000-000000000000}" dt="2026-09-19T06:40:28.461" v="774" actId="20577"/>
          <ac:spMkLst>
            <pc:docMk/>
            <pc:sldMk cId="4067373681" sldId="486"/>
            <ac:spMk id="3" creationId="{6E8AB6AF-5717-12B7-C89B-B00859E4A1C6}"/>
          </ac:spMkLst>
        </pc:spChg>
      </pc:sldChg>
      <pc:sldChg chg="modSp">
        <pc:chgData name="Noah David Shefer" userId="S::nshefer@calpoly.edu::8c08af93-95ff-440b-8e21-ae27e9ec0ceb" providerId="AD" clId="Web-{00000000-0000-0000-0000-000000000000}" dt="2026-09-19T06:48:56.613" v="844" actId="1076"/>
        <pc:sldMkLst>
          <pc:docMk/>
          <pc:sldMk cId="483603024" sldId="489"/>
        </pc:sldMkLst>
        <pc:picChg chg="mod">
          <ac:chgData name="Noah David Shefer" userId="S::nshefer@calpoly.edu::8c08af93-95ff-440b-8e21-ae27e9ec0ceb" providerId="AD" clId="Web-{00000000-0000-0000-0000-000000000000}" dt="2026-09-19T06:48:56.613" v="844" actId="1076"/>
          <ac:picMkLst>
            <pc:docMk/>
            <pc:sldMk cId="483603024" sldId="489"/>
            <ac:picMk id="5" creationId="{981646BE-BEEA-8C13-D725-0ADF943C95E2}"/>
          </ac:picMkLst>
        </pc:picChg>
      </pc:sldChg>
      <pc:sldChg chg="modSp">
        <pc:chgData name="Noah David Shefer" userId="S::nshefer@calpoly.edu::8c08af93-95ff-440b-8e21-ae27e9ec0ceb" providerId="AD" clId="Web-{00000000-0000-0000-0000-000000000000}" dt="2026-09-19T06:02:03.431" v="63"/>
        <pc:sldMkLst>
          <pc:docMk/>
          <pc:sldMk cId="18621472" sldId="492"/>
        </pc:sldMkLst>
        <pc:picChg chg="mod modCrop">
          <ac:chgData name="Noah David Shefer" userId="S::nshefer@calpoly.edu::8c08af93-95ff-440b-8e21-ae27e9ec0ceb" providerId="AD" clId="Web-{00000000-0000-0000-0000-000000000000}" dt="2026-09-19T06:02:03.431" v="63"/>
          <ac:picMkLst>
            <pc:docMk/>
            <pc:sldMk cId="18621472" sldId="492"/>
            <ac:picMk id="5" creationId="{A767BFCD-1A90-EAC7-D54D-581B15D05CFA}"/>
          </ac:picMkLst>
        </pc:picChg>
      </pc:sldChg>
      <pc:sldChg chg="modSp modCm">
        <pc:chgData name="Noah David Shefer" userId="S::nshefer@calpoly.edu::8c08af93-95ff-440b-8e21-ae27e9ec0ceb" providerId="AD" clId="Web-{00000000-0000-0000-0000-000000000000}" dt="2026-09-19T06:57:40.249" v="1236" actId="20577"/>
        <pc:sldMkLst>
          <pc:docMk/>
          <pc:sldMk cId="135787015" sldId="493"/>
        </pc:sldMkLst>
        <pc:spChg chg="mod">
          <ac:chgData name="Noah David Shefer" userId="S::nshefer@calpoly.edu::8c08af93-95ff-440b-8e21-ae27e9ec0ceb" providerId="AD" clId="Web-{00000000-0000-0000-0000-000000000000}" dt="2026-09-19T06:57:40.249" v="1236" actId="20577"/>
          <ac:spMkLst>
            <pc:docMk/>
            <pc:sldMk cId="135787015" sldId="493"/>
            <ac:spMk id="8" creationId="{DD3CE074-92F5-7F4B-D3A3-3B2C91E921C9}"/>
          </ac:spMkLst>
        </pc:spChg>
        <pc:extLst>
          <p:ext xmlns:p="http://schemas.openxmlformats.org/presentationml/2006/main" uri="{D6D511B9-2390-475A-947B-AFAB55BFBCF1}">
            <pc226:cmChg xmlns:pc226="http://schemas.microsoft.com/office/powerpoint/2022/06/main/command" chg="mod">
              <pc226:chgData name="Noah David Shefer" userId="S::nshefer@calpoly.edu::8c08af93-95ff-440b-8e21-ae27e9ec0ceb" providerId="AD" clId="Web-{00000000-0000-0000-0000-000000000000}" dt="2026-09-19T06:57:04.906" v="1235" actId="20577"/>
              <pc2:cmMkLst xmlns:pc2="http://schemas.microsoft.com/office/powerpoint/2019/9/main/command">
                <pc:docMk/>
                <pc:sldMk cId="135787015" sldId="493"/>
                <pc2:cmMk id="{7554051C-7238-470B-8DF0-0B946553EC7F}"/>
              </pc2:cmMkLst>
            </pc226:cmChg>
          </p:ext>
        </pc:extLst>
      </pc:sldChg>
      <pc:sldChg chg="modSp">
        <pc:chgData name="Noah David Shefer" userId="S::nshefer@calpoly.edu::8c08af93-95ff-440b-8e21-ae27e9ec0ceb" providerId="AD" clId="Web-{00000000-0000-0000-0000-000000000000}" dt="2026-09-19T06:58:04.749" v="1240" actId="20577"/>
        <pc:sldMkLst>
          <pc:docMk/>
          <pc:sldMk cId="661665126" sldId="494"/>
        </pc:sldMkLst>
        <pc:spChg chg="mod">
          <ac:chgData name="Noah David Shefer" userId="S::nshefer@calpoly.edu::8c08af93-95ff-440b-8e21-ae27e9ec0ceb" providerId="AD" clId="Web-{00000000-0000-0000-0000-000000000000}" dt="2026-09-19T06:58:04.749" v="1240" actId="20577"/>
          <ac:spMkLst>
            <pc:docMk/>
            <pc:sldMk cId="661665126" sldId="494"/>
            <ac:spMk id="8" creationId="{F1C92BE2-1604-A539-99D5-2B75F6764D36}"/>
          </ac:spMkLst>
        </pc:spChg>
      </pc:sldChg>
      <pc:sldChg chg="modSp">
        <pc:chgData name="Noah David Shefer" userId="S::nshefer@calpoly.edu::8c08af93-95ff-440b-8e21-ae27e9ec0ceb" providerId="AD" clId="Web-{00000000-0000-0000-0000-000000000000}" dt="2026-09-19T07:00:33.279" v="1245" actId="20577"/>
        <pc:sldMkLst>
          <pc:docMk/>
          <pc:sldMk cId="3186891948" sldId="507"/>
        </pc:sldMkLst>
        <pc:spChg chg="mod">
          <ac:chgData name="Noah David Shefer" userId="S::nshefer@calpoly.edu::8c08af93-95ff-440b-8e21-ae27e9ec0ceb" providerId="AD" clId="Web-{00000000-0000-0000-0000-000000000000}" dt="2026-09-19T07:00:33.279" v="1245" actId="20577"/>
          <ac:spMkLst>
            <pc:docMk/>
            <pc:sldMk cId="3186891948" sldId="507"/>
            <ac:spMk id="4" creationId="{C104CFAC-286E-F4BD-D526-BCD3B21A4D5C}"/>
          </ac:spMkLst>
        </pc:spChg>
      </pc:sldChg>
      <pc:sldChg chg="addSp delSp modSp new">
        <pc:chgData name="Noah David Shefer" userId="S::nshefer@calpoly.edu::8c08af93-95ff-440b-8e21-ae27e9ec0ceb" providerId="AD" clId="Web-{00000000-0000-0000-0000-000000000000}" dt="2026-09-19T06:39:14.071" v="772" actId="1076"/>
        <pc:sldMkLst>
          <pc:docMk/>
          <pc:sldMk cId="4067444596" sldId="515"/>
        </pc:sldMkLst>
        <pc:spChg chg="mod">
          <ac:chgData name="Noah David Shefer" userId="S::nshefer@calpoly.edu::8c08af93-95ff-440b-8e21-ae27e9ec0ceb" providerId="AD" clId="Web-{00000000-0000-0000-0000-000000000000}" dt="2026-09-19T05:56:27.230" v="4" actId="20577"/>
          <ac:spMkLst>
            <pc:docMk/>
            <pc:sldMk cId="4067444596" sldId="515"/>
            <ac:spMk id="2" creationId="{C3D389E7-0BFC-8953-8E02-1CD681685526}"/>
          </ac:spMkLst>
        </pc:spChg>
        <pc:spChg chg="add mod">
          <ac:chgData name="Noah David Shefer" userId="S::nshefer@calpoly.edu::8c08af93-95ff-440b-8e21-ae27e9ec0ceb" providerId="AD" clId="Web-{00000000-0000-0000-0000-000000000000}" dt="2026-09-19T06:00:17.103" v="61" actId="20577"/>
          <ac:spMkLst>
            <pc:docMk/>
            <pc:sldMk cId="4067444596" sldId="515"/>
            <ac:spMk id="5" creationId="{C0F4FF69-BEC4-D3FF-CC26-BCB698005E1C}"/>
          </ac:spMkLst>
        </pc:spChg>
        <pc:spChg chg="add mod">
          <ac:chgData name="Noah David Shefer" userId="S::nshefer@calpoly.edu::8c08af93-95ff-440b-8e21-ae27e9ec0ceb" providerId="AD" clId="Web-{00000000-0000-0000-0000-000000000000}" dt="2026-09-19T06:37:48.400" v="754" actId="1076"/>
          <ac:spMkLst>
            <pc:docMk/>
            <pc:sldMk cId="4067444596" sldId="515"/>
            <ac:spMk id="10" creationId="{C4406956-37C3-E3B2-8430-CE5211D70E54}"/>
          </ac:spMkLst>
        </pc:spChg>
        <pc:spChg chg="add mod">
          <ac:chgData name="Noah David Shefer" userId="S::nshefer@calpoly.edu::8c08af93-95ff-440b-8e21-ae27e9ec0ceb" providerId="AD" clId="Web-{00000000-0000-0000-0000-000000000000}" dt="2026-09-19T06:37:52.446" v="755" actId="1076"/>
          <ac:spMkLst>
            <pc:docMk/>
            <pc:sldMk cId="4067444596" sldId="515"/>
            <ac:spMk id="13" creationId="{3BD0C627-7F5B-3C25-7E91-18C56C528B88}"/>
          </ac:spMkLst>
        </pc:spChg>
        <pc:spChg chg="add mod">
          <ac:chgData name="Noah David Shefer" userId="S::nshefer@calpoly.edu::8c08af93-95ff-440b-8e21-ae27e9ec0ceb" providerId="AD" clId="Web-{00000000-0000-0000-0000-000000000000}" dt="2026-09-19T06:38:30.602" v="768" actId="20577"/>
          <ac:spMkLst>
            <pc:docMk/>
            <pc:sldMk cId="4067444596" sldId="515"/>
            <ac:spMk id="14" creationId="{8924033C-38D0-8716-729F-B4CC0F692EC1}"/>
          </ac:spMkLst>
        </pc:spChg>
        <pc:spChg chg="add mod">
          <ac:chgData name="Noah David Shefer" userId="S::nshefer@calpoly.edu::8c08af93-95ff-440b-8e21-ae27e9ec0ceb" providerId="AD" clId="Web-{00000000-0000-0000-0000-000000000000}" dt="2026-09-19T06:38:39.555" v="771" actId="1076"/>
          <ac:spMkLst>
            <pc:docMk/>
            <pc:sldMk cId="4067444596" sldId="515"/>
            <ac:spMk id="17" creationId="{5AFCCEC9-7902-77C3-8695-D04C0B9FB32E}"/>
          </ac:spMkLst>
        </pc:spChg>
        <pc:spChg chg="add mod">
          <ac:chgData name="Noah David Shefer" userId="S::nshefer@calpoly.edu::8c08af93-95ff-440b-8e21-ae27e9ec0ceb" providerId="AD" clId="Web-{00000000-0000-0000-0000-000000000000}" dt="2026-09-19T06:39:14.071" v="772" actId="1076"/>
          <ac:spMkLst>
            <pc:docMk/>
            <pc:sldMk cId="4067444596" sldId="515"/>
            <ac:spMk id="20" creationId="{DE30C825-90D3-DCF3-BD04-F324AD2B9405}"/>
          </ac:spMkLst>
        </pc:spChg>
        <pc:picChg chg="add mod modCrop">
          <ac:chgData name="Noah David Shefer" userId="S::nshefer@calpoly.edu::8c08af93-95ff-440b-8e21-ae27e9ec0ceb" providerId="AD" clId="Web-{00000000-0000-0000-0000-000000000000}" dt="2026-09-19T06:05:29.478" v="78" actId="14100"/>
          <ac:picMkLst>
            <pc:docMk/>
            <pc:sldMk cId="4067444596" sldId="515"/>
            <ac:picMk id="7" creationId="{2D723DF4-AB3A-CA29-61A2-CBCCEF17B8E2}"/>
          </ac:picMkLst>
        </pc:picChg>
        <pc:picChg chg="add mod">
          <ac:chgData name="Noah David Shefer" userId="S::nshefer@calpoly.edu::8c08af93-95ff-440b-8e21-ae27e9ec0ceb" providerId="AD" clId="Web-{00000000-0000-0000-0000-000000000000}" dt="2026-09-19T06:38:36.852" v="770" actId="1076"/>
          <ac:picMkLst>
            <pc:docMk/>
            <pc:sldMk cId="4067444596" sldId="515"/>
            <ac:picMk id="19" creationId="{7E3E95D7-5DC0-037F-B509-84BA82418D4C}"/>
          </ac:picMkLst>
        </pc:picChg>
        <pc:picChg chg="add mod">
          <ac:chgData name="Noah David Shefer" userId="S::nshefer@calpoly.edu::8c08af93-95ff-440b-8e21-ae27e9ec0ceb" providerId="AD" clId="Web-{00000000-0000-0000-0000-000000000000}" dt="2026-09-19T06:38:01.837" v="756" actId="1076"/>
          <ac:picMkLst>
            <pc:docMk/>
            <pc:sldMk cId="4067444596" sldId="515"/>
            <ac:picMk id="21" creationId="{DD7AA460-59A2-5A02-1C0A-3F07D8404962}"/>
          </ac:picMkLst>
        </pc:picChg>
        <pc:picChg chg="add mod">
          <ac:chgData name="Noah David Shefer" userId="S::nshefer@calpoly.edu::8c08af93-95ff-440b-8e21-ae27e9ec0ceb" providerId="AD" clId="Web-{00000000-0000-0000-0000-000000000000}" dt="2026-09-19T06:38:06.149" v="757" actId="1076"/>
          <ac:picMkLst>
            <pc:docMk/>
            <pc:sldMk cId="4067444596" sldId="515"/>
            <ac:picMk id="22" creationId="{31D20180-9BA5-96F3-68D2-7F39FC91ABA6}"/>
          </ac:picMkLst>
        </pc:picChg>
      </pc:sldChg>
    </pc:docChg>
  </pc:docChgLst>
  <pc:docChgLst>
    <pc:chgData name="Guest User" userId="S::urn:spo:tenantanon#1b0d02db-fc9e-4495-9537-1d379cca2ae7::" providerId="AD" clId="Web-{9C3D7848-98F2-E41B-32EA-AE2F632B14FD}"/>
    <pc:docChg chg="modSld">
      <pc:chgData name="Guest User" userId="S::urn:spo:tenantanon#1b0d02db-fc9e-4495-9537-1d379cca2ae7::" providerId="AD" clId="Web-{9C3D7848-98F2-E41B-32EA-AE2F632B14FD}" dt="2026-09-12T17:52:38.396" v="38" actId="1076"/>
      <pc:docMkLst>
        <pc:docMk/>
      </pc:docMkLst>
      <pc:sldChg chg="addSp delSp modSp">
        <pc:chgData name="Guest User" userId="S::urn:spo:tenantanon#1b0d02db-fc9e-4495-9537-1d379cca2ae7::" providerId="AD" clId="Web-{9C3D7848-98F2-E41B-32EA-AE2F632B14FD}" dt="2026-09-12T17:52:38.396" v="38" actId="1076"/>
        <pc:sldMkLst>
          <pc:docMk/>
          <pc:sldMk cId="290429843" sldId="491"/>
        </pc:sldMkLst>
        <pc:spChg chg="add mod">
          <ac:chgData name="Guest User" userId="S::urn:spo:tenantanon#1b0d02db-fc9e-4495-9537-1d379cca2ae7::" providerId="AD" clId="Web-{9C3D7848-98F2-E41B-32EA-AE2F632B14FD}" dt="2026-09-12T17:52:38.396" v="38" actId="1076"/>
          <ac:spMkLst>
            <pc:docMk/>
            <pc:sldMk cId="290429843" sldId="491"/>
            <ac:spMk id="8" creationId="{B66CEB7E-E0B9-CD65-D1B5-94E9114D4105}"/>
          </ac:spMkLst>
        </pc:spChg>
      </pc:sldChg>
    </pc:docChg>
  </pc:docChgLst>
  <pc:docChgLst>
    <pc:chgData name="Guest User" userId="S::urn:spo:tenantanon#1b0d02db-fc9e-4495-9537-1d379cca2ae7::" providerId="AD" clId="Web-{3EBA6F08-705D-118F-9389-ADBCD5D88DC2}"/>
    <pc:docChg chg="addSld delSld modSld sldOrd modSection">
      <pc:chgData name="Guest User" userId="S::urn:spo:tenantanon#1b0d02db-fc9e-4495-9537-1d379cca2ae7::" providerId="AD" clId="Web-{3EBA6F08-705D-118F-9389-ADBCD5D88DC2}" dt="2026-09-13T23:59:27.838" v="171" actId="1076"/>
      <pc:docMkLst>
        <pc:docMk/>
      </pc:docMkLst>
      <pc:sldChg chg="addSp delSp modSp">
        <pc:chgData name="Guest User" userId="S::urn:spo:tenantanon#1b0d02db-fc9e-4495-9537-1d379cca2ae7::" providerId="AD" clId="Web-{3EBA6F08-705D-118F-9389-ADBCD5D88DC2}" dt="2026-09-13T23:44:46.610" v="139"/>
        <pc:sldMkLst>
          <pc:docMk/>
          <pc:sldMk cId="1640658682" sldId="498"/>
        </pc:sldMkLst>
        <pc:spChg chg="add mod">
          <ac:chgData name="Guest User" userId="S::urn:spo:tenantanon#1b0d02db-fc9e-4495-9537-1d379cca2ae7::" providerId="AD" clId="Web-{3EBA6F08-705D-118F-9389-ADBCD5D88DC2}" dt="2026-09-13T23:43:50.123" v="136" actId="1076"/>
          <ac:spMkLst>
            <pc:docMk/>
            <pc:sldMk cId="1640658682" sldId="498"/>
            <ac:spMk id="12" creationId="{06918B71-B836-93A9-FEF5-BF30FB7423E7}"/>
          </ac:spMkLst>
        </pc:spChg>
        <pc:spChg chg="add mod">
          <ac:chgData name="Guest User" userId="S::urn:spo:tenantanon#1b0d02db-fc9e-4495-9537-1d379cca2ae7::" providerId="AD" clId="Web-{3EBA6F08-705D-118F-9389-ADBCD5D88DC2}" dt="2026-09-13T23:43:46.826" v="135" actId="1076"/>
          <ac:spMkLst>
            <pc:docMk/>
            <pc:sldMk cId="1640658682" sldId="498"/>
            <ac:spMk id="13" creationId="{D30B5417-544C-E7D9-FD72-95066607463D}"/>
          </ac:spMkLst>
        </pc:spChg>
        <pc:spChg chg="add mod">
          <ac:chgData name="Guest User" userId="S::urn:spo:tenantanon#1b0d02db-fc9e-4495-9537-1d379cca2ae7::" providerId="AD" clId="Web-{3EBA6F08-705D-118F-9389-ADBCD5D88DC2}" dt="2026-09-13T23:43:38.357" v="134" actId="14100"/>
          <ac:spMkLst>
            <pc:docMk/>
            <pc:sldMk cId="1640658682" sldId="498"/>
            <ac:spMk id="14" creationId="{6B96F190-C550-CCAF-C408-CF4EE8439468}"/>
          </ac:spMkLst>
        </pc:spChg>
        <pc:picChg chg="add mod modCrop">
          <ac:chgData name="Guest User" userId="S::urn:spo:tenantanon#1b0d02db-fc9e-4495-9537-1d379cca2ae7::" providerId="AD" clId="Web-{3EBA6F08-705D-118F-9389-ADBCD5D88DC2}" dt="2026-09-13T23:42:50.682" v="119" actId="1076"/>
          <ac:picMkLst>
            <pc:docMk/>
            <pc:sldMk cId="1640658682" sldId="498"/>
            <ac:picMk id="4" creationId="{D54582CD-9AE8-BBEC-5059-5ADA593FAB29}"/>
          </ac:picMkLst>
        </pc:picChg>
        <pc:picChg chg="add mod modCrop">
          <ac:chgData name="Guest User" userId="S::urn:spo:tenantanon#1b0d02db-fc9e-4495-9537-1d379cca2ae7::" providerId="AD" clId="Web-{3EBA6F08-705D-118F-9389-ADBCD5D88DC2}" dt="2026-09-13T23:41:29.069" v="69" actId="1076"/>
          <ac:picMkLst>
            <pc:docMk/>
            <pc:sldMk cId="1640658682" sldId="498"/>
            <ac:picMk id="6" creationId="{CE0EEC7E-0AD0-FCDB-0A75-CE3F372F91BC}"/>
          </ac:picMkLst>
        </pc:picChg>
        <pc:picChg chg="add mod modCrop">
          <ac:chgData name="Guest User" userId="S::urn:spo:tenantanon#1b0d02db-fc9e-4495-9537-1d379cca2ae7::" providerId="AD" clId="Web-{3EBA6F08-705D-118F-9389-ADBCD5D88DC2}" dt="2026-09-13T23:41:30.522" v="70" actId="1076"/>
          <ac:picMkLst>
            <pc:docMk/>
            <pc:sldMk cId="1640658682" sldId="498"/>
            <ac:picMk id="8" creationId="{DA9AC878-C041-EBD5-530C-6CDF398D4461}"/>
          </ac:picMkLst>
        </pc:picChg>
      </pc:sldChg>
      <pc:sldChg chg="addSp delSp modSp">
        <pc:chgData name="Guest User" userId="S::urn:spo:tenantanon#1b0d02db-fc9e-4495-9537-1d379cca2ae7::" providerId="AD" clId="Web-{3EBA6F08-705D-118F-9389-ADBCD5D88DC2}" dt="2026-09-13T23:59:27.838" v="171" actId="1076"/>
        <pc:sldMkLst>
          <pc:docMk/>
          <pc:sldMk cId="229681528" sldId="499"/>
        </pc:sldMkLst>
        <pc:picChg chg="add mod">
          <ac:chgData name="Guest User" userId="S::urn:spo:tenantanon#1b0d02db-fc9e-4495-9537-1d379cca2ae7::" providerId="AD" clId="Web-{3EBA6F08-705D-118F-9389-ADBCD5D88DC2}" dt="2026-09-13T23:59:27.838" v="171" actId="1076"/>
          <ac:picMkLst>
            <pc:docMk/>
            <pc:sldMk cId="229681528" sldId="499"/>
            <ac:picMk id="15" creationId="{391AF9E7-E779-68BF-A20A-094C90315E57}"/>
          </ac:picMkLst>
        </pc:picChg>
      </pc:sldChg>
      <pc:sldChg chg="addSp modSp ord">
        <pc:chgData name="Guest User" userId="S::urn:spo:tenantanon#1b0d02db-fc9e-4495-9537-1d379cca2ae7::" providerId="AD" clId="Web-{3EBA6F08-705D-118F-9389-ADBCD5D88DC2}" dt="2026-09-13T23:55:21.186" v="146"/>
        <pc:sldMkLst>
          <pc:docMk/>
          <pc:sldMk cId="2638470537" sldId="500"/>
        </pc:sldMkLst>
        <pc:picChg chg="add mod">
          <ac:chgData name="Guest User" userId="S::urn:spo:tenantanon#1b0d02db-fc9e-4495-9537-1d379cca2ae7::" providerId="AD" clId="Web-{3EBA6F08-705D-118F-9389-ADBCD5D88DC2}" dt="2026-09-13T23:55:21.186" v="146"/>
          <ac:picMkLst>
            <pc:docMk/>
            <pc:sldMk cId="2638470537" sldId="500"/>
            <ac:picMk id="8" creationId="{E784DAC9-63BF-ED8F-2826-5571F9455471}"/>
          </ac:picMkLst>
        </pc:picChg>
      </pc:sldChg>
      <pc:sldChg chg="add replId">
        <pc:chgData name="Guest User" userId="S::urn:spo:tenantanon#1b0d02db-fc9e-4495-9537-1d379cca2ae7::" providerId="AD" clId="Web-{3EBA6F08-705D-118F-9389-ADBCD5D88DC2}" dt="2026-09-13T23:56:35.924" v="156"/>
        <pc:sldMkLst>
          <pc:docMk/>
          <pc:sldMk cId="2134408668" sldId="509"/>
        </pc:sldMkLst>
      </pc:sldChg>
    </pc:docChg>
  </pc:docChgLst>
  <pc:docChgLst>
    <pc:chgData name="Guest User" userId="S::urn:spo:tenantanon#1b0d02db-fc9e-4495-9537-1d379cca2ae7::" providerId="AD" clId="Web-{356E8D31-E14E-720F-5688-439FCB5B5003}"/>
    <pc:docChg chg="modSld">
      <pc:chgData name="Guest User" userId="S::urn:spo:tenantanon#1b0d02db-fc9e-4495-9537-1d379cca2ae7::" providerId="AD" clId="Web-{356E8D31-E14E-720F-5688-439FCB5B5003}" dt="2026-09-16T05:55:28.094" v="18" actId="1076"/>
      <pc:docMkLst>
        <pc:docMk/>
      </pc:docMkLst>
      <pc:sldChg chg="addSp delSp modSp modMedia addAnim">
        <pc:chgData name="Guest User" userId="S::urn:spo:tenantanon#1b0d02db-fc9e-4495-9537-1d379cca2ae7::" providerId="AD" clId="Web-{356E8D31-E14E-720F-5688-439FCB5B5003}" dt="2026-09-16T05:55:28.094" v="18" actId="1076"/>
        <pc:sldMkLst>
          <pc:docMk/>
          <pc:sldMk cId="483603024" sldId="489"/>
        </pc:sldMkLst>
        <pc:picChg chg="mod">
          <ac:chgData name="Guest User" userId="S::urn:spo:tenantanon#1b0d02db-fc9e-4495-9537-1d379cca2ae7::" providerId="AD" clId="Web-{356E8D31-E14E-720F-5688-439FCB5B5003}" dt="2026-09-16T05:55:26.828" v="17" actId="1076"/>
          <ac:picMkLst>
            <pc:docMk/>
            <pc:sldMk cId="483603024" sldId="489"/>
            <ac:picMk id="4" creationId="{B93F29D1-489B-9ED7-81E2-6508D4227B9E}"/>
          </ac:picMkLst>
        </pc:picChg>
        <pc:picChg chg="add mod">
          <ac:chgData name="Guest User" userId="S::urn:spo:tenantanon#1b0d02db-fc9e-4495-9537-1d379cca2ae7::" providerId="AD" clId="Web-{356E8D31-E14E-720F-5688-439FCB5B5003}" dt="2026-09-16T05:55:16.218" v="14" actId="14100"/>
          <ac:picMkLst>
            <pc:docMk/>
            <pc:sldMk cId="483603024" sldId="489"/>
            <ac:picMk id="5" creationId="{981646BE-BEEA-8C13-D725-0ADF943C95E2}"/>
          </ac:picMkLst>
        </pc:picChg>
        <pc:picChg chg="mod">
          <ac:chgData name="Guest User" userId="S::urn:spo:tenantanon#1b0d02db-fc9e-4495-9537-1d379cca2ae7::" providerId="AD" clId="Web-{356E8D31-E14E-720F-5688-439FCB5B5003}" dt="2026-09-16T05:55:28.094" v="18" actId="1076"/>
          <ac:picMkLst>
            <pc:docMk/>
            <pc:sldMk cId="483603024" sldId="489"/>
            <ac:picMk id="7" creationId="{402F449F-EC02-6893-7711-74762CC1BC00}"/>
          </ac:picMkLst>
        </pc:picChg>
      </pc:sldChg>
    </pc:docChg>
  </pc:docChgLst>
</pc:chgInfo>
</file>

<file path=ppt/comments/modernComment_1ED_817F207.xml><?xml version="1.0" encoding="utf-8"?>
<p188:cmLst xmlns:a="http://schemas.openxmlformats.org/drawingml/2006/main" xmlns:r="http://schemas.openxmlformats.org/officeDocument/2006/relationships" xmlns:p188="http://schemas.microsoft.com/office/powerpoint/2018/8/main">
  <p188:cm id="{7554051C-7238-470B-8DF0-0B946553EC7F}" authorId="{3664E6E9-5E13-DE23-F916-425431D8294D}" created="2026-09-19T06:49:44.753">
    <ac:txMkLst xmlns:ac="http://schemas.microsoft.com/office/drawing/2013/main/command">
      <pc:docMk xmlns:pc="http://schemas.microsoft.com/office/powerpoint/2013/main/command"/>
      <pc:sldMk xmlns:pc="http://schemas.microsoft.com/office/powerpoint/2013/main/command" cId="135787015" sldId="493"/>
      <ac:spMk id="8" creationId="{DD3CE074-92F5-7F4B-D3A3-3B2C91E921C9}"/>
      <ac:txMk cp="219" len="7">
        <ac:context len="519" hash="783930733"/>
      </ac:txMk>
    </ac:txMkLst>
    <p188:pos x="826576" y="2531389"/>
    <p188:txBody>
      <a:bodyPr/>
      <a:lstStyle/>
      <a:p>
        <a:r>
          <a:rPr lang="en-US"/>
          <a:t>nozzle?</a:t>
        </a:r>
      </a:p>
    </p188:txBody>
  </p188:cm>
</p188:cmLst>
</file>

<file path=ppt/diagrams/colors1.xml><?xml version="1.0" encoding="utf-8"?>
<dgm:colorsDef xmlns:dgm="http://schemas.openxmlformats.org/drawingml/2006/diagram" xmlns:a="http://schemas.openxmlformats.org/drawingml/2006/main" uniqueId="urn:microsoft.com/office/officeart/2005/8/colors/accent2_1#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CB20BA-9DD9-D944-89B5-7154FF35A799}" type="doc">
      <dgm:prSet loTypeId="urn:microsoft.com/office/officeart/2005/8/layout/hierarchy6" loCatId="" qsTypeId="urn:microsoft.com/office/officeart/2005/8/quickstyle/simple1#1" qsCatId="simple" csTypeId="urn:microsoft.com/office/officeart/2005/8/colors/accent2_1#1" csCatId="accent2" phldr="1"/>
      <dgm:spPr/>
      <dgm:t>
        <a:bodyPr/>
        <a:lstStyle/>
        <a:p>
          <a:endParaRPr lang="en-US"/>
        </a:p>
      </dgm:t>
    </dgm:pt>
    <dgm:pt modelId="{547A8FA0-F1DB-EC49-A27C-DB9C9FA1EE3B}">
      <dgm:prSet phldrT="[Text]" phldr="1"/>
      <dgm:spPr/>
      <dgm:t>
        <a:bodyPr/>
        <a:lstStyle/>
        <a:p>
          <a:endParaRPr lang="en-US"/>
        </a:p>
      </dgm:t>
    </dgm:pt>
    <dgm:pt modelId="{D19E8173-761C-EB46-98AA-9B6B6DD891C9}" type="parTrans" cxnId="{5C7DAB57-83FA-3143-BFA4-B895FEEF3CEE}">
      <dgm:prSet/>
      <dgm:spPr/>
      <dgm:t>
        <a:bodyPr/>
        <a:lstStyle/>
        <a:p>
          <a:endParaRPr lang="en-US"/>
        </a:p>
      </dgm:t>
    </dgm:pt>
    <dgm:pt modelId="{5C2507FD-0D56-4342-92C0-4AD002176A79}" type="sibTrans" cxnId="{5C7DAB57-83FA-3143-BFA4-B895FEEF3CEE}">
      <dgm:prSet/>
      <dgm:spPr/>
      <dgm:t>
        <a:bodyPr/>
        <a:lstStyle/>
        <a:p>
          <a:endParaRPr lang="en-US"/>
        </a:p>
      </dgm:t>
    </dgm:pt>
    <dgm:pt modelId="{B454B05A-8BBA-DC4F-A856-659508D754E4}">
      <dgm:prSet phldrT="[Text]" phldr="1"/>
      <dgm:spPr/>
      <dgm:t>
        <a:bodyPr/>
        <a:lstStyle/>
        <a:p>
          <a:endParaRPr lang="en-US"/>
        </a:p>
      </dgm:t>
    </dgm:pt>
    <dgm:pt modelId="{E7D0EEBD-B851-9340-ADE0-35F90CCF3385}" type="parTrans" cxnId="{5BD4ABC8-0806-7D4B-A128-2BF08893035F}">
      <dgm:prSet/>
      <dgm:spPr/>
      <dgm:t>
        <a:bodyPr/>
        <a:lstStyle/>
        <a:p>
          <a:endParaRPr lang="en-US"/>
        </a:p>
      </dgm:t>
    </dgm:pt>
    <dgm:pt modelId="{5073DBEF-0725-E943-BB41-5226B0FA3F5C}" type="sibTrans" cxnId="{5BD4ABC8-0806-7D4B-A128-2BF08893035F}">
      <dgm:prSet/>
      <dgm:spPr/>
      <dgm:t>
        <a:bodyPr/>
        <a:lstStyle/>
        <a:p>
          <a:endParaRPr lang="en-US"/>
        </a:p>
      </dgm:t>
    </dgm:pt>
    <dgm:pt modelId="{D8E773E8-857D-8D4B-A260-65EE628E190D}">
      <dgm:prSet phldrT="[Text]" phldr="1"/>
      <dgm:spPr/>
      <dgm:t>
        <a:bodyPr/>
        <a:lstStyle/>
        <a:p>
          <a:endParaRPr lang="en-US"/>
        </a:p>
      </dgm:t>
    </dgm:pt>
    <dgm:pt modelId="{2E9A3E15-1AB9-604B-8033-4E3F8BD4F47A}" type="parTrans" cxnId="{D8938ECF-07A2-F948-B2AE-4EFC94807FA1}">
      <dgm:prSet/>
      <dgm:spPr/>
      <dgm:t>
        <a:bodyPr/>
        <a:lstStyle/>
        <a:p>
          <a:endParaRPr lang="en-US"/>
        </a:p>
      </dgm:t>
    </dgm:pt>
    <dgm:pt modelId="{D32DB5D3-A730-A147-9331-1D874CA57E85}" type="sibTrans" cxnId="{D8938ECF-07A2-F948-B2AE-4EFC94807FA1}">
      <dgm:prSet/>
      <dgm:spPr/>
      <dgm:t>
        <a:bodyPr/>
        <a:lstStyle/>
        <a:p>
          <a:endParaRPr lang="en-US"/>
        </a:p>
      </dgm:t>
    </dgm:pt>
    <dgm:pt modelId="{033373FE-81E6-E649-81BE-69EA5B2D44A0}">
      <dgm:prSet phldrT="[Text]" phldr="1"/>
      <dgm:spPr/>
      <dgm:t>
        <a:bodyPr/>
        <a:lstStyle/>
        <a:p>
          <a:endParaRPr lang="en-US"/>
        </a:p>
      </dgm:t>
    </dgm:pt>
    <dgm:pt modelId="{2D822FD0-E156-B445-BE6D-0EB52E8FFCAA}" type="parTrans" cxnId="{CF6B464A-47F3-4944-B08A-B5BBA3F90337}">
      <dgm:prSet/>
      <dgm:spPr/>
      <dgm:t>
        <a:bodyPr/>
        <a:lstStyle/>
        <a:p>
          <a:endParaRPr lang="en-US"/>
        </a:p>
      </dgm:t>
    </dgm:pt>
    <dgm:pt modelId="{9985F4C4-0787-9E49-851A-E99343096C9C}" type="sibTrans" cxnId="{CF6B464A-47F3-4944-B08A-B5BBA3F90337}">
      <dgm:prSet/>
      <dgm:spPr/>
      <dgm:t>
        <a:bodyPr/>
        <a:lstStyle/>
        <a:p>
          <a:endParaRPr lang="en-US"/>
        </a:p>
      </dgm:t>
    </dgm:pt>
    <dgm:pt modelId="{1E0FDB90-0180-524A-ABB4-84E094362A96}">
      <dgm:prSet phldrT="[Text]" phldr="1"/>
      <dgm:spPr/>
      <dgm:t>
        <a:bodyPr/>
        <a:lstStyle/>
        <a:p>
          <a:endParaRPr lang="en-US"/>
        </a:p>
      </dgm:t>
    </dgm:pt>
    <dgm:pt modelId="{7C5EBF78-6BE4-0E42-B6C2-59D259B752EE}" type="parTrans" cxnId="{551E64BC-9CFB-2044-8FF9-ADC22CFB95FB}">
      <dgm:prSet/>
      <dgm:spPr/>
      <dgm:t>
        <a:bodyPr/>
        <a:lstStyle/>
        <a:p>
          <a:endParaRPr lang="en-US"/>
        </a:p>
      </dgm:t>
    </dgm:pt>
    <dgm:pt modelId="{6EB0F8D3-0B20-3447-9B48-124D2B1009C1}" type="sibTrans" cxnId="{551E64BC-9CFB-2044-8FF9-ADC22CFB95FB}">
      <dgm:prSet/>
      <dgm:spPr/>
      <dgm:t>
        <a:bodyPr/>
        <a:lstStyle/>
        <a:p>
          <a:endParaRPr lang="en-US"/>
        </a:p>
      </dgm:t>
    </dgm:pt>
    <dgm:pt modelId="{32CAEC65-4B6E-7544-B9DC-ED6BC3604D1F}">
      <dgm:prSet phldrT="[Text]" phldr="1"/>
      <dgm:spPr/>
      <dgm:t>
        <a:bodyPr/>
        <a:lstStyle/>
        <a:p>
          <a:endParaRPr lang="en-US"/>
        </a:p>
      </dgm:t>
    </dgm:pt>
    <dgm:pt modelId="{A42FA765-EEE9-8A42-89D3-290D2D614BC3}" type="parTrans" cxnId="{EB46A4F6-B297-F14D-A388-E61A9A512413}">
      <dgm:prSet/>
      <dgm:spPr/>
      <dgm:t>
        <a:bodyPr/>
        <a:lstStyle/>
        <a:p>
          <a:endParaRPr lang="en-US"/>
        </a:p>
      </dgm:t>
    </dgm:pt>
    <dgm:pt modelId="{93AE2571-FF34-0747-B832-3582E961BCC6}" type="sibTrans" cxnId="{EB46A4F6-B297-F14D-A388-E61A9A512413}">
      <dgm:prSet/>
      <dgm:spPr/>
      <dgm:t>
        <a:bodyPr/>
        <a:lstStyle/>
        <a:p>
          <a:endParaRPr lang="en-US"/>
        </a:p>
      </dgm:t>
    </dgm:pt>
    <dgm:pt modelId="{07C6ABE4-D9E0-7F4F-87C2-77B538B97EA6}">
      <dgm:prSet phldrT="[Text]" phldr="1"/>
      <dgm:spPr>
        <a:effectLst>
          <a:outerShdw blurRad="50800" dist="38100" dir="2700000" algn="tl" rotWithShape="0">
            <a:prstClr val="black">
              <a:alpha val="40000"/>
            </a:prstClr>
          </a:outerShdw>
        </a:effectLst>
      </dgm:spPr>
      <dgm:t>
        <a:bodyPr/>
        <a:lstStyle/>
        <a:p>
          <a:endParaRPr lang="en-US"/>
        </a:p>
      </dgm:t>
    </dgm:pt>
    <dgm:pt modelId="{6CCBB489-E539-3F4A-B6C0-12E59BF07364}" type="parTrans" cxnId="{40D925A7-F33B-0249-8694-DEC45CD63778}">
      <dgm:prSet/>
      <dgm:spPr/>
      <dgm:t>
        <a:bodyPr/>
        <a:lstStyle/>
        <a:p>
          <a:endParaRPr lang="en-US"/>
        </a:p>
      </dgm:t>
    </dgm:pt>
    <dgm:pt modelId="{18417F9C-0638-2942-A534-3CEDABE06F0A}" type="sibTrans" cxnId="{40D925A7-F33B-0249-8694-DEC45CD63778}">
      <dgm:prSet/>
      <dgm:spPr/>
      <dgm:t>
        <a:bodyPr/>
        <a:lstStyle/>
        <a:p>
          <a:endParaRPr lang="en-US"/>
        </a:p>
      </dgm:t>
    </dgm:pt>
    <dgm:pt modelId="{E83DE95F-0F05-2544-A439-83D2F57E5A76}">
      <dgm:prSet phldrT="[Text]" phldr="1"/>
      <dgm:spPr>
        <a:effectLst>
          <a:outerShdw blurRad="50800" dist="38100" dir="2700000" algn="tl" rotWithShape="0">
            <a:prstClr val="black">
              <a:alpha val="40000"/>
            </a:prstClr>
          </a:outerShdw>
        </a:effectLst>
      </dgm:spPr>
      <dgm:t>
        <a:bodyPr/>
        <a:lstStyle/>
        <a:p>
          <a:endParaRPr lang="en-US"/>
        </a:p>
      </dgm:t>
    </dgm:pt>
    <dgm:pt modelId="{77A0B712-A4C7-E94E-8A59-72556F465D6D}" type="parTrans" cxnId="{3DB9AFC4-A8CC-C14E-A979-B4157B299BAF}">
      <dgm:prSet/>
      <dgm:spPr/>
      <dgm:t>
        <a:bodyPr/>
        <a:lstStyle/>
        <a:p>
          <a:endParaRPr lang="en-US"/>
        </a:p>
      </dgm:t>
    </dgm:pt>
    <dgm:pt modelId="{3B08E847-3458-744A-945F-27A89FDA7890}" type="sibTrans" cxnId="{3DB9AFC4-A8CC-C14E-A979-B4157B299BAF}">
      <dgm:prSet/>
      <dgm:spPr/>
      <dgm:t>
        <a:bodyPr/>
        <a:lstStyle/>
        <a:p>
          <a:endParaRPr lang="en-US"/>
        </a:p>
      </dgm:t>
    </dgm:pt>
    <dgm:pt modelId="{E62B5D0E-25BA-5946-81EA-7A582882FF8B}">
      <dgm:prSet phldrT="[Text]" phldr="1"/>
      <dgm:spPr>
        <a:effectLst>
          <a:outerShdw blurRad="50800" dist="38100" dir="2700000" algn="tl" rotWithShape="0">
            <a:prstClr val="black">
              <a:alpha val="40000"/>
            </a:prstClr>
          </a:outerShdw>
        </a:effectLst>
      </dgm:spPr>
      <dgm:t>
        <a:bodyPr/>
        <a:lstStyle/>
        <a:p>
          <a:endParaRPr lang="en-US"/>
        </a:p>
      </dgm:t>
    </dgm:pt>
    <dgm:pt modelId="{124F3CB0-700F-054F-8938-064E8EFDE7C7}" type="parTrans" cxnId="{DF54AC66-A724-3F47-9D5F-B24B33435D1F}">
      <dgm:prSet/>
      <dgm:spPr/>
      <dgm:t>
        <a:bodyPr/>
        <a:lstStyle/>
        <a:p>
          <a:endParaRPr lang="en-US"/>
        </a:p>
      </dgm:t>
    </dgm:pt>
    <dgm:pt modelId="{B1BB2CCC-0CFF-6A48-8C39-66C84FAC31F6}" type="sibTrans" cxnId="{DF54AC66-A724-3F47-9D5F-B24B33435D1F}">
      <dgm:prSet/>
      <dgm:spPr/>
      <dgm:t>
        <a:bodyPr/>
        <a:lstStyle/>
        <a:p>
          <a:endParaRPr lang="en-US"/>
        </a:p>
      </dgm:t>
    </dgm:pt>
    <dgm:pt modelId="{524C71C5-51EB-3C4A-B71E-198065C77BFF}" type="pres">
      <dgm:prSet presAssocID="{A4CB20BA-9DD9-D944-89B5-7154FF35A799}" presName="mainComposite" presStyleCnt="0">
        <dgm:presLayoutVars>
          <dgm:chPref val="1"/>
          <dgm:dir/>
          <dgm:animOne val="branch"/>
          <dgm:animLvl val="lvl"/>
          <dgm:resizeHandles val="exact"/>
        </dgm:presLayoutVars>
      </dgm:prSet>
      <dgm:spPr/>
    </dgm:pt>
    <dgm:pt modelId="{4F4F376B-AC5A-FE42-9AFF-653E2599D540}" type="pres">
      <dgm:prSet presAssocID="{A4CB20BA-9DD9-D944-89B5-7154FF35A799}" presName="hierFlow" presStyleCnt="0"/>
      <dgm:spPr/>
    </dgm:pt>
    <dgm:pt modelId="{587BCE4D-2E17-6444-8E0C-86697A0DECE2}" type="pres">
      <dgm:prSet presAssocID="{A4CB20BA-9DD9-D944-89B5-7154FF35A799}" presName="firstBuf" presStyleCnt="0"/>
      <dgm:spPr/>
    </dgm:pt>
    <dgm:pt modelId="{963F76D7-541D-E049-84FB-CD0429D13D62}" type="pres">
      <dgm:prSet presAssocID="{A4CB20BA-9DD9-D944-89B5-7154FF35A799}" presName="hierChild1" presStyleCnt="0">
        <dgm:presLayoutVars>
          <dgm:chPref val="1"/>
          <dgm:animOne val="branch"/>
          <dgm:animLvl val="lvl"/>
        </dgm:presLayoutVars>
      </dgm:prSet>
      <dgm:spPr/>
    </dgm:pt>
    <dgm:pt modelId="{5F065F09-A628-0D42-BBD6-BA7A55DE2BE1}" type="pres">
      <dgm:prSet presAssocID="{547A8FA0-F1DB-EC49-A27C-DB9C9FA1EE3B}" presName="Name14" presStyleCnt="0"/>
      <dgm:spPr/>
    </dgm:pt>
    <dgm:pt modelId="{A5822EC5-059B-BC4C-99CB-519B44108A59}" type="pres">
      <dgm:prSet presAssocID="{547A8FA0-F1DB-EC49-A27C-DB9C9FA1EE3B}" presName="level1Shape" presStyleLbl="node0" presStyleIdx="0" presStyleCnt="1">
        <dgm:presLayoutVars>
          <dgm:chPref val="3"/>
        </dgm:presLayoutVars>
      </dgm:prSet>
      <dgm:spPr/>
    </dgm:pt>
    <dgm:pt modelId="{72045779-A20E-2D4D-875F-2241C26DB84C}" type="pres">
      <dgm:prSet presAssocID="{547A8FA0-F1DB-EC49-A27C-DB9C9FA1EE3B}" presName="hierChild2" presStyleCnt="0"/>
      <dgm:spPr/>
    </dgm:pt>
    <dgm:pt modelId="{9AEB745C-234A-A140-A58B-97D041EB93C5}" type="pres">
      <dgm:prSet presAssocID="{E7D0EEBD-B851-9340-ADE0-35F90CCF3385}" presName="Name19" presStyleLbl="parChTrans1D2" presStyleIdx="0" presStyleCnt="2"/>
      <dgm:spPr/>
    </dgm:pt>
    <dgm:pt modelId="{D006F6A2-1BF8-0043-B74C-4D60E3F55A58}" type="pres">
      <dgm:prSet presAssocID="{B454B05A-8BBA-DC4F-A856-659508D754E4}" presName="Name21" presStyleCnt="0"/>
      <dgm:spPr/>
    </dgm:pt>
    <dgm:pt modelId="{B5833E12-2E9E-364F-887C-3540FB57D1D5}" type="pres">
      <dgm:prSet presAssocID="{B454B05A-8BBA-DC4F-A856-659508D754E4}" presName="level2Shape" presStyleLbl="node2" presStyleIdx="0" presStyleCnt="2"/>
      <dgm:spPr/>
    </dgm:pt>
    <dgm:pt modelId="{E26D28DF-C09C-DE42-9309-6E1E6E9FC764}" type="pres">
      <dgm:prSet presAssocID="{B454B05A-8BBA-DC4F-A856-659508D754E4}" presName="hierChild3" presStyleCnt="0"/>
      <dgm:spPr/>
    </dgm:pt>
    <dgm:pt modelId="{87004C8F-BFCB-884E-BE1D-34799B445CBF}" type="pres">
      <dgm:prSet presAssocID="{2E9A3E15-1AB9-604B-8033-4E3F8BD4F47A}" presName="Name19" presStyleLbl="parChTrans1D3" presStyleIdx="0" presStyleCnt="3"/>
      <dgm:spPr/>
    </dgm:pt>
    <dgm:pt modelId="{7963635C-EED4-5646-8350-278A889329BD}" type="pres">
      <dgm:prSet presAssocID="{D8E773E8-857D-8D4B-A260-65EE628E190D}" presName="Name21" presStyleCnt="0"/>
      <dgm:spPr/>
    </dgm:pt>
    <dgm:pt modelId="{C6C80428-F21A-7B4C-9028-DE9803175538}" type="pres">
      <dgm:prSet presAssocID="{D8E773E8-857D-8D4B-A260-65EE628E190D}" presName="level2Shape" presStyleLbl="node3" presStyleIdx="0" presStyleCnt="3"/>
      <dgm:spPr/>
    </dgm:pt>
    <dgm:pt modelId="{58871D8D-02D5-6D4B-B510-A61F7181EF25}" type="pres">
      <dgm:prSet presAssocID="{D8E773E8-857D-8D4B-A260-65EE628E190D}" presName="hierChild3" presStyleCnt="0"/>
      <dgm:spPr/>
    </dgm:pt>
    <dgm:pt modelId="{E26CF011-DC80-9144-BAA3-528B19E52B68}" type="pres">
      <dgm:prSet presAssocID="{2D822FD0-E156-B445-BE6D-0EB52E8FFCAA}" presName="Name19" presStyleLbl="parChTrans1D3" presStyleIdx="1" presStyleCnt="3"/>
      <dgm:spPr/>
    </dgm:pt>
    <dgm:pt modelId="{B712E02B-E427-4A47-81F6-0C077FCC337F}" type="pres">
      <dgm:prSet presAssocID="{033373FE-81E6-E649-81BE-69EA5B2D44A0}" presName="Name21" presStyleCnt="0"/>
      <dgm:spPr/>
    </dgm:pt>
    <dgm:pt modelId="{9892D0C1-954D-EE44-ACB6-6AF14F37C5BF}" type="pres">
      <dgm:prSet presAssocID="{033373FE-81E6-E649-81BE-69EA5B2D44A0}" presName="level2Shape" presStyleLbl="node3" presStyleIdx="1" presStyleCnt="3"/>
      <dgm:spPr/>
    </dgm:pt>
    <dgm:pt modelId="{CFDE77A5-49F9-4047-8185-9401F52F8316}" type="pres">
      <dgm:prSet presAssocID="{033373FE-81E6-E649-81BE-69EA5B2D44A0}" presName="hierChild3" presStyleCnt="0"/>
      <dgm:spPr/>
    </dgm:pt>
    <dgm:pt modelId="{10EC6125-FD7D-D44D-8518-77ED18472FEF}" type="pres">
      <dgm:prSet presAssocID="{7C5EBF78-6BE4-0E42-B6C2-59D259B752EE}" presName="Name19" presStyleLbl="parChTrans1D2" presStyleIdx="1" presStyleCnt="2"/>
      <dgm:spPr/>
    </dgm:pt>
    <dgm:pt modelId="{D4C090C3-7E30-3647-8D69-B7DD09D78F09}" type="pres">
      <dgm:prSet presAssocID="{1E0FDB90-0180-524A-ABB4-84E094362A96}" presName="Name21" presStyleCnt="0"/>
      <dgm:spPr/>
    </dgm:pt>
    <dgm:pt modelId="{A56EA56A-E92D-B640-A9A5-7C35C291CC20}" type="pres">
      <dgm:prSet presAssocID="{1E0FDB90-0180-524A-ABB4-84E094362A96}" presName="level2Shape" presStyleLbl="node2" presStyleIdx="1" presStyleCnt="2"/>
      <dgm:spPr/>
    </dgm:pt>
    <dgm:pt modelId="{7210A7D6-184E-F445-984B-A21B4F60EC86}" type="pres">
      <dgm:prSet presAssocID="{1E0FDB90-0180-524A-ABB4-84E094362A96}" presName="hierChild3" presStyleCnt="0"/>
      <dgm:spPr/>
    </dgm:pt>
    <dgm:pt modelId="{C14BE7D8-5FD1-484D-9667-FF888445B3A4}" type="pres">
      <dgm:prSet presAssocID="{A42FA765-EEE9-8A42-89D3-290D2D614BC3}" presName="Name19" presStyleLbl="parChTrans1D3" presStyleIdx="2" presStyleCnt="3"/>
      <dgm:spPr/>
    </dgm:pt>
    <dgm:pt modelId="{C2737E70-99E5-E14C-A1C8-C93004E5317C}" type="pres">
      <dgm:prSet presAssocID="{32CAEC65-4B6E-7544-B9DC-ED6BC3604D1F}" presName="Name21" presStyleCnt="0"/>
      <dgm:spPr/>
    </dgm:pt>
    <dgm:pt modelId="{7A326580-3FCB-A043-AA49-94100B202CAE}" type="pres">
      <dgm:prSet presAssocID="{32CAEC65-4B6E-7544-B9DC-ED6BC3604D1F}" presName="level2Shape" presStyleLbl="node3" presStyleIdx="2" presStyleCnt="3"/>
      <dgm:spPr/>
    </dgm:pt>
    <dgm:pt modelId="{5D5FE3E7-FBDE-A840-8021-9CB0B4F9EEE1}" type="pres">
      <dgm:prSet presAssocID="{32CAEC65-4B6E-7544-B9DC-ED6BC3604D1F}" presName="hierChild3" presStyleCnt="0"/>
      <dgm:spPr/>
    </dgm:pt>
    <dgm:pt modelId="{957A58CC-FEAF-A64D-90E6-F9E2CC3B8AD2}" type="pres">
      <dgm:prSet presAssocID="{A4CB20BA-9DD9-D944-89B5-7154FF35A799}" presName="bgShapesFlow" presStyleCnt="0"/>
      <dgm:spPr/>
    </dgm:pt>
    <dgm:pt modelId="{7832EC1F-2093-424C-BE23-EF982FA47694}" type="pres">
      <dgm:prSet presAssocID="{07C6ABE4-D9E0-7F4F-87C2-77B538B97EA6}" presName="rectComp" presStyleCnt="0"/>
      <dgm:spPr/>
    </dgm:pt>
    <dgm:pt modelId="{792FB1A9-32ED-E042-92AB-D8D6F00D3880}" type="pres">
      <dgm:prSet presAssocID="{07C6ABE4-D9E0-7F4F-87C2-77B538B97EA6}" presName="bgRect" presStyleLbl="bgShp" presStyleIdx="0" presStyleCnt="3"/>
      <dgm:spPr/>
    </dgm:pt>
    <dgm:pt modelId="{D6AD495C-4028-AD45-8D0A-3F5DD7024708}" type="pres">
      <dgm:prSet presAssocID="{07C6ABE4-D9E0-7F4F-87C2-77B538B97EA6}" presName="bgRectTx" presStyleLbl="bgShp" presStyleIdx="0" presStyleCnt="3">
        <dgm:presLayoutVars>
          <dgm:bulletEnabled val="1"/>
        </dgm:presLayoutVars>
      </dgm:prSet>
      <dgm:spPr/>
    </dgm:pt>
    <dgm:pt modelId="{DB10CEA9-F124-4A41-963D-EFCEB3A2AB8E}" type="pres">
      <dgm:prSet presAssocID="{07C6ABE4-D9E0-7F4F-87C2-77B538B97EA6}" presName="spComp" presStyleCnt="0"/>
      <dgm:spPr/>
    </dgm:pt>
    <dgm:pt modelId="{F6C76639-4DB5-5647-9407-BACCD8608A24}" type="pres">
      <dgm:prSet presAssocID="{07C6ABE4-D9E0-7F4F-87C2-77B538B97EA6}" presName="vSp" presStyleCnt="0"/>
      <dgm:spPr/>
    </dgm:pt>
    <dgm:pt modelId="{59AEB522-74FC-584F-AB8D-C31A091482D7}" type="pres">
      <dgm:prSet presAssocID="{E83DE95F-0F05-2544-A439-83D2F57E5A76}" presName="rectComp" presStyleCnt="0"/>
      <dgm:spPr/>
    </dgm:pt>
    <dgm:pt modelId="{522296D3-4DAD-5143-86AA-59251D075B91}" type="pres">
      <dgm:prSet presAssocID="{E83DE95F-0F05-2544-A439-83D2F57E5A76}" presName="bgRect" presStyleLbl="bgShp" presStyleIdx="1" presStyleCnt="3"/>
      <dgm:spPr/>
    </dgm:pt>
    <dgm:pt modelId="{60FDFFBA-777E-7442-B4E6-64A6DD98EE25}" type="pres">
      <dgm:prSet presAssocID="{E83DE95F-0F05-2544-A439-83D2F57E5A76}" presName="bgRectTx" presStyleLbl="bgShp" presStyleIdx="1" presStyleCnt="3">
        <dgm:presLayoutVars>
          <dgm:bulletEnabled val="1"/>
        </dgm:presLayoutVars>
      </dgm:prSet>
      <dgm:spPr/>
    </dgm:pt>
    <dgm:pt modelId="{54618ADA-6204-EE4C-B685-1CD26B954D04}" type="pres">
      <dgm:prSet presAssocID="{E83DE95F-0F05-2544-A439-83D2F57E5A76}" presName="spComp" presStyleCnt="0"/>
      <dgm:spPr/>
    </dgm:pt>
    <dgm:pt modelId="{E06999C3-6DFF-4341-8E01-28A44394420B}" type="pres">
      <dgm:prSet presAssocID="{E83DE95F-0F05-2544-A439-83D2F57E5A76}" presName="vSp" presStyleCnt="0"/>
      <dgm:spPr/>
    </dgm:pt>
    <dgm:pt modelId="{C11FC736-729E-2F44-9CFE-147303A3E267}" type="pres">
      <dgm:prSet presAssocID="{E62B5D0E-25BA-5946-81EA-7A582882FF8B}" presName="rectComp" presStyleCnt="0"/>
      <dgm:spPr/>
    </dgm:pt>
    <dgm:pt modelId="{C7433C4C-C693-A548-9EB7-47A174D57262}" type="pres">
      <dgm:prSet presAssocID="{E62B5D0E-25BA-5946-81EA-7A582882FF8B}" presName="bgRect" presStyleLbl="bgShp" presStyleIdx="2" presStyleCnt="3"/>
      <dgm:spPr/>
    </dgm:pt>
    <dgm:pt modelId="{854D81A8-EF0C-424E-B724-67491042C6F7}" type="pres">
      <dgm:prSet presAssocID="{E62B5D0E-25BA-5946-81EA-7A582882FF8B}" presName="bgRectTx" presStyleLbl="bgShp" presStyleIdx="2" presStyleCnt="3">
        <dgm:presLayoutVars>
          <dgm:bulletEnabled val="1"/>
        </dgm:presLayoutVars>
      </dgm:prSet>
      <dgm:spPr/>
    </dgm:pt>
  </dgm:ptLst>
  <dgm:cxnLst>
    <dgm:cxn modelId="{E7A65508-AEA5-7C45-AD84-B72C1C76839D}" type="presOf" srcId="{B454B05A-8BBA-DC4F-A856-659508D754E4}" destId="{B5833E12-2E9E-364F-887C-3540FB57D1D5}" srcOrd="0" destOrd="0" presId="urn:microsoft.com/office/officeart/2005/8/layout/hierarchy6"/>
    <dgm:cxn modelId="{6173DF1B-A89C-B34C-8355-065F888454B5}" type="presOf" srcId="{D8E773E8-857D-8D4B-A260-65EE628E190D}" destId="{C6C80428-F21A-7B4C-9028-DE9803175538}" srcOrd="0" destOrd="0" presId="urn:microsoft.com/office/officeart/2005/8/layout/hierarchy6"/>
    <dgm:cxn modelId="{5FBEE63B-AD8E-AD42-9B1F-838FB692A45A}" type="presOf" srcId="{A4CB20BA-9DD9-D944-89B5-7154FF35A799}" destId="{524C71C5-51EB-3C4A-B71E-198065C77BFF}" srcOrd="0" destOrd="0" presId="urn:microsoft.com/office/officeart/2005/8/layout/hierarchy6"/>
    <dgm:cxn modelId="{7FE8575C-03B6-9149-93AF-8EB5A11C9240}" type="presOf" srcId="{7C5EBF78-6BE4-0E42-B6C2-59D259B752EE}" destId="{10EC6125-FD7D-D44D-8518-77ED18472FEF}" srcOrd="0" destOrd="0" presId="urn:microsoft.com/office/officeart/2005/8/layout/hierarchy6"/>
    <dgm:cxn modelId="{B8E6DE5D-63CC-E349-B3D4-9887147E1D84}" type="presOf" srcId="{2D822FD0-E156-B445-BE6D-0EB52E8FFCAA}" destId="{E26CF011-DC80-9144-BAA3-528B19E52B68}" srcOrd="0" destOrd="0" presId="urn:microsoft.com/office/officeart/2005/8/layout/hierarchy6"/>
    <dgm:cxn modelId="{828EA55E-54B3-094A-9E6A-BE2C7DF04AAC}" type="presOf" srcId="{32CAEC65-4B6E-7544-B9DC-ED6BC3604D1F}" destId="{7A326580-3FCB-A043-AA49-94100B202CAE}" srcOrd="0" destOrd="0" presId="urn:microsoft.com/office/officeart/2005/8/layout/hierarchy6"/>
    <dgm:cxn modelId="{EFC86560-C33B-9B4F-A140-766BC5E77583}" type="presOf" srcId="{07C6ABE4-D9E0-7F4F-87C2-77B538B97EA6}" destId="{792FB1A9-32ED-E042-92AB-D8D6F00D3880}" srcOrd="0" destOrd="0" presId="urn:microsoft.com/office/officeart/2005/8/layout/hierarchy6"/>
    <dgm:cxn modelId="{E7592643-872C-CC47-AA94-6C25C49AEA34}" type="presOf" srcId="{E62B5D0E-25BA-5946-81EA-7A582882FF8B}" destId="{C7433C4C-C693-A548-9EB7-47A174D57262}" srcOrd="0" destOrd="0" presId="urn:microsoft.com/office/officeart/2005/8/layout/hierarchy6"/>
    <dgm:cxn modelId="{DF54AC66-A724-3F47-9D5F-B24B33435D1F}" srcId="{A4CB20BA-9DD9-D944-89B5-7154FF35A799}" destId="{E62B5D0E-25BA-5946-81EA-7A582882FF8B}" srcOrd="3" destOrd="0" parTransId="{124F3CB0-700F-054F-8938-064E8EFDE7C7}" sibTransId="{B1BB2CCC-0CFF-6A48-8C39-66C84FAC31F6}"/>
    <dgm:cxn modelId="{75D94A47-961B-C842-B439-96634F21C83B}" type="presOf" srcId="{1E0FDB90-0180-524A-ABB4-84E094362A96}" destId="{A56EA56A-E92D-B640-A9A5-7C35C291CC20}" srcOrd="0" destOrd="0" presId="urn:microsoft.com/office/officeart/2005/8/layout/hierarchy6"/>
    <dgm:cxn modelId="{CF6B464A-47F3-4944-B08A-B5BBA3F90337}" srcId="{B454B05A-8BBA-DC4F-A856-659508D754E4}" destId="{033373FE-81E6-E649-81BE-69EA5B2D44A0}" srcOrd="1" destOrd="0" parTransId="{2D822FD0-E156-B445-BE6D-0EB52E8FFCAA}" sibTransId="{9985F4C4-0787-9E49-851A-E99343096C9C}"/>
    <dgm:cxn modelId="{38CCEC4D-F4D9-F34A-8479-30560178728A}" type="presOf" srcId="{547A8FA0-F1DB-EC49-A27C-DB9C9FA1EE3B}" destId="{A5822EC5-059B-BC4C-99CB-519B44108A59}" srcOrd="0" destOrd="0" presId="urn:microsoft.com/office/officeart/2005/8/layout/hierarchy6"/>
    <dgm:cxn modelId="{5C7DAB57-83FA-3143-BFA4-B895FEEF3CEE}" srcId="{A4CB20BA-9DD9-D944-89B5-7154FF35A799}" destId="{547A8FA0-F1DB-EC49-A27C-DB9C9FA1EE3B}" srcOrd="0" destOrd="0" parTransId="{D19E8173-761C-EB46-98AA-9B6B6DD891C9}" sibTransId="{5C2507FD-0D56-4342-92C0-4AD002176A79}"/>
    <dgm:cxn modelId="{59A22A92-FBE0-8448-9602-4C12B6436144}" type="presOf" srcId="{E83DE95F-0F05-2544-A439-83D2F57E5A76}" destId="{60FDFFBA-777E-7442-B4E6-64A6DD98EE25}" srcOrd="1" destOrd="0" presId="urn:microsoft.com/office/officeart/2005/8/layout/hierarchy6"/>
    <dgm:cxn modelId="{3EB1D3A0-B35D-0F44-94BA-0D10B686B117}" type="presOf" srcId="{E62B5D0E-25BA-5946-81EA-7A582882FF8B}" destId="{854D81A8-EF0C-424E-B724-67491042C6F7}" srcOrd="1" destOrd="0" presId="urn:microsoft.com/office/officeart/2005/8/layout/hierarchy6"/>
    <dgm:cxn modelId="{D057E6A3-36F3-414A-B1CD-15653C721B74}" type="presOf" srcId="{2E9A3E15-1AB9-604B-8033-4E3F8BD4F47A}" destId="{87004C8F-BFCB-884E-BE1D-34799B445CBF}" srcOrd="0" destOrd="0" presId="urn:microsoft.com/office/officeart/2005/8/layout/hierarchy6"/>
    <dgm:cxn modelId="{40D925A7-F33B-0249-8694-DEC45CD63778}" srcId="{A4CB20BA-9DD9-D944-89B5-7154FF35A799}" destId="{07C6ABE4-D9E0-7F4F-87C2-77B538B97EA6}" srcOrd="1" destOrd="0" parTransId="{6CCBB489-E539-3F4A-B6C0-12E59BF07364}" sibTransId="{18417F9C-0638-2942-A534-3CEDABE06F0A}"/>
    <dgm:cxn modelId="{E5274DAF-56FE-164B-B249-2408AC2CE8CA}" type="presOf" srcId="{E83DE95F-0F05-2544-A439-83D2F57E5A76}" destId="{522296D3-4DAD-5143-86AA-59251D075B91}" srcOrd="0" destOrd="0" presId="urn:microsoft.com/office/officeart/2005/8/layout/hierarchy6"/>
    <dgm:cxn modelId="{4E816AB0-C334-7840-91B9-F6F10C9099AC}" type="presOf" srcId="{A42FA765-EEE9-8A42-89D3-290D2D614BC3}" destId="{C14BE7D8-5FD1-484D-9667-FF888445B3A4}" srcOrd="0" destOrd="0" presId="urn:microsoft.com/office/officeart/2005/8/layout/hierarchy6"/>
    <dgm:cxn modelId="{DCC102B5-1A66-4244-821F-0D5921F0AB79}" type="presOf" srcId="{E7D0EEBD-B851-9340-ADE0-35F90CCF3385}" destId="{9AEB745C-234A-A140-A58B-97D041EB93C5}" srcOrd="0" destOrd="0" presId="urn:microsoft.com/office/officeart/2005/8/layout/hierarchy6"/>
    <dgm:cxn modelId="{551E64BC-9CFB-2044-8FF9-ADC22CFB95FB}" srcId="{547A8FA0-F1DB-EC49-A27C-DB9C9FA1EE3B}" destId="{1E0FDB90-0180-524A-ABB4-84E094362A96}" srcOrd="1" destOrd="0" parTransId="{7C5EBF78-6BE4-0E42-B6C2-59D259B752EE}" sibTransId="{6EB0F8D3-0B20-3447-9B48-124D2B1009C1}"/>
    <dgm:cxn modelId="{3DB9AFC4-A8CC-C14E-A979-B4157B299BAF}" srcId="{A4CB20BA-9DD9-D944-89B5-7154FF35A799}" destId="{E83DE95F-0F05-2544-A439-83D2F57E5A76}" srcOrd="2" destOrd="0" parTransId="{77A0B712-A4C7-E94E-8A59-72556F465D6D}" sibTransId="{3B08E847-3458-744A-945F-27A89FDA7890}"/>
    <dgm:cxn modelId="{5BD4ABC8-0806-7D4B-A128-2BF08893035F}" srcId="{547A8FA0-F1DB-EC49-A27C-DB9C9FA1EE3B}" destId="{B454B05A-8BBA-DC4F-A856-659508D754E4}" srcOrd="0" destOrd="0" parTransId="{E7D0EEBD-B851-9340-ADE0-35F90CCF3385}" sibTransId="{5073DBEF-0725-E943-BB41-5226B0FA3F5C}"/>
    <dgm:cxn modelId="{D8938ECF-07A2-F948-B2AE-4EFC94807FA1}" srcId="{B454B05A-8BBA-DC4F-A856-659508D754E4}" destId="{D8E773E8-857D-8D4B-A260-65EE628E190D}" srcOrd="0" destOrd="0" parTransId="{2E9A3E15-1AB9-604B-8033-4E3F8BD4F47A}" sibTransId="{D32DB5D3-A730-A147-9331-1D874CA57E85}"/>
    <dgm:cxn modelId="{8D7799E4-DD46-8B47-AB78-89F63FCAD5E9}" type="presOf" srcId="{07C6ABE4-D9E0-7F4F-87C2-77B538B97EA6}" destId="{D6AD495C-4028-AD45-8D0A-3F5DD7024708}" srcOrd="1" destOrd="0" presId="urn:microsoft.com/office/officeart/2005/8/layout/hierarchy6"/>
    <dgm:cxn modelId="{EB46A4F6-B297-F14D-A388-E61A9A512413}" srcId="{1E0FDB90-0180-524A-ABB4-84E094362A96}" destId="{32CAEC65-4B6E-7544-B9DC-ED6BC3604D1F}" srcOrd="0" destOrd="0" parTransId="{A42FA765-EEE9-8A42-89D3-290D2D614BC3}" sibTransId="{93AE2571-FF34-0747-B832-3582E961BCC6}"/>
    <dgm:cxn modelId="{EC01F5FF-4651-A84D-80F7-78DE675CAECC}" type="presOf" srcId="{033373FE-81E6-E649-81BE-69EA5B2D44A0}" destId="{9892D0C1-954D-EE44-ACB6-6AF14F37C5BF}" srcOrd="0" destOrd="0" presId="urn:microsoft.com/office/officeart/2005/8/layout/hierarchy6"/>
    <dgm:cxn modelId="{F4F2B294-B6F6-6746-B27F-7480A70828EE}" type="presParOf" srcId="{524C71C5-51EB-3C4A-B71E-198065C77BFF}" destId="{4F4F376B-AC5A-FE42-9AFF-653E2599D540}" srcOrd="0" destOrd="0" presId="urn:microsoft.com/office/officeart/2005/8/layout/hierarchy6"/>
    <dgm:cxn modelId="{FD65B384-8EC0-0B4E-B326-763216722475}" type="presParOf" srcId="{4F4F376B-AC5A-FE42-9AFF-653E2599D540}" destId="{587BCE4D-2E17-6444-8E0C-86697A0DECE2}" srcOrd="0" destOrd="0" presId="urn:microsoft.com/office/officeart/2005/8/layout/hierarchy6"/>
    <dgm:cxn modelId="{52ED0D67-281E-AA40-86F8-DCE60BABB013}" type="presParOf" srcId="{4F4F376B-AC5A-FE42-9AFF-653E2599D540}" destId="{963F76D7-541D-E049-84FB-CD0429D13D62}" srcOrd="1" destOrd="0" presId="urn:microsoft.com/office/officeart/2005/8/layout/hierarchy6"/>
    <dgm:cxn modelId="{65106948-9B3A-A74E-9E0F-3C7EF8F0811A}" type="presParOf" srcId="{963F76D7-541D-E049-84FB-CD0429D13D62}" destId="{5F065F09-A628-0D42-BBD6-BA7A55DE2BE1}" srcOrd="0" destOrd="0" presId="urn:microsoft.com/office/officeart/2005/8/layout/hierarchy6"/>
    <dgm:cxn modelId="{74F1A315-9C21-AD42-A6DF-CEBA0B59CDE6}" type="presParOf" srcId="{5F065F09-A628-0D42-BBD6-BA7A55DE2BE1}" destId="{A5822EC5-059B-BC4C-99CB-519B44108A59}" srcOrd="0" destOrd="0" presId="urn:microsoft.com/office/officeart/2005/8/layout/hierarchy6"/>
    <dgm:cxn modelId="{BB4BE263-4E84-9C42-98DB-C3D9A6BCEEA8}" type="presParOf" srcId="{5F065F09-A628-0D42-BBD6-BA7A55DE2BE1}" destId="{72045779-A20E-2D4D-875F-2241C26DB84C}" srcOrd="1" destOrd="0" presId="urn:microsoft.com/office/officeart/2005/8/layout/hierarchy6"/>
    <dgm:cxn modelId="{F405C748-0A96-DB45-9879-C9CC8FC5A74B}" type="presParOf" srcId="{72045779-A20E-2D4D-875F-2241C26DB84C}" destId="{9AEB745C-234A-A140-A58B-97D041EB93C5}" srcOrd="0" destOrd="0" presId="urn:microsoft.com/office/officeart/2005/8/layout/hierarchy6"/>
    <dgm:cxn modelId="{9199CEAD-1B1B-7541-8F99-7C2BDE8993FC}" type="presParOf" srcId="{72045779-A20E-2D4D-875F-2241C26DB84C}" destId="{D006F6A2-1BF8-0043-B74C-4D60E3F55A58}" srcOrd="1" destOrd="0" presId="urn:microsoft.com/office/officeart/2005/8/layout/hierarchy6"/>
    <dgm:cxn modelId="{10EB8A81-2692-304E-9443-336C00692E6D}" type="presParOf" srcId="{D006F6A2-1BF8-0043-B74C-4D60E3F55A58}" destId="{B5833E12-2E9E-364F-887C-3540FB57D1D5}" srcOrd="0" destOrd="0" presId="urn:microsoft.com/office/officeart/2005/8/layout/hierarchy6"/>
    <dgm:cxn modelId="{733AFFB4-ABF2-6D44-80AF-1FE693461708}" type="presParOf" srcId="{D006F6A2-1BF8-0043-B74C-4D60E3F55A58}" destId="{E26D28DF-C09C-DE42-9309-6E1E6E9FC764}" srcOrd="1" destOrd="0" presId="urn:microsoft.com/office/officeart/2005/8/layout/hierarchy6"/>
    <dgm:cxn modelId="{E0BE1772-D8BF-7C43-9641-E4ADDCED5EB8}" type="presParOf" srcId="{E26D28DF-C09C-DE42-9309-6E1E6E9FC764}" destId="{87004C8F-BFCB-884E-BE1D-34799B445CBF}" srcOrd="0" destOrd="0" presId="urn:microsoft.com/office/officeart/2005/8/layout/hierarchy6"/>
    <dgm:cxn modelId="{ED716F83-153D-2C41-A4D6-2EBA6E67BA50}" type="presParOf" srcId="{E26D28DF-C09C-DE42-9309-6E1E6E9FC764}" destId="{7963635C-EED4-5646-8350-278A889329BD}" srcOrd="1" destOrd="0" presId="urn:microsoft.com/office/officeart/2005/8/layout/hierarchy6"/>
    <dgm:cxn modelId="{E6FED0DC-4DAF-9746-8323-0B8DA3353F61}" type="presParOf" srcId="{7963635C-EED4-5646-8350-278A889329BD}" destId="{C6C80428-F21A-7B4C-9028-DE9803175538}" srcOrd="0" destOrd="0" presId="urn:microsoft.com/office/officeart/2005/8/layout/hierarchy6"/>
    <dgm:cxn modelId="{DDBA5941-2469-E048-98AF-BD9F9E16603A}" type="presParOf" srcId="{7963635C-EED4-5646-8350-278A889329BD}" destId="{58871D8D-02D5-6D4B-B510-A61F7181EF25}" srcOrd="1" destOrd="0" presId="urn:microsoft.com/office/officeart/2005/8/layout/hierarchy6"/>
    <dgm:cxn modelId="{ACAF908D-329D-4941-86DA-66E3CAA03FD6}" type="presParOf" srcId="{E26D28DF-C09C-DE42-9309-6E1E6E9FC764}" destId="{E26CF011-DC80-9144-BAA3-528B19E52B68}" srcOrd="2" destOrd="0" presId="urn:microsoft.com/office/officeart/2005/8/layout/hierarchy6"/>
    <dgm:cxn modelId="{45BF61D4-7A0F-0246-93FB-0C540A9B493D}" type="presParOf" srcId="{E26D28DF-C09C-DE42-9309-6E1E6E9FC764}" destId="{B712E02B-E427-4A47-81F6-0C077FCC337F}" srcOrd="3" destOrd="0" presId="urn:microsoft.com/office/officeart/2005/8/layout/hierarchy6"/>
    <dgm:cxn modelId="{BFE39796-58EA-2940-B3D4-C1823C85131C}" type="presParOf" srcId="{B712E02B-E427-4A47-81F6-0C077FCC337F}" destId="{9892D0C1-954D-EE44-ACB6-6AF14F37C5BF}" srcOrd="0" destOrd="0" presId="urn:microsoft.com/office/officeart/2005/8/layout/hierarchy6"/>
    <dgm:cxn modelId="{C9A0856C-21B4-C34A-AB76-A54857928E81}" type="presParOf" srcId="{B712E02B-E427-4A47-81F6-0C077FCC337F}" destId="{CFDE77A5-49F9-4047-8185-9401F52F8316}" srcOrd="1" destOrd="0" presId="urn:microsoft.com/office/officeart/2005/8/layout/hierarchy6"/>
    <dgm:cxn modelId="{0DED1DD1-8B7C-1140-B4C3-439CFEA6AF25}" type="presParOf" srcId="{72045779-A20E-2D4D-875F-2241C26DB84C}" destId="{10EC6125-FD7D-D44D-8518-77ED18472FEF}" srcOrd="2" destOrd="0" presId="urn:microsoft.com/office/officeart/2005/8/layout/hierarchy6"/>
    <dgm:cxn modelId="{09808C22-F4D4-954C-92A3-E5D81534414B}" type="presParOf" srcId="{72045779-A20E-2D4D-875F-2241C26DB84C}" destId="{D4C090C3-7E30-3647-8D69-B7DD09D78F09}" srcOrd="3" destOrd="0" presId="urn:microsoft.com/office/officeart/2005/8/layout/hierarchy6"/>
    <dgm:cxn modelId="{2FC432EC-4AF9-774B-A2EA-D2ADF4AD0648}" type="presParOf" srcId="{D4C090C3-7E30-3647-8D69-B7DD09D78F09}" destId="{A56EA56A-E92D-B640-A9A5-7C35C291CC20}" srcOrd="0" destOrd="0" presId="urn:microsoft.com/office/officeart/2005/8/layout/hierarchy6"/>
    <dgm:cxn modelId="{59C50827-C80E-FD49-AA6A-6221C22ECE45}" type="presParOf" srcId="{D4C090C3-7E30-3647-8D69-B7DD09D78F09}" destId="{7210A7D6-184E-F445-984B-A21B4F60EC86}" srcOrd="1" destOrd="0" presId="urn:microsoft.com/office/officeart/2005/8/layout/hierarchy6"/>
    <dgm:cxn modelId="{0583655A-8021-8D49-951F-AC405A5EB352}" type="presParOf" srcId="{7210A7D6-184E-F445-984B-A21B4F60EC86}" destId="{C14BE7D8-5FD1-484D-9667-FF888445B3A4}" srcOrd="0" destOrd="0" presId="urn:microsoft.com/office/officeart/2005/8/layout/hierarchy6"/>
    <dgm:cxn modelId="{E541765F-9DA6-704F-8EAD-0CB0F7BAA8E1}" type="presParOf" srcId="{7210A7D6-184E-F445-984B-A21B4F60EC86}" destId="{C2737E70-99E5-E14C-A1C8-C93004E5317C}" srcOrd="1" destOrd="0" presId="urn:microsoft.com/office/officeart/2005/8/layout/hierarchy6"/>
    <dgm:cxn modelId="{240DAD81-A772-CF45-9B43-10016BA722B5}" type="presParOf" srcId="{C2737E70-99E5-E14C-A1C8-C93004E5317C}" destId="{7A326580-3FCB-A043-AA49-94100B202CAE}" srcOrd="0" destOrd="0" presId="urn:microsoft.com/office/officeart/2005/8/layout/hierarchy6"/>
    <dgm:cxn modelId="{5E5687EB-058B-8046-9A09-B5E198854BBB}" type="presParOf" srcId="{C2737E70-99E5-E14C-A1C8-C93004E5317C}" destId="{5D5FE3E7-FBDE-A840-8021-9CB0B4F9EEE1}" srcOrd="1" destOrd="0" presId="urn:microsoft.com/office/officeart/2005/8/layout/hierarchy6"/>
    <dgm:cxn modelId="{F6CE418E-A44F-914F-8068-BC76BF2B8D40}" type="presParOf" srcId="{524C71C5-51EB-3C4A-B71E-198065C77BFF}" destId="{957A58CC-FEAF-A64D-90E6-F9E2CC3B8AD2}" srcOrd="1" destOrd="0" presId="urn:microsoft.com/office/officeart/2005/8/layout/hierarchy6"/>
    <dgm:cxn modelId="{E6F2C75C-CC8F-7048-B23D-BBA9E02E689A}" type="presParOf" srcId="{957A58CC-FEAF-A64D-90E6-F9E2CC3B8AD2}" destId="{7832EC1F-2093-424C-BE23-EF982FA47694}" srcOrd="0" destOrd="0" presId="urn:microsoft.com/office/officeart/2005/8/layout/hierarchy6"/>
    <dgm:cxn modelId="{6D5B9BFD-0B14-C44B-A46A-CB2D62D6DBFF}" type="presParOf" srcId="{7832EC1F-2093-424C-BE23-EF982FA47694}" destId="{792FB1A9-32ED-E042-92AB-D8D6F00D3880}" srcOrd="0" destOrd="0" presId="urn:microsoft.com/office/officeart/2005/8/layout/hierarchy6"/>
    <dgm:cxn modelId="{30BA9744-F59B-B34F-A883-F69F7A891038}" type="presParOf" srcId="{7832EC1F-2093-424C-BE23-EF982FA47694}" destId="{D6AD495C-4028-AD45-8D0A-3F5DD7024708}" srcOrd="1" destOrd="0" presId="urn:microsoft.com/office/officeart/2005/8/layout/hierarchy6"/>
    <dgm:cxn modelId="{3124E865-F0DC-3C40-B061-BCBD3AF6301D}" type="presParOf" srcId="{957A58CC-FEAF-A64D-90E6-F9E2CC3B8AD2}" destId="{DB10CEA9-F124-4A41-963D-EFCEB3A2AB8E}" srcOrd="1" destOrd="0" presId="urn:microsoft.com/office/officeart/2005/8/layout/hierarchy6"/>
    <dgm:cxn modelId="{2843EA33-4001-8D4C-BCCA-AA0AECA80CAE}" type="presParOf" srcId="{DB10CEA9-F124-4A41-963D-EFCEB3A2AB8E}" destId="{F6C76639-4DB5-5647-9407-BACCD8608A24}" srcOrd="0" destOrd="0" presId="urn:microsoft.com/office/officeart/2005/8/layout/hierarchy6"/>
    <dgm:cxn modelId="{08222DDE-B1D8-DA44-BCF2-2F45B7520956}" type="presParOf" srcId="{957A58CC-FEAF-A64D-90E6-F9E2CC3B8AD2}" destId="{59AEB522-74FC-584F-AB8D-C31A091482D7}" srcOrd="2" destOrd="0" presId="urn:microsoft.com/office/officeart/2005/8/layout/hierarchy6"/>
    <dgm:cxn modelId="{6876F543-BBB6-7445-8363-0CBBE26CE926}" type="presParOf" srcId="{59AEB522-74FC-584F-AB8D-C31A091482D7}" destId="{522296D3-4DAD-5143-86AA-59251D075B91}" srcOrd="0" destOrd="0" presId="urn:microsoft.com/office/officeart/2005/8/layout/hierarchy6"/>
    <dgm:cxn modelId="{BCC394CF-17F2-1446-830D-95DD03540E4B}" type="presParOf" srcId="{59AEB522-74FC-584F-AB8D-C31A091482D7}" destId="{60FDFFBA-777E-7442-B4E6-64A6DD98EE25}" srcOrd="1" destOrd="0" presId="urn:microsoft.com/office/officeart/2005/8/layout/hierarchy6"/>
    <dgm:cxn modelId="{2B08904C-0259-BA4B-82D2-6C27B7D04D74}" type="presParOf" srcId="{957A58CC-FEAF-A64D-90E6-F9E2CC3B8AD2}" destId="{54618ADA-6204-EE4C-B685-1CD26B954D04}" srcOrd="3" destOrd="0" presId="urn:microsoft.com/office/officeart/2005/8/layout/hierarchy6"/>
    <dgm:cxn modelId="{75457190-D4C2-2E42-86B3-7AD24099E472}" type="presParOf" srcId="{54618ADA-6204-EE4C-B685-1CD26B954D04}" destId="{E06999C3-6DFF-4341-8E01-28A44394420B}" srcOrd="0" destOrd="0" presId="urn:microsoft.com/office/officeart/2005/8/layout/hierarchy6"/>
    <dgm:cxn modelId="{90420AFE-EFFA-DB42-8D07-DC9169BA4D37}" type="presParOf" srcId="{957A58CC-FEAF-A64D-90E6-F9E2CC3B8AD2}" destId="{C11FC736-729E-2F44-9CFE-147303A3E267}" srcOrd="4" destOrd="0" presId="urn:microsoft.com/office/officeart/2005/8/layout/hierarchy6"/>
    <dgm:cxn modelId="{FCE8B600-132C-6947-9ED4-06CFA3C58BE4}" type="presParOf" srcId="{C11FC736-729E-2F44-9CFE-147303A3E267}" destId="{C7433C4C-C693-A548-9EB7-47A174D57262}" srcOrd="0" destOrd="0" presId="urn:microsoft.com/office/officeart/2005/8/layout/hierarchy6"/>
    <dgm:cxn modelId="{A65A6D84-6451-0A40-9F03-7D9325CA5AC7}" type="presParOf" srcId="{C11FC736-729E-2F44-9CFE-147303A3E267}" destId="{854D81A8-EF0C-424E-B724-67491042C6F7}"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433C4C-C693-A548-9EB7-47A174D57262}">
      <dsp:nvSpPr>
        <dsp:cNvPr id="0" name=""/>
        <dsp:cNvSpPr/>
      </dsp:nvSpPr>
      <dsp:spPr>
        <a:xfrm>
          <a:off x="0" y="2880183"/>
          <a:ext cx="8181298" cy="1233978"/>
        </a:xfrm>
        <a:prstGeom prst="roundRect">
          <a:avLst>
            <a:gd name="adj" fmla="val 10000"/>
          </a:avLst>
        </a:prstGeom>
        <a:solidFill>
          <a:schemeClr val="accent2">
            <a:tint val="40000"/>
            <a:hueOff val="0"/>
            <a:satOff val="0"/>
            <a:lumOff val="0"/>
            <a:alphaOff val="0"/>
          </a:scheme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dsp:style>
      <dsp:txBody>
        <a:bodyPr spcFirstLastPara="0" vert="horz" wrap="square" lIns="305816" tIns="305816" rIns="305816" bIns="305816" numCol="1" spcCol="1270" anchor="ctr" anchorCtr="0">
          <a:noAutofit/>
        </a:bodyPr>
        <a:lstStyle/>
        <a:p>
          <a:pPr marL="0" lvl="0" indent="0" algn="ctr" defTabSz="1911350">
            <a:lnSpc>
              <a:spcPct val="90000"/>
            </a:lnSpc>
            <a:spcBef>
              <a:spcPct val="0"/>
            </a:spcBef>
            <a:spcAft>
              <a:spcPct val="35000"/>
            </a:spcAft>
            <a:buNone/>
          </a:pPr>
          <a:endParaRPr lang="en-US" sz="4300" kern="1200"/>
        </a:p>
      </dsp:txBody>
      <dsp:txXfrm>
        <a:off x="0" y="2880183"/>
        <a:ext cx="2454389" cy="1233978"/>
      </dsp:txXfrm>
    </dsp:sp>
    <dsp:sp modelId="{522296D3-4DAD-5143-86AA-59251D075B91}">
      <dsp:nvSpPr>
        <dsp:cNvPr id="0" name=""/>
        <dsp:cNvSpPr/>
      </dsp:nvSpPr>
      <dsp:spPr>
        <a:xfrm>
          <a:off x="0" y="1440341"/>
          <a:ext cx="8181298" cy="1233978"/>
        </a:xfrm>
        <a:prstGeom prst="roundRect">
          <a:avLst>
            <a:gd name="adj" fmla="val 10000"/>
          </a:avLst>
        </a:prstGeom>
        <a:solidFill>
          <a:schemeClr val="accent2">
            <a:tint val="40000"/>
            <a:hueOff val="0"/>
            <a:satOff val="0"/>
            <a:lumOff val="0"/>
            <a:alphaOff val="0"/>
          </a:scheme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dsp:style>
      <dsp:txBody>
        <a:bodyPr spcFirstLastPara="0" vert="horz" wrap="square" lIns="305816" tIns="305816" rIns="305816" bIns="305816" numCol="1" spcCol="1270" anchor="ctr" anchorCtr="0">
          <a:noAutofit/>
        </a:bodyPr>
        <a:lstStyle/>
        <a:p>
          <a:pPr marL="0" lvl="0" indent="0" algn="ctr" defTabSz="1911350">
            <a:lnSpc>
              <a:spcPct val="90000"/>
            </a:lnSpc>
            <a:spcBef>
              <a:spcPct val="0"/>
            </a:spcBef>
            <a:spcAft>
              <a:spcPct val="35000"/>
            </a:spcAft>
            <a:buNone/>
          </a:pPr>
          <a:endParaRPr lang="en-US" sz="4300" kern="1200"/>
        </a:p>
      </dsp:txBody>
      <dsp:txXfrm>
        <a:off x="0" y="1440341"/>
        <a:ext cx="2454389" cy="1233978"/>
      </dsp:txXfrm>
    </dsp:sp>
    <dsp:sp modelId="{792FB1A9-32ED-E042-92AB-D8D6F00D3880}">
      <dsp:nvSpPr>
        <dsp:cNvPr id="0" name=""/>
        <dsp:cNvSpPr/>
      </dsp:nvSpPr>
      <dsp:spPr>
        <a:xfrm>
          <a:off x="0" y="499"/>
          <a:ext cx="8181298" cy="1233978"/>
        </a:xfrm>
        <a:prstGeom prst="roundRect">
          <a:avLst>
            <a:gd name="adj" fmla="val 10000"/>
          </a:avLst>
        </a:prstGeom>
        <a:solidFill>
          <a:schemeClr val="accent2">
            <a:tint val="40000"/>
            <a:hueOff val="0"/>
            <a:satOff val="0"/>
            <a:lumOff val="0"/>
            <a:alphaOff val="0"/>
          </a:scheme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dsp:style>
      <dsp:txBody>
        <a:bodyPr spcFirstLastPara="0" vert="horz" wrap="square" lIns="305816" tIns="305816" rIns="305816" bIns="305816" numCol="1" spcCol="1270" anchor="ctr" anchorCtr="0">
          <a:noAutofit/>
        </a:bodyPr>
        <a:lstStyle/>
        <a:p>
          <a:pPr marL="0" lvl="0" indent="0" algn="ctr" defTabSz="1911350">
            <a:lnSpc>
              <a:spcPct val="90000"/>
            </a:lnSpc>
            <a:spcBef>
              <a:spcPct val="0"/>
            </a:spcBef>
            <a:spcAft>
              <a:spcPct val="35000"/>
            </a:spcAft>
            <a:buNone/>
          </a:pPr>
          <a:endParaRPr lang="en-US" sz="4300" kern="1200"/>
        </a:p>
      </dsp:txBody>
      <dsp:txXfrm>
        <a:off x="0" y="499"/>
        <a:ext cx="2454389" cy="1233978"/>
      </dsp:txXfrm>
    </dsp:sp>
    <dsp:sp modelId="{A5822EC5-059B-BC4C-99CB-519B44108A59}">
      <dsp:nvSpPr>
        <dsp:cNvPr id="0" name=""/>
        <dsp:cNvSpPr/>
      </dsp:nvSpPr>
      <dsp:spPr>
        <a:xfrm>
          <a:off x="4965834" y="103431"/>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4995982" y="133579"/>
        <a:ext cx="1483684" cy="969024"/>
      </dsp:txXfrm>
    </dsp:sp>
    <dsp:sp modelId="{9AEB745C-234A-A140-A58B-97D041EB93C5}">
      <dsp:nvSpPr>
        <dsp:cNvPr id="0" name=""/>
        <dsp:cNvSpPr/>
      </dsp:nvSpPr>
      <dsp:spPr>
        <a:xfrm>
          <a:off x="4232443" y="1132751"/>
          <a:ext cx="1505380" cy="411728"/>
        </a:xfrm>
        <a:custGeom>
          <a:avLst/>
          <a:gdLst/>
          <a:ahLst/>
          <a:cxnLst/>
          <a:rect l="0" t="0" r="0" b="0"/>
          <a:pathLst>
            <a:path>
              <a:moveTo>
                <a:pt x="1505380" y="0"/>
              </a:moveTo>
              <a:lnTo>
                <a:pt x="1505380" y="205864"/>
              </a:lnTo>
              <a:lnTo>
                <a:pt x="0" y="205864"/>
              </a:lnTo>
              <a:lnTo>
                <a:pt x="0" y="411728"/>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833E12-2E9E-364F-887C-3540FB57D1D5}">
      <dsp:nvSpPr>
        <dsp:cNvPr id="0" name=""/>
        <dsp:cNvSpPr/>
      </dsp:nvSpPr>
      <dsp:spPr>
        <a:xfrm>
          <a:off x="3460453" y="1544479"/>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3490601" y="1574627"/>
        <a:ext cx="1483684" cy="969024"/>
      </dsp:txXfrm>
    </dsp:sp>
    <dsp:sp modelId="{87004C8F-BFCB-884E-BE1D-34799B445CBF}">
      <dsp:nvSpPr>
        <dsp:cNvPr id="0" name=""/>
        <dsp:cNvSpPr/>
      </dsp:nvSpPr>
      <dsp:spPr>
        <a:xfrm>
          <a:off x="3228856" y="2573799"/>
          <a:ext cx="1003587" cy="411728"/>
        </a:xfrm>
        <a:custGeom>
          <a:avLst/>
          <a:gdLst/>
          <a:ahLst/>
          <a:cxnLst/>
          <a:rect l="0" t="0" r="0" b="0"/>
          <a:pathLst>
            <a:path>
              <a:moveTo>
                <a:pt x="1003587" y="0"/>
              </a:moveTo>
              <a:lnTo>
                <a:pt x="1003587" y="205864"/>
              </a:lnTo>
              <a:lnTo>
                <a:pt x="0" y="205864"/>
              </a:lnTo>
              <a:lnTo>
                <a:pt x="0" y="411728"/>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6C80428-F21A-7B4C-9028-DE9803175538}">
      <dsp:nvSpPr>
        <dsp:cNvPr id="0" name=""/>
        <dsp:cNvSpPr/>
      </dsp:nvSpPr>
      <dsp:spPr>
        <a:xfrm>
          <a:off x="2456866" y="2985528"/>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2487014" y="3015676"/>
        <a:ext cx="1483684" cy="969024"/>
      </dsp:txXfrm>
    </dsp:sp>
    <dsp:sp modelId="{E26CF011-DC80-9144-BAA3-528B19E52B68}">
      <dsp:nvSpPr>
        <dsp:cNvPr id="0" name=""/>
        <dsp:cNvSpPr/>
      </dsp:nvSpPr>
      <dsp:spPr>
        <a:xfrm>
          <a:off x="4232443" y="2573799"/>
          <a:ext cx="1003587" cy="411728"/>
        </a:xfrm>
        <a:custGeom>
          <a:avLst/>
          <a:gdLst/>
          <a:ahLst/>
          <a:cxnLst/>
          <a:rect l="0" t="0" r="0" b="0"/>
          <a:pathLst>
            <a:path>
              <a:moveTo>
                <a:pt x="0" y="0"/>
              </a:moveTo>
              <a:lnTo>
                <a:pt x="0" y="205864"/>
              </a:lnTo>
              <a:lnTo>
                <a:pt x="1003587" y="205864"/>
              </a:lnTo>
              <a:lnTo>
                <a:pt x="1003587" y="411728"/>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92D0C1-954D-EE44-ACB6-6AF14F37C5BF}">
      <dsp:nvSpPr>
        <dsp:cNvPr id="0" name=""/>
        <dsp:cNvSpPr/>
      </dsp:nvSpPr>
      <dsp:spPr>
        <a:xfrm>
          <a:off x="4464040" y="2985528"/>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4494188" y="3015676"/>
        <a:ext cx="1483684" cy="969024"/>
      </dsp:txXfrm>
    </dsp:sp>
    <dsp:sp modelId="{10EC6125-FD7D-D44D-8518-77ED18472FEF}">
      <dsp:nvSpPr>
        <dsp:cNvPr id="0" name=""/>
        <dsp:cNvSpPr/>
      </dsp:nvSpPr>
      <dsp:spPr>
        <a:xfrm>
          <a:off x="5737824" y="1132751"/>
          <a:ext cx="1505380" cy="411728"/>
        </a:xfrm>
        <a:custGeom>
          <a:avLst/>
          <a:gdLst/>
          <a:ahLst/>
          <a:cxnLst/>
          <a:rect l="0" t="0" r="0" b="0"/>
          <a:pathLst>
            <a:path>
              <a:moveTo>
                <a:pt x="0" y="0"/>
              </a:moveTo>
              <a:lnTo>
                <a:pt x="0" y="205864"/>
              </a:lnTo>
              <a:lnTo>
                <a:pt x="1505380" y="205864"/>
              </a:lnTo>
              <a:lnTo>
                <a:pt x="1505380" y="411728"/>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6EA56A-E92D-B640-A9A5-7C35C291CC20}">
      <dsp:nvSpPr>
        <dsp:cNvPr id="0" name=""/>
        <dsp:cNvSpPr/>
      </dsp:nvSpPr>
      <dsp:spPr>
        <a:xfrm>
          <a:off x="6471214" y="1544479"/>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6501362" y="1574627"/>
        <a:ext cx="1483684" cy="969024"/>
      </dsp:txXfrm>
    </dsp:sp>
    <dsp:sp modelId="{C14BE7D8-5FD1-484D-9667-FF888445B3A4}">
      <dsp:nvSpPr>
        <dsp:cNvPr id="0" name=""/>
        <dsp:cNvSpPr/>
      </dsp:nvSpPr>
      <dsp:spPr>
        <a:xfrm>
          <a:off x="7197485" y="2573799"/>
          <a:ext cx="91440" cy="411728"/>
        </a:xfrm>
        <a:custGeom>
          <a:avLst/>
          <a:gdLst/>
          <a:ahLst/>
          <a:cxnLst/>
          <a:rect l="0" t="0" r="0" b="0"/>
          <a:pathLst>
            <a:path>
              <a:moveTo>
                <a:pt x="45720" y="0"/>
              </a:moveTo>
              <a:lnTo>
                <a:pt x="45720" y="411728"/>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326580-3FCB-A043-AA49-94100B202CAE}">
      <dsp:nvSpPr>
        <dsp:cNvPr id="0" name=""/>
        <dsp:cNvSpPr/>
      </dsp:nvSpPr>
      <dsp:spPr>
        <a:xfrm>
          <a:off x="6471214" y="2985528"/>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6501362" y="3015676"/>
        <a:ext cx="1483684" cy="96902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14T02:22:04.907"/>
    </inkml:context>
    <inkml:brush xml:id="br0">
      <inkml:brushProperty name="width" value="0.1" units="cm"/>
      <inkml:brushProperty name="height" value="0.1" units="cm"/>
      <inkml:brushProperty name="color" value="#E71224"/>
    </inkml:brush>
  </inkml:definitions>
  <inkml:trace contextRef="#ctx0" brushRef="#br0">19027 11641 16383 0 0,'-5'0'0'0'0,"-11"0"0"0"0,-3-5 0 0 0,-4-1 0 0 0,-2 0 0 0 0,-7 1 0 0 0,-3 1 0 0 0,5-3 0 0 0,2-1 0 0 0,1 2 0 0 0,-4 1 0 0 0,-3 1 0 0 0,1 2 0 0 0,-5 2 0 0 0,-1-1 0 0 0,2 1 0 0 0,2 1 0 0 0,-3-1 0 0 0,1 0 0 0 0,0 1 0 0 0,-2-1 0 0 0,0 0 0 0 0,2 0 0 0 0,3 0 0 0 0,-4 0 0 0 0,1 0 0 0 0,1 0 0 0 0,7 10 0 0 0,3 3 0 0 0,-3-1 0 0 0,3 3 0 0 0,1-2 0 0 0,4 3 0 0 0,2-3 0 0 0,3 8 0 0 0,-5-1 0 0 0,1 2 0 0 0,-1-4 0 0 0,3 1 0 0 0,0-4 0 0 0,3 2 0 0 0,-1-3 0 0 0,2 6 0 0 0,3 4 0 0 0,-5-1 0 0 0,-1 0 0 0 0,2 5 0 0 0,0-1 0 0 0,2-1 0 0 0,-2-5 0 0 0,2 0 0 0 0,3 0 0 0 0,3 6 0 0 0,-7 0 0 0 0,-1-2 0 0 0,2 2 0 0 0,3 0 0 0 0,8-5 0 0 0,5 4 0 0 0,6-2 0 0 0,2-1 0 0 0,0 1 0 0 0,1-4 0 0 0,0 5 0 0 0,8-2 0 0 0,-1-1 0 0 0,3-3 0 0 0,-4 0 0 0 0,2-4 0 0 0,0-4 0 0 0,9-4 0 0 0,-3 2 0 0 0,1-1 0 0 0,0-2 0 0 0,5 9 0 0 0,3 0 0 0 0,-1-1 0 0 0,-5 1 0 0 0,-3-1 0 0 0,4-4 0 0 0,1-3 0 0 0,1-3 0 0 0,0-2 0 0 0,4-1 0 0 0,1-2 0 0 0,-1 1 0 0 0,4-1 0 0 0,-1 1 0 0 0,-2-1 0 0 0,-7 6 0 0 0,-4 1 0 0 0,4 0 0 0 0,1-1 0 0 0,1-1 0 0 0,4-2 0 0 0,2-1 0 0 0,-2-1 0 0 0,-1 0 0 0 0,3 0 0 0 0,-1 0 0 0 0,0 0 0 0 0,2 0 0 0 0,-5-5 0 0 0,-4-2 0 0 0,-6-9 0 0 0,-3-2 0 0 0,0 2 0 0 0,-3-1 0 0 0,-6-2 0 0 0,6 1 0 0 0,5 5 0 0 0,-2-1 0 0 0,-5-8 0 0 0,-4-5 0 0 0,0 3 0 0 0,-2-1 0 0 0,-2-5 0 0 0,-3-2 0 0 0,-2-1 0 0 0,3 6 0 0 0,0 2 0 0 0,0-5 0 0 0,-6-1 0 0 0,-3-1 0 0 0,-7 5 0 0 0,0 3 0 0 0,0-5 0 0 0,3-2 0 0 0,-8 4 0 0 0,-1 2 0 0 0,2-5 0 0 0,-2 3 0 0 0,3 1 0 0 0,3 1 0 0 0,-2 3 0 0 0,1 2 0 0 0,3-6 0 0 0,-3 1 0 0 0,2 1 0 0 0,-9 3 0 0 0,-6 7 0 0 0,2-1 0 0 0,-1 4 0 0 0,-6 2 0 0 0,-3 4 0 0 0,3-8 0 0 0,8-1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02B377-E820-46CA-9BA3-BC97D6DDBBF4}" type="datetimeFigureOut">
              <a:rPr lang="en-US" smtClean="0"/>
              <a:t>10/3/2026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B26B15-B115-4FE7-9FF2-7287B02728E4}" type="slidenum">
              <a:rPr lang="en-US" smtClean="0"/>
              <a:t>‹#›</a:t>
            </a:fld>
            <a:endParaRPr lang="en-US"/>
          </a:p>
        </p:txBody>
      </p:sp>
    </p:spTree>
    <p:extLst>
      <p:ext uri="{BB962C8B-B14F-4D97-AF65-F5344CB8AC3E}">
        <p14:creationId xmlns:p14="http://schemas.microsoft.com/office/powerpoint/2010/main" val="444938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Jasmine</a:t>
            </a:r>
          </a:p>
        </p:txBody>
      </p:sp>
      <p:sp>
        <p:nvSpPr>
          <p:cNvPr id="4" name="Slide Number Placeholder 3"/>
          <p:cNvSpPr>
            <a:spLocks noGrp="1"/>
          </p:cNvSpPr>
          <p:nvPr>
            <p:ph type="sldNum" sz="quarter" idx="5"/>
          </p:nvPr>
        </p:nvSpPr>
        <p:spPr/>
        <p:txBody>
          <a:bodyPr/>
          <a:lstStyle/>
          <a:p>
            <a:fld id="{9BB26B15-B115-4FE7-9FF2-7287B02728E4}" type="slidenum">
              <a:rPr lang="en-US" smtClean="0"/>
              <a:t>1</a:t>
            </a:fld>
            <a:endParaRPr lang="en-US"/>
          </a:p>
        </p:txBody>
      </p:sp>
    </p:spTree>
    <p:extLst>
      <p:ext uri="{BB962C8B-B14F-4D97-AF65-F5344CB8AC3E}">
        <p14:creationId xmlns:p14="http://schemas.microsoft.com/office/powerpoint/2010/main" val="2771789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Jasmine</a:t>
            </a:r>
          </a:p>
        </p:txBody>
      </p:sp>
      <p:sp>
        <p:nvSpPr>
          <p:cNvPr id="4" name="Slide Number Placeholder 3"/>
          <p:cNvSpPr>
            <a:spLocks noGrp="1"/>
          </p:cNvSpPr>
          <p:nvPr>
            <p:ph type="sldNum" sz="quarter" idx="5"/>
          </p:nvPr>
        </p:nvSpPr>
        <p:spPr/>
        <p:txBody>
          <a:bodyPr/>
          <a:lstStyle/>
          <a:p>
            <a:fld id="{9BB26B15-B115-4FE7-9FF2-7287B02728E4}" type="slidenum">
              <a:rPr lang="en-US" smtClean="0"/>
              <a:t>2</a:t>
            </a:fld>
            <a:endParaRPr lang="en-US"/>
          </a:p>
        </p:txBody>
      </p:sp>
    </p:spTree>
    <p:extLst>
      <p:ext uri="{BB962C8B-B14F-4D97-AF65-F5344CB8AC3E}">
        <p14:creationId xmlns:p14="http://schemas.microsoft.com/office/powerpoint/2010/main" val="2995494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Brandon</a:t>
            </a:r>
          </a:p>
        </p:txBody>
      </p:sp>
      <p:sp>
        <p:nvSpPr>
          <p:cNvPr id="4" name="Slide Number Placeholder 3"/>
          <p:cNvSpPr>
            <a:spLocks noGrp="1"/>
          </p:cNvSpPr>
          <p:nvPr>
            <p:ph type="sldNum" sz="quarter" idx="5"/>
          </p:nvPr>
        </p:nvSpPr>
        <p:spPr/>
        <p:txBody>
          <a:bodyPr/>
          <a:lstStyle/>
          <a:p>
            <a:fld id="{9BB26B15-B115-4FE7-9FF2-7287B02728E4}" type="slidenum">
              <a:rPr lang="en-US" smtClean="0"/>
              <a:t>4</a:t>
            </a:fld>
            <a:endParaRPr lang="en-US"/>
          </a:p>
        </p:txBody>
      </p:sp>
    </p:spTree>
    <p:extLst>
      <p:ext uri="{BB962C8B-B14F-4D97-AF65-F5344CB8AC3E}">
        <p14:creationId xmlns:p14="http://schemas.microsoft.com/office/powerpoint/2010/main" val="2045451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9BB26B15-B115-4FE7-9FF2-7287B02728E4}" type="slidenum">
              <a:rPr lang="en-US" smtClean="0"/>
              <a:t>30</a:t>
            </a:fld>
            <a:endParaRPr lang="en-US"/>
          </a:p>
        </p:txBody>
      </p:sp>
    </p:spTree>
    <p:extLst>
      <p:ext uri="{BB962C8B-B14F-4D97-AF65-F5344CB8AC3E}">
        <p14:creationId xmlns:p14="http://schemas.microsoft.com/office/powerpoint/2010/main" val="30199947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B26B15-B115-4FE7-9FF2-7287B02728E4}" type="slidenum">
              <a:rPr lang="en-US" smtClean="0"/>
              <a:t>34</a:t>
            </a:fld>
            <a:endParaRPr lang="en-US"/>
          </a:p>
        </p:txBody>
      </p:sp>
    </p:spTree>
    <p:extLst>
      <p:ext uri="{BB962C8B-B14F-4D97-AF65-F5344CB8AC3E}">
        <p14:creationId xmlns:p14="http://schemas.microsoft.com/office/powerpoint/2010/main" val="38204797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jpe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PSS 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CF6426-A338-EF4F-AD41-195229AE7A29}"/>
              </a:ext>
            </a:extLst>
          </p:cNvPr>
          <p:cNvSpPr/>
          <p:nvPr userDrawn="1"/>
        </p:nvSpPr>
        <p:spPr>
          <a:xfrm>
            <a:off x="9423918" y="111968"/>
            <a:ext cx="2768083" cy="599927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3870095-E196-7646-9F04-CD4BE1D325C9}"/>
              </a:ext>
              <a:ext uri="{C183D7F6-B498-43B3-948B-1728B52AA6E4}">
                <adec:decorative xmlns:adec="http://schemas.microsoft.com/office/drawing/2017/decorative" val="1"/>
              </a:ext>
            </a:extLst>
          </p:cNvPr>
          <p:cNvPicPr>
            <a:picLocks noChangeAspect="1"/>
          </p:cNvPicPr>
          <p:nvPr userDrawn="1"/>
        </p:nvPicPr>
        <p:blipFill rotWithShape="1">
          <a:blip r:embed="rId2">
            <a:alphaModFix amt="45000"/>
          </a:blip>
          <a:srcRect l="44310" t="67464" r="48405" b="25155"/>
          <a:stretch/>
        </p:blipFill>
        <p:spPr>
          <a:xfrm>
            <a:off x="0" y="197231"/>
            <a:ext cx="3734037" cy="2473556"/>
          </a:xfrm>
          <a:prstGeom prst="rect">
            <a:avLst/>
          </a:prstGeom>
        </p:spPr>
      </p:pic>
      <p:sp>
        <p:nvSpPr>
          <p:cNvPr id="12" name="Rectangle 11">
            <a:extLst>
              <a:ext uri="{FF2B5EF4-FFF2-40B4-BE49-F238E27FC236}">
                <a16:creationId xmlns:a16="http://schemas.microsoft.com/office/drawing/2014/main" id="{6B2E4F1C-BC00-7043-9ECB-D12C6377D4EA}"/>
              </a:ext>
              <a:ext uri="{C183D7F6-B498-43B3-948B-1728B52AA6E4}">
                <adec:decorative xmlns:adec="http://schemas.microsoft.com/office/drawing/2017/decorative" val="1"/>
              </a:ext>
            </a:extLst>
          </p:cNvPr>
          <p:cNvSpPr/>
          <p:nvPr userDrawn="1"/>
        </p:nvSpPr>
        <p:spPr>
          <a:xfrm>
            <a:off x="-19050" y="6111242"/>
            <a:ext cx="12211050" cy="7634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highlight>
                <a:srgbClr val="FFFF00"/>
              </a:highlight>
            </a:endParaRPr>
          </a:p>
        </p:txBody>
      </p:sp>
      <p:sp>
        <p:nvSpPr>
          <p:cNvPr id="16" name="Text Placeholder 1">
            <a:extLst>
              <a:ext uri="{FF2B5EF4-FFF2-40B4-BE49-F238E27FC236}">
                <a16:creationId xmlns:a16="http://schemas.microsoft.com/office/drawing/2014/main" id="{CF383971-5B93-4F4F-BE50-345940E02FBE}"/>
              </a:ext>
            </a:extLst>
          </p:cNvPr>
          <p:cNvSpPr>
            <a:spLocks noGrp="1"/>
          </p:cNvSpPr>
          <p:nvPr>
            <p:ph type="body" sz="quarter" idx="11" hasCustomPrompt="1"/>
          </p:nvPr>
        </p:nvSpPr>
        <p:spPr>
          <a:xfrm>
            <a:off x="1155324" y="3789503"/>
            <a:ext cx="4612283" cy="342329"/>
          </a:xfrm>
          <a:noFill/>
        </p:spPr>
        <p:txBody>
          <a:bodyPr anchor="ctr">
            <a:noAutofit/>
          </a:bodyPr>
          <a:lstStyle>
            <a:lvl1pPr marL="0" indent="0">
              <a:lnSpc>
                <a:spcPct val="100000"/>
              </a:lnSpc>
              <a:spcBef>
                <a:spcPts val="0"/>
              </a:spcBef>
              <a:buNone/>
              <a:defRPr sz="1867">
                <a:solidFill>
                  <a:srgbClr val="214734"/>
                </a:solidFill>
                <a:latin typeface="+mn-lt"/>
              </a:defRPr>
            </a:lvl1pPr>
          </a:lstStyle>
          <a:p>
            <a:r>
              <a:rPr lang="en-US"/>
              <a:t>SUBHEAD / PRESENTER</a:t>
            </a:r>
          </a:p>
        </p:txBody>
      </p:sp>
      <p:pic>
        <p:nvPicPr>
          <p:cNvPr id="8" name="Picture 7" descr="A black background with white text&#10;&#10;Description automatically generated">
            <a:extLst>
              <a:ext uri="{FF2B5EF4-FFF2-40B4-BE49-F238E27FC236}">
                <a16:creationId xmlns:a16="http://schemas.microsoft.com/office/drawing/2014/main" id="{F676F84F-D2A7-285B-DE95-C24B6288C16C}"/>
              </a:ext>
            </a:extLst>
          </p:cNvPr>
          <p:cNvPicPr>
            <a:picLocks noChangeAspect="1"/>
          </p:cNvPicPr>
          <p:nvPr userDrawn="1"/>
        </p:nvPicPr>
        <p:blipFill>
          <a:blip r:embed="rId3"/>
          <a:stretch>
            <a:fillRect/>
          </a:stretch>
        </p:blipFill>
        <p:spPr>
          <a:xfrm>
            <a:off x="673211" y="5682065"/>
            <a:ext cx="2933826" cy="1650278"/>
          </a:xfrm>
          <a:prstGeom prst="rect">
            <a:avLst/>
          </a:prstGeom>
        </p:spPr>
      </p:pic>
      <p:pic>
        <p:nvPicPr>
          <p:cNvPr id="7" name="Picture 6">
            <a:extLst>
              <a:ext uri="{FF2B5EF4-FFF2-40B4-BE49-F238E27FC236}">
                <a16:creationId xmlns:a16="http://schemas.microsoft.com/office/drawing/2014/main" id="{725A8725-F4AA-D694-6668-85C81FA9A0E6}"/>
              </a:ext>
            </a:extLst>
          </p:cNvPr>
          <p:cNvPicPr>
            <a:picLocks noChangeAspect="1"/>
          </p:cNvPicPr>
          <p:nvPr userDrawn="1"/>
        </p:nvPicPr>
        <p:blipFill rotWithShape="1">
          <a:blip r:embed="rId4"/>
          <a:srcRect l="29967" t="7630" r="33872" b="-174"/>
          <a:stretch/>
        </p:blipFill>
        <p:spPr>
          <a:xfrm>
            <a:off x="9550918" y="197231"/>
            <a:ext cx="2510860" cy="5915285"/>
          </a:xfrm>
          <a:prstGeom prst="rect">
            <a:avLst/>
          </a:prstGeom>
          <a:ln w="0">
            <a:solidFill>
              <a:schemeClr val="tx1"/>
            </a:solidFill>
          </a:ln>
        </p:spPr>
      </p:pic>
      <p:sp>
        <p:nvSpPr>
          <p:cNvPr id="3" name="Title 1">
            <a:extLst>
              <a:ext uri="{FF2B5EF4-FFF2-40B4-BE49-F238E27FC236}">
                <a16:creationId xmlns:a16="http://schemas.microsoft.com/office/drawing/2014/main" id="{DF2501E8-5BC5-9809-BF5F-F16E520A7487}"/>
              </a:ext>
            </a:extLst>
          </p:cNvPr>
          <p:cNvSpPr>
            <a:spLocks noGrp="1"/>
          </p:cNvSpPr>
          <p:nvPr>
            <p:ph type="title" hasCustomPrompt="1"/>
          </p:nvPr>
        </p:nvSpPr>
        <p:spPr>
          <a:xfrm>
            <a:off x="1155325" y="1936493"/>
            <a:ext cx="8268594" cy="1791189"/>
          </a:xfrm>
          <a:noFill/>
          <a:effectLst/>
        </p:spPr>
        <p:txBody>
          <a:bodyPr>
            <a:noAutofit/>
          </a:bodyPr>
          <a:lstStyle>
            <a:lvl1pPr algn="l">
              <a:lnSpc>
                <a:spcPts val="12000"/>
              </a:lnSpc>
              <a:defRPr sz="11600">
                <a:solidFill>
                  <a:schemeClr val="tx1"/>
                </a:solidFill>
                <a:latin typeface="Munistic" panose="02000500000000000000" pitchFamily="2" charset="0"/>
                <a:ea typeface="Munistic" panose="02000500000000000000" pitchFamily="2" charset="0"/>
                <a:cs typeface="Calibri" panose="020F0502020204030204" pitchFamily="34" charset="0"/>
              </a:defRPr>
            </a:lvl1pPr>
          </a:lstStyle>
          <a:p>
            <a:r>
              <a:rPr lang="en-US"/>
              <a:t>TITLE</a:t>
            </a:r>
          </a:p>
        </p:txBody>
      </p:sp>
    </p:spTree>
    <p:extLst>
      <p:ext uri="{BB962C8B-B14F-4D97-AF65-F5344CB8AC3E}">
        <p14:creationId xmlns:p14="http://schemas.microsoft.com/office/powerpoint/2010/main" val="185668433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PSS 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D4D18C-A602-01DF-EB9E-A2368BD69E3D}"/>
              </a:ext>
            </a:extLst>
          </p:cNvPr>
          <p:cNvSpPr/>
          <p:nvPr userDrawn="1"/>
        </p:nvSpPr>
        <p:spPr>
          <a:xfrm>
            <a:off x="9423918" y="111968"/>
            <a:ext cx="2768083" cy="599927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3870095-E196-7646-9F04-CD4BE1D325C9}"/>
              </a:ext>
              <a:ext uri="{C183D7F6-B498-43B3-948B-1728B52AA6E4}">
                <adec:decorative xmlns:adec="http://schemas.microsoft.com/office/drawing/2017/decorative" val="1"/>
              </a:ext>
            </a:extLst>
          </p:cNvPr>
          <p:cNvPicPr>
            <a:picLocks noChangeAspect="1"/>
          </p:cNvPicPr>
          <p:nvPr userDrawn="1"/>
        </p:nvPicPr>
        <p:blipFill rotWithShape="1">
          <a:blip r:embed="rId2">
            <a:alphaModFix amt="45000"/>
          </a:blip>
          <a:srcRect l="44310" t="67464" r="48405" b="25155"/>
          <a:stretch/>
        </p:blipFill>
        <p:spPr>
          <a:xfrm>
            <a:off x="0" y="197231"/>
            <a:ext cx="3734037" cy="2473556"/>
          </a:xfrm>
          <a:prstGeom prst="rect">
            <a:avLst/>
          </a:prstGeom>
        </p:spPr>
      </p:pic>
      <p:sp>
        <p:nvSpPr>
          <p:cNvPr id="12" name="Rectangle 11">
            <a:extLst>
              <a:ext uri="{FF2B5EF4-FFF2-40B4-BE49-F238E27FC236}">
                <a16:creationId xmlns:a16="http://schemas.microsoft.com/office/drawing/2014/main" id="{6B2E4F1C-BC00-7043-9ECB-D12C6377D4EA}"/>
              </a:ext>
              <a:ext uri="{C183D7F6-B498-43B3-948B-1728B52AA6E4}">
                <adec:decorative xmlns:adec="http://schemas.microsoft.com/office/drawing/2017/decorative" val="1"/>
              </a:ext>
            </a:extLst>
          </p:cNvPr>
          <p:cNvSpPr/>
          <p:nvPr userDrawn="1"/>
        </p:nvSpPr>
        <p:spPr>
          <a:xfrm>
            <a:off x="-19050" y="6111242"/>
            <a:ext cx="12211050" cy="7634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highlight>
                <a:srgbClr val="FFFF00"/>
              </a:highlight>
            </a:endParaRPr>
          </a:p>
        </p:txBody>
      </p:sp>
      <p:sp>
        <p:nvSpPr>
          <p:cNvPr id="16" name="Text Placeholder 1">
            <a:extLst>
              <a:ext uri="{FF2B5EF4-FFF2-40B4-BE49-F238E27FC236}">
                <a16:creationId xmlns:a16="http://schemas.microsoft.com/office/drawing/2014/main" id="{CF383971-5B93-4F4F-BE50-345940E02FBE}"/>
              </a:ext>
            </a:extLst>
          </p:cNvPr>
          <p:cNvSpPr>
            <a:spLocks noGrp="1"/>
          </p:cNvSpPr>
          <p:nvPr>
            <p:ph type="body" sz="quarter" idx="11" hasCustomPrompt="1"/>
          </p:nvPr>
        </p:nvSpPr>
        <p:spPr>
          <a:xfrm>
            <a:off x="1155324" y="3789503"/>
            <a:ext cx="4612283" cy="342329"/>
          </a:xfrm>
          <a:noFill/>
        </p:spPr>
        <p:txBody>
          <a:bodyPr anchor="ctr">
            <a:noAutofit/>
          </a:bodyPr>
          <a:lstStyle>
            <a:lvl1pPr marL="0" indent="0">
              <a:lnSpc>
                <a:spcPct val="100000"/>
              </a:lnSpc>
              <a:spcBef>
                <a:spcPts val="0"/>
              </a:spcBef>
              <a:buNone/>
              <a:defRPr sz="1867">
                <a:solidFill>
                  <a:srgbClr val="214734"/>
                </a:solidFill>
                <a:latin typeface="+mn-lt"/>
              </a:defRPr>
            </a:lvl1pPr>
          </a:lstStyle>
          <a:p>
            <a:r>
              <a:rPr lang="en-US"/>
              <a:t>SUBHEAD / PRESENTER</a:t>
            </a:r>
          </a:p>
        </p:txBody>
      </p:sp>
      <p:sp>
        <p:nvSpPr>
          <p:cNvPr id="2" name="Title 1">
            <a:extLst>
              <a:ext uri="{FF2B5EF4-FFF2-40B4-BE49-F238E27FC236}">
                <a16:creationId xmlns:a16="http://schemas.microsoft.com/office/drawing/2014/main" id="{AA1B2EF7-886B-B608-BCC1-C1D136A6F23A}"/>
              </a:ext>
            </a:extLst>
          </p:cNvPr>
          <p:cNvSpPr>
            <a:spLocks noGrp="1"/>
          </p:cNvSpPr>
          <p:nvPr>
            <p:ph type="title" hasCustomPrompt="1"/>
          </p:nvPr>
        </p:nvSpPr>
        <p:spPr>
          <a:xfrm>
            <a:off x="1155325" y="1936493"/>
            <a:ext cx="8268594" cy="1791189"/>
          </a:xfrm>
          <a:noFill/>
          <a:effectLst/>
        </p:spPr>
        <p:txBody>
          <a:bodyPr>
            <a:noAutofit/>
          </a:bodyPr>
          <a:lstStyle>
            <a:lvl1pPr algn="l">
              <a:lnSpc>
                <a:spcPts val="12000"/>
              </a:lnSpc>
              <a:defRPr sz="11600">
                <a:solidFill>
                  <a:schemeClr val="tx1"/>
                </a:solidFill>
                <a:latin typeface="Munistic" panose="02000500000000000000" pitchFamily="2" charset="0"/>
                <a:ea typeface="Munistic" panose="02000500000000000000" pitchFamily="2" charset="0"/>
                <a:cs typeface="Calibri" panose="020F0502020204030204" pitchFamily="34" charset="0"/>
              </a:defRPr>
            </a:lvl1pPr>
          </a:lstStyle>
          <a:p>
            <a:r>
              <a:rPr lang="en-US"/>
              <a:t>TITLE</a:t>
            </a:r>
          </a:p>
        </p:txBody>
      </p:sp>
      <p:pic>
        <p:nvPicPr>
          <p:cNvPr id="8" name="Picture 7" descr="A black background with white text&#10;&#10;Description automatically generated">
            <a:extLst>
              <a:ext uri="{FF2B5EF4-FFF2-40B4-BE49-F238E27FC236}">
                <a16:creationId xmlns:a16="http://schemas.microsoft.com/office/drawing/2014/main" id="{F676F84F-D2A7-285B-DE95-C24B6288C16C}"/>
              </a:ext>
            </a:extLst>
          </p:cNvPr>
          <p:cNvPicPr>
            <a:picLocks noChangeAspect="1"/>
          </p:cNvPicPr>
          <p:nvPr userDrawn="1"/>
        </p:nvPicPr>
        <p:blipFill>
          <a:blip r:embed="rId3"/>
          <a:stretch>
            <a:fillRect/>
          </a:stretch>
        </p:blipFill>
        <p:spPr>
          <a:xfrm>
            <a:off x="673211" y="5682065"/>
            <a:ext cx="2933826" cy="1650278"/>
          </a:xfrm>
          <a:prstGeom prst="rect">
            <a:avLst/>
          </a:prstGeom>
        </p:spPr>
      </p:pic>
      <p:pic>
        <p:nvPicPr>
          <p:cNvPr id="4" name="Picture 3" descr="A rocket launching with smoke and clouds&#10;&#10;Description automatically generated">
            <a:extLst>
              <a:ext uri="{FF2B5EF4-FFF2-40B4-BE49-F238E27FC236}">
                <a16:creationId xmlns:a16="http://schemas.microsoft.com/office/drawing/2014/main" id="{E750C3AB-0179-755E-F739-F078654D6077}"/>
              </a:ext>
            </a:extLst>
          </p:cNvPr>
          <p:cNvPicPr>
            <a:picLocks noChangeAspect="1"/>
          </p:cNvPicPr>
          <p:nvPr userDrawn="1"/>
        </p:nvPicPr>
        <p:blipFill rotWithShape="1">
          <a:blip r:embed="rId4"/>
          <a:srcRect l="23639" t="7076" r="24952" b="10889"/>
          <a:stretch/>
        </p:blipFill>
        <p:spPr>
          <a:xfrm>
            <a:off x="9550918" y="197231"/>
            <a:ext cx="2522894" cy="5914011"/>
          </a:xfrm>
          <a:prstGeom prst="rect">
            <a:avLst/>
          </a:prstGeom>
        </p:spPr>
      </p:pic>
    </p:spTree>
    <p:extLst>
      <p:ext uri="{BB962C8B-B14F-4D97-AF65-F5344CB8AC3E}">
        <p14:creationId xmlns:p14="http://schemas.microsoft.com/office/powerpoint/2010/main" val="614846607"/>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Green">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BFF4E795-26B7-6D5D-B586-5DD40B596D1F}"/>
              </a:ext>
              <a:ext uri="{C183D7F6-B498-43B3-948B-1728B52AA6E4}">
                <adec:decorative xmlns:adec="http://schemas.microsoft.com/office/drawing/2017/decorative" val="1"/>
              </a:ext>
            </a:extLst>
          </p:cNvPr>
          <p:cNvPicPr>
            <a:picLocks noChangeAspect="1"/>
          </p:cNvPicPr>
          <p:nvPr userDrawn="1"/>
        </p:nvPicPr>
        <p:blipFill rotWithShape="1">
          <a:blip r:embed="rId2">
            <a:alphaModFix amt="45000"/>
          </a:blip>
          <a:srcRect l="45063" t="25956" r="45411" b="58583"/>
          <a:stretch/>
        </p:blipFill>
        <p:spPr>
          <a:xfrm>
            <a:off x="7309797" y="929369"/>
            <a:ext cx="4882203" cy="5181872"/>
          </a:xfrm>
          <a:prstGeom prst="rect">
            <a:avLst/>
          </a:prstGeom>
        </p:spPr>
      </p:pic>
      <p:pic>
        <p:nvPicPr>
          <p:cNvPr id="16" name="Picture 15">
            <a:extLst>
              <a:ext uri="{FF2B5EF4-FFF2-40B4-BE49-F238E27FC236}">
                <a16:creationId xmlns:a16="http://schemas.microsoft.com/office/drawing/2014/main" id="{EFC3FAE2-B9A3-11FC-09B5-B294C3FC6EAF}"/>
              </a:ext>
              <a:ext uri="{C183D7F6-B498-43B3-948B-1728B52AA6E4}">
                <adec:decorative xmlns:adec="http://schemas.microsoft.com/office/drawing/2017/decorative" val="1"/>
              </a:ext>
            </a:extLst>
          </p:cNvPr>
          <p:cNvPicPr>
            <a:picLocks noChangeAspect="1"/>
          </p:cNvPicPr>
          <p:nvPr userDrawn="1"/>
        </p:nvPicPr>
        <p:blipFill rotWithShape="1">
          <a:blip r:embed="rId3">
            <a:alphaModFix amt="45000"/>
          </a:blip>
          <a:srcRect l="44310" t="67464" r="48405" b="25155"/>
          <a:stretch/>
        </p:blipFill>
        <p:spPr>
          <a:xfrm>
            <a:off x="0" y="174604"/>
            <a:ext cx="3734037" cy="2473556"/>
          </a:xfrm>
          <a:prstGeom prst="rect">
            <a:avLst/>
          </a:prstGeom>
        </p:spPr>
      </p:pic>
      <p:sp>
        <p:nvSpPr>
          <p:cNvPr id="11" name="Title 10">
            <a:extLst>
              <a:ext uri="{FF2B5EF4-FFF2-40B4-BE49-F238E27FC236}">
                <a16:creationId xmlns:a16="http://schemas.microsoft.com/office/drawing/2014/main" id="{1CE0D07B-C2E4-C644-90AF-440D283DAB21}"/>
              </a:ext>
            </a:extLst>
          </p:cNvPr>
          <p:cNvSpPr>
            <a:spLocks noGrp="1"/>
          </p:cNvSpPr>
          <p:nvPr>
            <p:ph type="title" hasCustomPrompt="1"/>
          </p:nvPr>
        </p:nvSpPr>
        <p:spPr>
          <a:xfrm>
            <a:off x="672347" y="504496"/>
            <a:ext cx="10712828" cy="1037865"/>
          </a:xfrm>
          <a:solidFill>
            <a:srgbClr val="214734"/>
          </a:solidFill>
          <a:ln>
            <a:noFill/>
          </a:ln>
          <a:effectLst>
            <a:outerShdw blurRad="50800" dist="38100" dir="2700000" algn="tl" rotWithShape="0">
              <a:prstClr val="black">
                <a:alpha val="40000"/>
              </a:prstClr>
            </a:outerShdw>
          </a:effectLst>
        </p:spPr>
        <p:txBody>
          <a:bodyPr>
            <a:noAutofit/>
          </a:bodyPr>
          <a:lstStyle>
            <a:lvl1pPr algn="l">
              <a:defRPr sz="6400" spc="400">
                <a:solidFill>
                  <a:schemeClr val="bg1"/>
                </a:solidFill>
                <a:latin typeface="Munistic" panose="02000500000000000000" pitchFamily="2" charset="0"/>
              </a:defRPr>
            </a:lvl1pPr>
          </a:lstStyle>
          <a:p>
            <a:r>
              <a:rPr lang="en-US"/>
              <a:t>SECTION BREAK</a:t>
            </a:r>
          </a:p>
        </p:txBody>
      </p:sp>
      <p:sp>
        <p:nvSpPr>
          <p:cNvPr id="13" name="Text Placeholder 1">
            <a:extLst>
              <a:ext uri="{FF2B5EF4-FFF2-40B4-BE49-F238E27FC236}">
                <a16:creationId xmlns:a16="http://schemas.microsoft.com/office/drawing/2014/main" id="{59DBFB00-DD14-A147-2672-46D754793ADC}"/>
              </a:ext>
            </a:extLst>
          </p:cNvPr>
          <p:cNvSpPr>
            <a:spLocks noGrp="1"/>
          </p:cNvSpPr>
          <p:nvPr>
            <p:ph type="body" sz="quarter" idx="11" hasCustomPrompt="1"/>
          </p:nvPr>
        </p:nvSpPr>
        <p:spPr>
          <a:xfrm>
            <a:off x="672347" y="1842273"/>
            <a:ext cx="4612283" cy="342329"/>
          </a:xfrm>
          <a:solidFill>
            <a:schemeClr val="bg1"/>
          </a:solidFill>
        </p:spPr>
        <p:txBody>
          <a:bodyPr anchor="ctr">
            <a:noAutofit/>
          </a:bodyPr>
          <a:lstStyle>
            <a:lvl1pPr marL="0" indent="0">
              <a:lnSpc>
                <a:spcPct val="100000"/>
              </a:lnSpc>
              <a:spcBef>
                <a:spcPts val="0"/>
              </a:spcBef>
              <a:buNone/>
              <a:defRPr sz="1867">
                <a:solidFill>
                  <a:srgbClr val="214734"/>
                </a:solidFill>
                <a:latin typeface="+mn-lt"/>
              </a:defRPr>
            </a:lvl1pPr>
          </a:lstStyle>
          <a:p>
            <a:r>
              <a:rPr lang="en-US"/>
              <a:t>SUBHEAD / PRESENTER</a:t>
            </a:r>
          </a:p>
        </p:txBody>
      </p:sp>
      <p:sp>
        <p:nvSpPr>
          <p:cNvPr id="2" name="Rectangle 1">
            <a:extLst>
              <a:ext uri="{FF2B5EF4-FFF2-40B4-BE49-F238E27FC236}">
                <a16:creationId xmlns:a16="http://schemas.microsoft.com/office/drawing/2014/main" id="{6D04C95E-9E81-9163-47B2-E45D6ED58FC5}"/>
              </a:ext>
              <a:ext uri="{C183D7F6-B498-43B3-948B-1728B52AA6E4}">
                <adec:decorative xmlns:adec="http://schemas.microsoft.com/office/drawing/2017/decorative" val="1"/>
              </a:ext>
            </a:extLst>
          </p:cNvPr>
          <p:cNvSpPr/>
          <p:nvPr userDrawn="1"/>
        </p:nvSpPr>
        <p:spPr>
          <a:xfrm>
            <a:off x="0" y="6111241"/>
            <a:ext cx="12192000" cy="79192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highlight>
                <a:srgbClr val="FFFF00"/>
              </a:highlight>
            </a:endParaRPr>
          </a:p>
        </p:txBody>
      </p:sp>
      <p:pic>
        <p:nvPicPr>
          <p:cNvPr id="3" name="Picture 2" descr="A black background with white text&#10;&#10;Description automatically generated">
            <a:extLst>
              <a:ext uri="{FF2B5EF4-FFF2-40B4-BE49-F238E27FC236}">
                <a16:creationId xmlns:a16="http://schemas.microsoft.com/office/drawing/2014/main" id="{833AF3E0-66FD-6F0A-8E65-197BA2386EEF}"/>
              </a:ext>
            </a:extLst>
          </p:cNvPr>
          <p:cNvPicPr>
            <a:picLocks noChangeAspect="1"/>
          </p:cNvPicPr>
          <p:nvPr userDrawn="1"/>
        </p:nvPicPr>
        <p:blipFill>
          <a:blip r:embed="rId4"/>
          <a:stretch>
            <a:fillRect/>
          </a:stretch>
        </p:blipFill>
        <p:spPr>
          <a:xfrm>
            <a:off x="672347" y="5682065"/>
            <a:ext cx="2933826" cy="1650278"/>
          </a:xfrm>
          <a:prstGeom prst="rect">
            <a:avLst/>
          </a:prstGeom>
        </p:spPr>
      </p:pic>
    </p:spTree>
    <p:extLst>
      <p:ext uri="{BB962C8B-B14F-4D97-AF65-F5344CB8AC3E}">
        <p14:creationId xmlns:p14="http://schemas.microsoft.com/office/powerpoint/2010/main" val="3502661408"/>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ngle Text">
    <p:spTree>
      <p:nvGrpSpPr>
        <p:cNvPr id="1" name=""/>
        <p:cNvGrpSpPr/>
        <p:nvPr/>
      </p:nvGrpSpPr>
      <p:grpSpPr>
        <a:xfrm>
          <a:off x="0" y="0"/>
          <a:ext cx="0" cy="0"/>
          <a:chOff x="0" y="0"/>
          <a:chExt cx="0" cy="0"/>
        </a:xfrm>
      </p:grpSpPr>
      <p:sp>
        <p:nvSpPr>
          <p:cNvPr id="6" name="Text Placeholder 18">
            <a:extLst>
              <a:ext uri="{FF2B5EF4-FFF2-40B4-BE49-F238E27FC236}">
                <a16:creationId xmlns:a16="http://schemas.microsoft.com/office/drawing/2014/main" id="{0CD4B7BB-C6B1-4047-93CA-4A6BC6CADA85}"/>
              </a:ext>
            </a:extLst>
          </p:cNvPr>
          <p:cNvSpPr>
            <a:spLocks noGrp="1"/>
          </p:cNvSpPr>
          <p:nvPr>
            <p:ph type="body" sz="quarter" idx="15" hasCustomPrompt="1"/>
          </p:nvPr>
        </p:nvSpPr>
        <p:spPr>
          <a:xfrm>
            <a:off x="838199" y="1969476"/>
            <a:ext cx="10515600" cy="4033401"/>
          </a:xfrm>
        </p:spPr>
        <p:txBody>
          <a:bodyPr numCol="2" spcCol="457200">
            <a:noAutofit/>
          </a:bodyPr>
          <a:lstStyle>
            <a:lvl1pPr marL="380990" indent="-259074" algn="l">
              <a:lnSpc>
                <a:spcPct val="100000"/>
              </a:lnSpc>
              <a:spcAft>
                <a:spcPts val="800"/>
              </a:spcAft>
              <a:buFont typeface="Arial" panose="020B0604020202020204" pitchFamily="34" charset="0"/>
              <a:buChar char="•"/>
              <a:defRPr sz="1867"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0"/>
            <a:r>
              <a:rPr lang="en-US"/>
              <a:t>Est sit </a:t>
            </a:r>
            <a:r>
              <a:rPr lang="en-US" err="1"/>
              <a:t>amet</a:t>
            </a:r>
            <a:r>
              <a:rPr lang="en-US"/>
              <a:t> </a:t>
            </a:r>
            <a:r>
              <a:rPr lang="en-US" err="1"/>
              <a:t>facilisis</a:t>
            </a:r>
            <a:r>
              <a:rPr lang="en-US"/>
              <a:t> magna </a:t>
            </a:r>
            <a:r>
              <a:rPr lang="en-US" err="1"/>
              <a:t>etiam</a:t>
            </a:r>
            <a:r>
              <a:rPr lang="en-US"/>
              <a:t> </a:t>
            </a:r>
            <a:r>
              <a:rPr lang="en-US" err="1"/>
              <a:t>tempor</a:t>
            </a:r>
            <a:r>
              <a:rPr lang="en-US"/>
              <a:t> </a:t>
            </a:r>
            <a:r>
              <a:rPr lang="en-US" err="1"/>
              <a:t>orci</a:t>
            </a:r>
            <a:r>
              <a:rPr lang="en-US"/>
              <a:t>. </a:t>
            </a:r>
            <a:r>
              <a:rPr lang="en-US" err="1"/>
              <a:t>Vivamus</a:t>
            </a:r>
            <a:r>
              <a:rPr lang="en-US"/>
              <a:t> </a:t>
            </a:r>
            <a:r>
              <a:rPr lang="en-US" err="1"/>
              <a:t>arcu</a:t>
            </a:r>
            <a:r>
              <a:rPr lang="en-US"/>
              <a:t> </a:t>
            </a:r>
            <a:r>
              <a:rPr lang="en-US" err="1"/>
              <a:t>felis</a:t>
            </a:r>
            <a:r>
              <a:rPr lang="en-US"/>
              <a:t> </a:t>
            </a:r>
            <a:r>
              <a:rPr lang="en-US" err="1"/>
              <a:t>bibendum</a:t>
            </a:r>
            <a:r>
              <a:rPr lang="en-US"/>
              <a:t> </a:t>
            </a:r>
            <a:r>
              <a:rPr lang="en-US" err="1"/>
              <a:t>ut</a:t>
            </a:r>
            <a:r>
              <a:rPr lang="en-US"/>
              <a:t> </a:t>
            </a:r>
            <a:r>
              <a:rPr lang="en-US" err="1"/>
              <a:t>tristique</a:t>
            </a:r>
            <a:r>
              <a:rPr lang="en-US"/>
              <a:t> et </a:t>
            </a:r>
            <a:r>
              <a:rPr lang="en-US" err="1"/>
              <a:t>egestas</a:t>
            </a:r>
            <a:r>
              <a:rPr lang="en-US"/>
              <a:t>. Non </a:t>
            </a:r>
            <a:r>
              <a:rPr lang="en-US" err="1"/>
              <a:t>consectetur</a:t>
            </a:r>
            <a:r>
              <a:rPr lang="en-US"/>
              <a:t>. </a:t>
            </a:r>
          </a:p>
          <a:p>
            <a:pPr lvl="0"/>
            <a:r>
              <a:rPr lang="en-US"/>
              <a:t>Vestibulum </a:t>
            </a:r>
            <a:r>
              <a:rPr lang="en-US" err="1"/>
              <a:t>rhoncus</a:t>
            </a:r>
            <a:r>
              <a:rPr lang="en-US"/>
              <a:t> </a:t>
            </a:r>
            <a:r>
              <a:rPr lang="en-US" err="1"/>
              <a:t>est</a:t>
            </a:r>
            <a:r>
              <a:rPr lang="en-US"/>
              <a:t> </a:t>
            </a:r>
            <a:r>
              <a:rPr lang="en-US" err="1"/>
              <a:t>pellentesque</a:t>
            </a:r>
            <a:r>
              <a:rPr lang="en-US"/>
              <a:t> </a:t>
            </a:r>
            <a:r>
              <a:rPr lang="en-US" err="1"/>
              <a:t>elit</a:t>
            </a:r>
            <a:r>
              <a:rPr lang="en-US"/>
              <a:t> </a:t>
            </a:r>
            <a:r>
              <a:rPr lang="en-US" err="1"/>
              <a:t>ullamcorper</a:t>
            </a:r>
            <a:r>
              <a:rPr lang="en-US"/>
              <a:t> </a:t>
            </a:r>
            <a:r>
              <a:rPr lang="en-US" err="1"/>
              <a:t>dignissim</a:t>
            </a:r>
            <a:r>
              <a:rPr lang="en-US"/>
              <a:t> </a:t>
            </a:r>
            <a:r>
              <a:rPr lang="en-US" err="1"/>
              <a:t>cras</a:t>
            </a:r>
            <a:r>
              <a:rPr lang="en-US"/>
              <a:t>. </a:t>
            </a:r>
            <a:r>
              <a:rPr lang="en-US" err="1"/>
              <a:t>Egestas</a:t>
            </a:r>
            <a:r>
              <a:rPr lang="en-US"/>
              <a:t> </a:t>
            </a:r>
            <a:r>
              <a:rPr lang="en-US" err="1"/>
              <a:t>egestas</a:t>
            </a:r>
            <a:r>
              <a:rPr lang="en-US"/>
              <a:t> </a:t>
            </a:r>
            <a:r>
              <a:rPr lang="en-US" err="1"/>
              <a:t>fringilla</a:t>
            </a:r>
            <a:r>
              <a:rPr lang="en-US"/>
              <a:t> </a:t>
            </a:r>
            <a:r>
              <a:rPr lang="en-US" err="1"/>
              <a:t>phasellus</a:t>
            </a:r>
            <a:r>
              <a:rPr lang="en-US"/>
              <a:t> </a:t>
            </a:r>
            <a:r>
              <a:rPr lang="en-US" err="1"/>
              <a:t>faucibus</a:t>
            </a:r>
            <a:r>
              <a:rPr lang="en-US"/>
              <a:t> </a:t>
            </a:r>
            <a:r>
              <a:rPr lang="en-US" err="1"/>
              <a:t>scelerisque</a:t>
            </a:r>
            <a:r>
              <a:rPr lang="en-US"/>
              <a:t>. Nunc pulvinar </a:t>
            </a:r>
            <a:r>
              <a:rPr lang="en-US" err="1"/>
              <a:t>sapien</a:t>
            </a:r>
            <a:r>
              <a:rPr lang="en-US"/>
              <a:t> et ligula. </a:t>
            </a:r>
          </a:p>
          <a:p>
            <a:pPr lvl="0"/>
            <a:r>
              <a:rPr lang="en-US" err="1"/>
              <a:t>Posuere</a:t>
            </a:r>
            <a:r>
              <a:rPr lang="en-US"/>
              <a:t> </a:t>
            </a:r>
            <a:r>
              <a:rPr lang="en-US" err="1"/>
              <a:t>urna</a:t>
            </a:r>
            <a:r>
              <a:rPr lang="en-US"/>
              <a:t> </a:t>
            </a:r>
            <a:r>
              <a:rPr lang="en-US" err="1"/>
              <a:t>nec</a:t>
            </a:r>
            <a:r>
              <a:rPr lang="en-US"/>
              <a:t> </a:t>
            </a:r>
            <a:r>
              <a:rPr lang="en-US" err="1"/>
              <a:t>tincidunt</a:t>
            </a:r>
            <a:r>
              <a:rPr lang="en-US"/>
              <a:t> </a:t>
            </a:r>
            <a:r>
              <a:rPr lang="en-US" err="1"/>
              <a:t>praesent</a:t>
            </a:r>
            <a:r>
              <a:rPr lang="en-US"/>
              <a:t> semper </a:t>
            </a:r>
            <a:r>
              <a:rPr lang="en-US" err="1"/>
              <a:t>feugiat</a:t>
            </a:r>
            <a:r>
              <a:rPr lang="en-US"/>
              <a:t> </a:t>
            </a:r>
            <a:r>
              <a:rPr lang="en-US" err="1"/>
              <a:t>nibh</a:t>
            </a:r>
            <a:r>
              <a:rPr lang="en-US"/>
              <a:t> sed pulvinar. </a:t>
            </a:r>
            <a:r>
              <a:rPr lang="en-US" err="1"/>
              <a:t>Neque</a:t>
            </a:r>
            <a:r>
              <a:rPr lang="en-US"/>
              <a:t> </a:t>
            </a:r>
            <a:r>
              <a:rPr lang="en-US" err="1"/>
              <a:t>sodales</a:t>
            </a:r>
            <a:r>
              <a:rPr lang="en-US"/>
              <a:t> </a:t>
            </a:r>
            <a:r>
              <a:rPr lang="en-US" err="1"/>
              <a:t>ut</a:t>
            </a:r>
            <a:r>
              <a:rPr lang="en-US"/>
              <a:t> </a:t>
            </a:r>
            <a:r>
              <a:rPr lang="en-US" err="1"/>
              <a:t>etiam</a:t>
            </a:r>
            <a:r>
              <a:rPr lang="en-US"/>
              <a:t> sit </a:t>
            </a:r>
            <a:r>
              <a:rPr lang="en-US" err="1"/>
              <a:t>amet</a:t>
            </a:r>
            <a:r>
              <a:rPr lang="en-US"/>
              <a:t> </a:t>
            </a:r>
            <a:r>
              <a:rPr lang="en-US" err="1"/>
              <a:t>nisl</a:t>
            </a:r>
            <a:r>
              <a:rPr lang="en-US"/>
              <a:t>.</a:t>
            </a:r>
          </a:p>
          <a:p>
            <a:pPr lvl="0"/>
            <a:r>
              <a:rPr lang="en-US" err="1"/>
              <a:t>Nulla</a:t>
            </a:r>
            <a:r>
              <a:rPr lang="en-US"/>
              <a:t> </a:t>
            </a:r>
            <a:r>
              <a:rPr lang="en-US" err="1"/>
              <a:t>pellentesque</a:t>
            </a:r>
            <a:r>
              <a:rPr lang="en-US"/>
              <a:t> </a:t>
            </a:r>
            <a:r>
              <a:rPr lang="en-US" err="1"/>
              <a:t>dignissim</a:t>
            </a:r>
            <a:r>
              <a:rPr lang="en-US"/>
              <a:t> </a:t>
            </a:r>
            <a:r>
              <a:rPr lang="en-US" err="1"/>
              <a:t>enim</a:t>
            </a:r>
            <a:r>
              <a:rPr lang="en-US"/>
              <a:t> sit </a:t>
            </a:r>
            <a:r>
              <a:rPr lang="en-US" err="1"/>
              <a:t>amet</a:t>
            </a:r>
            <a:r>
              <a:rPr lang="en-US"/>
              <a:t> </a:t>
            </a:r>
            <a:r>
              <a:rPr lang="en-US" err="1"/>
              <a:t>venenatis</a:t>
            </a:r>
            <a:r>
              <a:rPr lang="en-US"/>
              <a:t> </a:t>
            </a:r>
            <a:r>
              <a:rPr lang="en-US" err="1"/>
              <a:t>urna</a:t>
            </a:r>
            <a:r>
              <a:rPr lang="en-US"/>
              <a:t> cursus.</a:t>
            </a:r>
          </a:p>
        </p:txBody>
      </p:sp>
      <p:sp>
        <p:nvSpPr>
          <p:cNvPr id="8" name="Footer Placeholder 7">
            <a:extLst>
              <a:ext uri="{FF2B5EF4-FFF2-40B4-BE49-F238E27FC236}">
                <a16:creationId xmlns:a16="http://schemas.microsoft.com/office/drawing/2014/main" id="{2AEA19FC-85B9-A74F-AD5A-59ABB758120F}"/>
              </a:ext>
            </a:extLst>
          </p:cNvPr>
          <p:cNvSpPr>
            <a:spLocks noGrp="1"/>
          </p:cNvSpPr>
          <p:nvPr>
            <p:ph type="ftr" sz="quarter" idx="16"/>
          </p:nvPr>
        </p:nvSpPr>
        <p:spPr/>
        <p:txBody>
          <a:bodyPr/>
          <a:lstStyle/>
          <a:p>
            <a:r>
              <a:rPr lang="en-US"/>
              <a:t>TVC PDR</a:t>
            </a:r>
          </a:p>
        </p:txBody>
      </p:sp>
      <p:sp>
        <p:nvSpPr>
          <p:cNvPr id="9" name="Slide Number Placeholder 8">
            <a:extLst>
              <a:ext uri="{FF2B5EF4-FFF2-40B4-BE49-F238E27FC236}">
                <a16:creationId xmlns:a16="http://schemas.microsoft.com/office/drawing/2014/main" id="{F6E7EF3A-0A9F-E14C-9FC6-E8477BAFA82F}"/>
              </a:ext>
            </a:extLst>
          </p:cNvPr>
          <p:cNvSpPr>
            <a:spLocks noGrp="1"/>
          </p:cNvSpPr>
          <p:nvPr>
            <p:ph type="sldNum" sz="quarter" idx="17"/>
          </p:nvPr>
        </p:nvSpPr>
        <p:spPr/>
        <p:txBody>
          <a:bodyPr/>
          <a:lstStyle/>
          <a:p>
            <a:r>
              <a:rPr lang="en-US"/>
              <a:t>/   </a:t>
            </a:r>
            <a:fld id="{6C7E6F33-74EE-5541-8108-8353B402F8C1}" type="slidenum">
              <a:rPr lang="en-US" smtClean="0"/>
              <a:pPr/>
              <a:t>‹#›</a:t>
            </a:fld>
            <a:endParaRPr lang="en-US"/>
          </a:p>
        </p:txBody>
      </p:sp>
      <p:sp>
        <p:nvSpPr>
          <p:cNvPr id="3" name="Title 1">
            <a:extLst>
              <a:ext uri="{FF2B5EF4-FFF2-40B4-BE49-F238E27FC236}">
                <a16:creationId xmlns:a16="http://schemas.microsoft.com/office/drawing/2014/main" id="{A6BF5017-BA1C-8F45-BB42-EEE9D7480633}"/>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85C63B35-1231-8F6B-6C6C-CDF9478F3812}"/>
              </a:ext>
            </a:extLst>
          </p:cNvPr>
          <p:cNvSpPr>
            <a:spLocks noGrp="1"/>
          </p:cNvSpPr>
          <p:nvPr>
            <p:ph type="body" sz="quarter" idx="1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atin typeface="+mn-lt"/>
                <a:ea typeface="Source Sans Pro" panose="020B0503030403020204" pitchFamily="34" charset="0"/>
              </a:defRPr>
            </a:lvl1pPr>
          </a:lstStyle>
          <a:p>
            <a:pPr lvl="0"/>
            <a:r>
              <a:rPr lang="en-US"/>
              <a:t>SUBHEAD TO GO HERE</a:t>
            </a:r>
          </a:p>
        </p:txBody>
      </p:sp>
    </p:spTree>
    <p:extLst>
      <p:ext uri="{BB962C8B-B14F-4D97-AF65-F5344CB8AC3E}">
        <p14:creationId xmlns:p14="http://schemas.microsoft.com/office/powerpoint/2010/main" val="254828567"/>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efault Page Subheade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1FE2933-6B02-0144-BF1A-69A51D5C0313}"/>
              </a:ext>
            </a:extLst>
          </p:cNvPr>
          <p:cNvSpPr>
            <a:spLocks noGrp="1"/>
          </p:cNvSpPr>
          <p:nvPr>
            <p:ph type="ftr" sz="quarter" idx="14"/>
          </p:nvPr>
        </p:nvSpPr>
        <p:spPr/>
        <p:txBody>
          <a:bodyPr/>
          <a:lstStyle/>
          <a:p>
            <a:r>
              <a:rPr lang="en-US"/>
              <a:t>TVC PDR</a:t>
            </a:r>
          </a:p>
        </p:txBody>
      </p:sp>
      <p:sp>
        <p:nvSpPr>
          <p:cNvPr id="6" name="Slide Number Placeholder 5">
            <a:extLst>
              <a:ext uri="{FF2B5EF4-FFF2-40B4-BE49-F238E27FC236}">
                <a16:creationId xmlns:a16="http://schemas.microsoft.com/office/drawing/2014/main" id="{A2D18749-87A2-0341-9D35-5E74E8AB75D5}"/>
              </a:ext>
            </a:extLst>
          </p:cNvPr>
          <p:cNvSpPr>
            <a:spLocks noGrp="1"/>
          </p:cNvSpPr>
          <p:nvPr>
            <p:ph type="sldNum" sz="quarter" idx="15"/>
          </p:nvPr>
        </p:nvSpPr>
        <p:spPr/>
        <p:txBody>
          <a:bodyPr/>
          <a:lstStyle/>
          <a:p>
            <a:r>
              <a:rPr lang="en-US"/>
              <a:t>/   </a:t>
            </a:r>
            <a:fld id="{6C7E6F33-74EE-5541-8108-8353B402F8C1}" type="slidenum">
              <a:rPr lang="en-US" smtClean="0"/>
              <a:pPr/>
              <a:t>‹#›</a:t>
            </a:fld>
            <a:endParaRPr lang="en-US"/>
          </a:p>
        </p:txBody>
      </p:sp>
      <p:sp>
        <p:nvSpPr>
          <p:cNvPr id="3" name="Title 1">
            <a:extLst>
              <a:ext uri="{FF2B5EF4-FFF2-40B4-BE49-F238E27FC236}">
                <a16:creationId xmlns:a16="http://schemas.microsoft.com/office/drawing/2014/main" id="{8741B1D5-6B16-DA0F-FCA2-985C4E559DB3}"/>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E44BF4C7-D96F-A28B-E74D-1491453DAF83}"/>
              </a:ext>
            </a:extLst>
          </p:cNvPr>
          <p:cNvSpPr>
            <a:spLocks noGrp="1"/>
          </p:cNvSpPr>
          <p:nvPr>
            <p:ph type="body" sz="quarter" idx="1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230423256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nd 1 figure">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D943BAF3-7A31-4B45-9099-035BC373E673}"/>
              </a:ext>
            </a:extLst>
          </p:cNvPr>
          <p:cNvSpPr>
            <a:spLocks noGrp="1"/>
          </p:cNvSpPr>
          <p:nvPr>
            <p:ph type="body" sz="quarter" idx="15" hasCustomPrompt="1"/>
          </p:nvPr>
        </p:nvSpPr>
        <p:spPr>
          <a:xfrm>
            <a:off x="411045" y="2282383"/>
            <a:ext cx="6523989" cy="3758909"/>
          </a:xfrm>
          <a:solidFill>
            <a:schemeClr val="bg1"/>
          </a:solidFill>
          <a:effectLst>
            <a:outerShdw blurRad="50800" dist="38100" dir="2700000" algn="tl" rotWithShape="0">
              <a:prstClr val="black">
                <a:alpha val="40000"/>
              </a:prstClr>
            </a:outerShdw>
          </a:effectLst>
        </p:spPr>
        <p:txBody>
          <a:bodyPr>
            <a:noAutofit/>
          </a:bodyPr>
          <a:lstStyle>
            <a:lvl1pPr marL="0" indent="0">
              <a:lnSpc>
                <a:spcPct val="100000"/>
              </a:lnSpc>
              <a:spcAft>
                <a:spcPts val="800"/>
              </a:spcAft>
              <a:buNone/>
              <a:defRPr sz="1867" spc="0" baseline="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Est sit </a:t>
            </a:r>
            <a:r>
              <a:rPr lang="en-US" err="1"/>
              <a:t>amet</a:t>
            </a:r>
            <a:r>
              <a:rPr lang="en-US"/>
              <a:t> </a:t>
            </a:r>
            <a:r>
              <a:rPr lang="en-US" err="1"/>
              <a:t>facilisis</a:t>
            </a:r>
            <a:r>
              <a:rPr lang="en-US"/>
              <a:t> magna </a:t>
            </a:r>
            <a:r>
              <a:rPr lang="en-US" err="1"/>
              <a:t>etiam</a:t>
            </a:r>
            <a:r>
              <a:rPr lang="en-US"/>
              <a:t> </a:t>
            </a:r>
            <a:r>
              <a:rPr lang="en-US" err="1"/>
              <a:t>tempor</a:t>
            </a:r>
            <a:r>
              <a:rPr lang="en-US"/>
              <a:t> </a:t>
            </a:r>
            <a:r>
              <a:rPr lang="en-US" err="1"/>
              <a:t>orci</a:t>
            </a:r>
            <a:r>
              <a:rPr lang="en-US"/>
              <a:t>. </a:t>
            </a:r>
            <a:r>
              <a:rPr lang="en-US" err="1"/>
              <a:t>Vivamus</a:t>
            </a:r>
            <a:r>
              <a:rPr lang="en-US"/>
              <a:t> </a:t>
            </a:r>
            <a:r>
              <a:rPr lang="en-US" err="1"/>
              <a:t>arcu</a:t>
            </a:r>
            <a:r>
              <a:rPr lang="en-US"/>
              <a:t> </a:t>
            </a:r>
            <a:r>
              <a:rPr lang="en-US" err="1"/>
              <a:t>felis</a:t>
            </a:r>
            <a:r>
              <a:rPr lang="en-US"/>
              <a:t> </a:t>
            </a:r>
            <a:r>
              <a:rPr lang="en-US" err="1"/>
              <a:t>bibendum</a:t>
            </a:r>
            <a:r>
              <a:rPr lang="en-US"/>
              <a:t> </a:t>
            </a:r>
            <a:r>
              <a:rPr lang="en-US" err="1"/>
              <a:t>ut</a:t>
            </a:r>
            <a:r>
              <a:rPr lang="en-US"/>
              <a:t> </a:t>
            </a:r>
            <a:r>
              <a:rPr lang="en-US" err="1"/>
              <a:t>tristique</a:t>
            </a:r>
            <a:r>
              <a:rPr lang="en-US"/>
              <a:t> et </a:t>
            </a:r>
            <a:r>
              <a:rPr lang="en-US" err="1"/>
              <a:t>egestas</a:t>
            </a:r>
            <a:r>
              <a:rPr lang="en-US"/>
              <a:t>. Non </a:t>
            </a:r>
            <a:r>
              <a:rPr lang="en-US" err="1"/>
              <a:t>consectetur</a:t>
            </a:r>
            <a:r>
              <a:rPr lang="en-US"/>
              <a:t>. </a:t>
            </a:r>
          </a:p>
          <a:p>
            <a:pPr lvl="0"/>
            <a:r>
              <a:rPr lang="en-US"/>
              <a:t>Vestibulum </a:t>
            </a:r>
            <a:r>
              <a:rPr lang="en-US" err="1"/>
              <a:t>rhoncus</a:t>
            </a:r>
            <a:r>
              <a:rPr lang="en-US"/>
              <a:t> </a:t>
            </a:r>
            <a:r>
              <a:rPr lang="en-US" err="1"/>
              <a:t>est</a:t>
            </a:r>
            <a:r>
              <a:rPr lang="en-US"/>
              <a:t> </a:t>
            </a:r>
            <a:r>
              <a:rPr lang="en-US" err="1"/>
              <a:t>pellentesque</a:t>
            </a:r>
            <a:r>
              <a:rPr lang="en-US"/>
              <a:t> </a:t>
            </a:r>
            <a:r>
              <a:rPr lang="en-US" err="1"/>
              <a:t>elit</a:t>
            </a:r>
            <a:r>
              <a:rPr lang="en-US"/>
              <a:t> </a:t>
            </a:r>
            <a:r>
              <a:rPr lang="en-US" err="1"/>
              <a:t>ullamcorper</a:t>
            </a:r>
            <a:r>
              <a:rPr lang="en-US"/>
              <a:t> </a:t>
            </a:r>
            <a:r>
              <a:rPr lang="en-US" err="1"/>
              <a:t>dignissim</a:t>
            </a:r>
            <a:r>
              <a:rPr lang="en-US"/>
              <a:t> </a:t>
            </a:r>
            <a:r>
              <a:rPr lang="en-US" err="1"/>
              <a:t>cras</a:t>
            </a:r>
            <a:r>
              <a:rPr lang="en-US"/>
              <a:t>. </a:t>
            </a:r>
            <a:r>
              <a:rPr lang="en-US" err="1"/>
              <a:t>Egestas</a:t>
            </a:r>
            <a:r>
              <a:rPr lang="en-US"/>
              <a:t> </a:t>
            </a:r>
            <a:r>
              <a:rPr lang="en-US" err="1"/>
              <a:t>egestas</a:t>
            </a:r>
            <a:r>
              <a:rPr lang="en-US"/>
              <a:t> </a:t>
            </a:r>
            <a:r>
              <a:rPr lang="en-US" err="1"/>
              <a:t>fringilla</a:t>
            </a:r>
            <a:r>
              <a:rPr lang="en-US"/>
              <a:t> </a:t>
            </a:r>
            <a:r>
              <a:rPr lang="en-US" err="1"/>
              <a:t>phasellus</a:t>
            </a:r>
            <a:r>
              <a:rPr lang="en-US"/>
              <a:t> </a:t>
            </a:r>
            <a:r>
              <a:rPr lang="en-US" err="1"/>
              <a:t>faucibus</a:t>
            </a:r>
            <a:r>
              <a:rPr lang="en-US"/>
              <a:t> </a:t>
            </a:r>
            <a:r>
              <a:rPr lang="en-US" err="1"/>
              <a:t>scelerisque</a:t>
            </a:r>
            <a:r>
              <a:rPr lang="en-US"/>
              <a:t>. Nunc pulvinar </a:t>
            </a:r>
            <a:r>
              <a:rPr lang="en-US" err="1"/>
              <a:t>sapien</a:t>
            </a:r>
            <a:r>
              <a:rPr lang="en-US"/>
              <a:t> et ligula. </a:t>
            </a:r>
          </a:p>
        </p:txBody>
      </p:sp>
      <p:sp>
        <p:nvSpPr>
          <p:cNvPr id="22" name="Picture Placeholder 21">
            <a:extLst>
              <a:ext uri="{FF2B5EF4-FFF2-40B4-BE49-F238E27FC236}">
                <a16:creationId xmlns:a16="http://schemas.microsoft.com/office/drawing/2014/main" id="{F99D334D-2533-6E48-9EF8-BE59D29480EF}"/>
              </a:ext>
            </a:extLst>
          </p:cNvPr>
          <p:cNvSpPr>
            <a:spLocks noGrp="1"/>
          </p:cNvSpPr>
          <p:nvPr>
            <p:ph type="pic" sz="quarter" idx="16"/>
          </p:nvPr>
        </p:nvSpPr>
        <p:spPr>
          <a:xfrm>
            <a:off x="7333005" y="1772903"/>
            <a:ext cx="4455584" cy="3854908"/>
          </a:xfrm>
          <a:solidFill>
            <a:schemeClr val="bg1">
              <a:lumMod val="85000"/>
            </a:schemeClr>
          </a:solidFill>
          <a:effectLst>
            <a:outerShdw blurRad="50800" dist="38100" dir="2700000" algn="tl" rotWithShape="0">
              <a:prstClr val="black">
                <a:alpha val="40000"/>
              </a:prstClr>
            </a:outerShdw>
          </a:effectLst>
        </p:spPr>
        <p:txBody>
          <a:bodyPr wrap="none">
            <a:noAutofit/>
          </a:bodyPr>
          <a:lstStyle>
            <a:lvl1pPr>
              <a:defRPr>
                <a:noFill/>
              </a:defRPr>
            </a:lvl1pPr>
          </a:lstStyle>
          <a:p>
            <a:endParaRPr lang="en-US"/>
          </a:p>
        </p:txBody>
      </p:sp>
      <p:sp>
        <p:nvSpPr>
          <p:cNvPr id="9" name="Text Placeholder 8">
            <a:extLst>
              <a:ext uri="{FF2B5EF4-FFF2-40B4-BE49-F238E27FC236}">
                <a16:creationId xmlns:a16="http://schemas.microsoft.com/office/drawing/2014/main" id="{016C8243-B7BC-DC4F-90A7-7EA801AC9FF7}"/>
              </a:ext>
            </a:extLst>
          </p:cNvPr>
          <p:cNvSpPr>
            <a:spLocks noGrp="1"/>
          </p:cNvSpPr>
          <p:nvPr>
            <p:ph type="body" sz="quarter" idx="13" hasCustomPrompt="1"/>
          </p:nvPr>
        </p:nvSpPr>
        <p:spPr>
          <a:xfrm>
            <a:off x="403411" y="1772903"/>
            <a:ext cx="6539257" cy="509480"/>
          </a:xfrm>
          <a:solidFill>
            <a:srgbClr val="214734"/>
          </a:solidFill>
          <a:ln>
            <a:solidFill>
              <a:schemeClr val="tx1"/>
            </a:solidFill>
          </a:ln>
          <a:effectLst>
            <a:outerShdw blurRad="50800" dist="38100" dir="2700000" algn="tl" rotWithShape="0">
              <a:prstClr val="black">
                <a:alpha val="40000"/>
              </a:prstClr>
            </a:outerShdw>
          </a:effectLst>
        </p:spPr>
        <p:txBody>
          <a:bodyPr>
            <a:noAutofit/>
          </a:bodyPr>
          <a:lstStyle>
            <a:lvl1pPr marL="0" indent="0" algn="l">
              <a:lnSpc>
                <a:spcPct val="100000"/>
              </a:lnSpc>
              <a:buNone/>
              <a:defRPr sz="2133" b="1" i="0" spc="67" baseline="0">
                <a:solidFill>
                  <a:schemeClr val="bg1"/>
                </a:solidFill>
                <a:latin typeface="Utopia Std Semibold" panose="02040503060506020204" pitchFamily="18" charset="77"/>
              </a:defRPr>
            </a:lvl1pPr>
          </a:lstStyle>
          <a:p>
            <a:pPr lvl="0"/>
            <a:r>
              <a:rPr lang="en-US"/>
              <a:t>Subhead Goes here</a:t>
            </a:r>
          </a:p>
        </p:txBody>
      </p:sp>
      <p:sp>
        <p:nvSpPr>
          <p:cNvPr id="7" name="Footer Placeholder 6">
            <a:extLst>
              <a:ext uri="{FF2B5EF4-FFF2-40B4-BE49-F238E27FC236}">
                <a16:creationId xmlns:a16="http://schemas.microsoft.com/office/drawing/2014/main" id="{8AC1DF36-2526-8D40-854C-D53DB4595CDC}"/>
              </a:ext>
            </a:extLst>
          </p:cNvPr>
          <p:cNvSpPr>
            <a:spLocks noGrp="1"/>
          </p:cNvSpPr>
          <p:nvPr>
            <p:ph type="ftr" sz="quarter" idx="17"/>
          </p:nvPr>
        </p:nvSpPr>
        <p:spPr/>
        <p:txBody>
          <a:bodyPr/>
          <a:lstStyle/>
          <a:p>
            <a:r>
              <a:rPr lang="en-US"/>
              <a:t>TVC PDR</a:t>
            </a:r>
          </a:p>
        </p:txBody>
      </p:sp>
      <p:sp>
        <p:nvSpPr>
          <p:cNvPr id="10" name="Slide Number Placeholder 9">
            <a:extLst>
              <a:ext uri="{FF2B5EF4-FFF2-40B4-BE49-F238E27FC236}">
                <a16:creationId xmlns:a16="http://schemas.microsoft.com/office/drawing/2014/main" id="{9D4A67AE-6F12-344F-8718-33C755B55C68}"/>
              </a:ext>
            </a:extLst>
          </p:cNvPr>
          <p:cNvSpPr>
            <a:spLocks noGrp="1"/>
          </p:cNvSpPr>
          <p:nvPr>
            <p:ph type="sldNum" sz="quarter" idx="18"/>
          </p:nvPr>
        </p:nvSpPr>
        <p:spPr/>
        <p:txBody>
          <a:bodyPr/>
          <a:lstStyle/>
          <a:p>
            <a:r>
              <a:rPr lang="en-US"/>
              <a:t>/   </a:t>
            </a:r>
            <a:fld id="{6C7E6F33-74EE-5541-8108-8353B402F8C1}" type="slidenum">
              <a:rPr lang="en-US" smtClean="0"/>
              <a:pPr/>
              <a:t>‹#›</a:t>
            </a:fld>
            <a:endParaRPr lang="en-US"/>
          </a:p>
        </p:txBody>
      </p:sp>
      <p:sp>
        <p:nvSpPr>
          <p:cNvPr id="2" name="TextBox 1">
            <a:extLst>
              <a:ext uri="{FF2B5EF4-FFF2-40B4-BE49-F238E27FC236}">
                <a16:creationId xmlns:a16="http://schemas.microsoft.com/office/drawing/2014/main" id="{861053FA-BAD7-44CE-5D42-39BA17DA6A0B}"/>
              </a:ext>
            </a:extLst>
          </p:cNvPr>
          <p:cNvSpPr txBox="1"/>
          <p:nvPr userDrawn="1"/>
        </p:nvSpPr>
        <p:spPr>
          <a:xfrm>
            <a:off x="8362617" y="5804796"/>
            <a:ext cx="2396359" cy="369332"/>
          </a:xfrm>
          <a:prstGeom prst="rect">
            <a:avLst/>
          </a:prstGeom>
          <a:noFill/>
        </p:spPr>
        <p:txBody>
          <a:bodyPr wrap="square" rtlCol="0">
            <a:spAutoFit/>
          </a:bodyPr>
          <a:lstStyle/>
          <a:p>
            <a:pPr algn="ctr"/>
            <a:r>
              <a:rPr lang="en-US"/>
              <a:t>Figure &lt;#&gt;</a:t>
            </a:r>
          </a:p>
        </p:txBody>
      </p:sp>
      <p:sp>
        <p:nvSpPr>
          <p:cNvPr id="3" name="Title 1">
            <a:extLst>
              <a:ext uri="{FF2B5EF4-FFF2-40B4-BE49-F238E27FC236}">
                <a16:creationId xmlns:a16="http://schemas.microsoft.com/office/drawing/2014/main" id="{8C088181-E434-FDA5-6CFC-CB73488C0460}"/>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9C148A7B-A2D0-E5FD-CB1E-130899249C99}"/>
              </a:ext>
            </a:extLst>
          </p:cNvPr>
          <p:cNvSpPr>
            <a:spLocks noGrp="1"/>
          </p:cNvSpPr>
          <p:nvPr>
            <p:ph type="body" sz="quarter" idx="19"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248707800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lend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1FE2933-6B02-0144-BF1A-69A51D5C0313}"/>
              </a:ext>
            </a:extLst>
          </p:cNvPr>
          <p:cNvSpPr>
            <a:spLocks noGrp="1"/>
          </p:cNvSpPr>
          <p:nvPr>
            <p:ph type="ftr" sz="quarter" idx="14"/>
          </p:nvPr>
        </p:nvSpPr>
        <p:spPr/>
        <p:txBody>
          <a:bodyPr/>
          <a:lstStyle/>
          <a:p>
            <a:r>
              <a:rPr lang="en-US"/>
              <a:t>TVC PDR</a:t>
            </a:r>
          </a:p>
        </p:txBody>
      </p:sp>
      <p:sp>
        <p:nvSpPr>
          <p:cNvPr id="6" name="Slide Number Placeholder 5">
            <a:extLst>
              <a:ext uri="{FF2B5EF4-FFF2-40B4-BE49-F238E27FC236}">
                <a16:creationId xmlns:a16="http://schemas.microsoft.com/office/drawing/2014/main" id="{A2D18749-87A2-0341-9D35-5E74E8AB75D5}"/>
              </a:ext>
            </a:extLst>
          </p:cNvPr>
          <p:cNvSpPr>
            <a:spLocks noGrp="1"/>
          </p:cNvSpPr>
          <p:nvPr>
            <p:ph type="sldNum" sz="quarter" idx="15"/>
          </p:nvPr>
        </p:nvSpPr>
        <p:spPr/>
        <p:txBody>
          <a:bodyPr/>
          <a:lstStyle/>
          <a:p>
            <a:r>
              <a:rPr lang="en-US"/>
              <a:t>/   </a:t>
            </a:r>
            <a:fld id="{6C7E6F33-74EE-5541-8108-8353B402F8C1}" type="slidenum">
              <a:rPr lang="en-US" smtClean="0"/>
              <a:pPr/>
              <a:t>‹#›</a:t>
            </a:fld>
            <a:endParaRPr lang="en-US"/>
          </a:p>
        </p:txBody>
      </p:sp>
      <p:graphicFrame>
        <p:nvGraphicFramePr>
          <p:cNvPr id="4" name="Table 3">
            <a:extLst>
              <a:ext uri="{FF2B5EF4-FFF2-40B4-BE49-F238E27FC236}">
                <a16:creationId xmlns:a16="http://schemas.microsoft.com/office/drawing/2014/main" id="{4A1D46CD-BE0A-0919-CEF5-62328905F6B9}"/>
              </a:ext>
            </a:extLst>
          </p:cNvPr>
          <p:cNvGraphicFramePr>
            <a:graphicFrameLocks noGrp="1"/>
          </p:cNvGraphicFramePr>
          <p:nvPr userDrawn="1">
            <p:extLst>
              <p:ext uri="{D42A27DB-BD31-4B8C-83A1-F6EECF244321}">
                <p14:modId xmlns:p14="http://schemas.microsoft.com/office/powerpoint/2010/main" val="1533347744"/>
              </p:ext>
            </p:extLst>
          </p:nvPr>
        </p:nvGraphicFramePr>
        <p:xfrm>
          <a:off x="531848" y="1447600"/>
          <a:ext cx="11238808" cy="4798464"/>
        </p:xfrm>
        <a:graphic>
          <a:graphicData uri="http://schemas.openxmlformats.org/drawingml/2006/table">
            <a:tbl>
              <a:tblPr firstRow="1" bandRow="1">
                <a:effectLst>
                  <a:outerShdw blurRad="50800" dist="38100" dir="2700000" algn="tl" rotWithShape="0">
                    <a:prstClr val="black">
                      <a:alpha val="40000"/>
                    </a:prstClr>
                  </a:outerShdw>
                </a:effectLst>
                <a:tableStyleId>{FABFCF23-3B69-468F-B69F-88F6DE6A72F2}</a:tableStyleId>
              </a:tblPr>
              <a:tblGrid>
                <a:gridCol w="1605544">
                  <a:extLst>
                    <a:ext uri="{9D8B030D-6E8A-4147-A177-3AD203B41FA5}">
                      <a16:colId xmlns:a16="http://schemas.microsoft.com/office/drawing/2014/main" val="2963902180"/>
                    </a:ext>
                  </a:extLst>
                </a:gridCol>
                <a:gridCol w="1605544">
                  <a:extLst>
                    <a:ext uri="{9D8B030D-6E8A-4147-A177-3AD203B41FA5}">
                      <a16:colId xmlns:a16="http://schemas.microsoft.com/office/drawing/2014/main" val="1259372983"/>
                    </a:ext>
                  </a:extLst>
                </a:gridCol>
                <a:gridCol w="1605544">
                  <a:extLst>
                    <a:ext uri="{9D8B030D-6E8A-4147-A177-3AD203B41FA5}">
                      <a16:colId xmlns:a16="http://schemas.microsoft.com/office/drawing/2014/main" val="1377521332"/>
                    </a:ext>
                  </a:extLst>
                </a:gridCol>
                <a:gridCol w="1605544">
                  <a:extLst>
                    <a:ext uri="{9D8B030D-6E8A-4147-A177-3AD203B41FA5}">
                      <a16:colId xmlns:a16="http://schemas.microsoft.com/office/drawing/2014/main" val="2106119576"/>
                    </a:ext>
                  </a:extLst>
                </a:gridCol>
                <a:gridCol w="1605544">
                  <a:extLst>
                    <a:ext uri="{9D8B030D-6E8A-4147-A177-3AD203B41FA5}">
                      <a16:colId xmlns:a16="http://schemas.microsoft.com/office/drawing/2014/main" val="713845557"/>
                    </a:ext>
                  </a:extLst>
                </a:gridCol>
                <a:gridCol w="1605544">
                  <a:extLst>
                    <a:ext uri="{9D8B030D-6E8A-4147-A177-3AD203B41FA5}">
                      <a16:colId xmlns:a16="http://schemas.microsoft.com/office/drawing/2014/main" val="3549223602"/>
                    </a:ext>
                  </a:extLst>
                </a:gridCol>
                <a:gridCol w="1605544">
                  <a:extLst>
                    <a:ext uri="{9D8B030D-6E8A-4147-A177-3AD203B41FA5}">
                      <a16:colId xmlns:a16="http://schemas.microsoft.com/office/drawing/2014/main" val="3959218983"/>
                    </a:ext>
                  </a:extLst>
                </a:gridCol>
              </a:tblGrid>
              <a:tr h="159948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5173388"/>
                  </a:ext>
                </a:extLst>
              </a:tr>
              <a:tr h="159948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6384521"/>
                  </a:ext>
                </a:extLst>
              </a:tr>
              <a:tr h="159948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8082159"/>
                  </a:ext>
                </a:extLst>
              </a:tr>
            </a:tbl>
          </a:graphicData>
        </a:graphic>
      </p:graphicFrame>
      <p:sp>
        <p:nvSpPr>
          <p:cNvPr id="9" name="Title 1">
            <a:extLst>
              <a:ext uri="{FF2B5EF4-FFF2-40B4-BE49-F238E27FC236}">
                <a16:creationId xmlns:a16="http://schemas.microsoft.com/office/drawing/2014/main" id="{C340446C-FD7E-704D-EA32-739BE84EA7EC}"/>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10" name="Text Placeholder 6">
            <a:extLst>
              <a:ext uri="{FF2B5EF4-FFF2-40B4-BE49-F238E27FC236}">
                <a16:creationId xmlns:a16="http://schemas.microsoft.com/office/drawing/2014/main" id="{98D6584E-967D-B41A-E738-FC8ECB851DE1}"/>
              </a:ext>
            </a:extLst>
          </p:cNvPr>
          <p:cNvSpPr>
            <a:spLocks noGrp="1"/>
          </p:cNvSpPr>
          <p:nvPr>
            <p:ph type="body" sz="quarter" idx="21"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1957307688"/>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Row Content">
    <p:spTree>
      <p:nvGrpSpPr>
        <p:cNvPr id="1" name=""/>
        <p:cNvGrpSpPr/>
        <p:nvPr/>
      </p:nvGrpSpPr>
      <p:grpSpPr>
        <a:xfrm>
          <a:off x="0" y="0"/>
          <a:ext cx="0" cy="0"/>
          <a:chOff x="0" y="0"/>
          <a:chExt cx="0" cy="0"/>
        </a:xfrm>
      </p:grpSpPr>
      <p:sp>
        <p:nvSpPr>
          <p:cNvPr id="12" name="Text Placeholder 8">
            <a:extLst>
              <a:ext uri="{FF2B5EF4-FFF2-40B4-BE49-F238E27FC236}">
                <a16:creationId xmlns:a16="http://schemas.microsoft.com/office/drawing/2014/main" id="{D004BC79-4A47-F947-8EF2-485C0AEA7EE3}"/>
              </a:ext>
            </a:extLst>
          </p:cNvPr>
          <p:cNvSpPr>
            <a:spLocks noGrp="1"/>
          </p:cNvSpPr>
          <p:nvPr>
            <p:ph type="body" sz="quarter" idx="13" hasCustomPrompt="1"/>
          </p:nvPr>
        </p:nvSpPr>
        <p:spPr>
          <a:xfrm>
            <a:off x="1681961" y="1932036"/>
            <a:ext cx="8851900" cy="329032"/>
          </a:xfrm>
          <a:solidFill>
            <a:schemeClr val="tx1"/>
          </a:solidFill>
          <a:effectLst>
            <a:outerShdw blurRad="50800" dist="38100" dir="2700000" algn="tl" rotWithShape="0">
              <a:prstClr val="black">
                <a:alpha val="40000"/>
              </a:prstClr>
            </a:outerShdw>
          </a:effectLst>
        </p:spPr>
        <p:txBody>
          <a:bodyPr>
            <a:noAutofit/>
          </a:bodyPr>
          <a:lstStyle>
            <a:lvl1pPr marL="0" indent="0" algn="l">
              <a:lnSpc>
                <a:spcPts val="1893"/>
              </a:lnSpc>
              <a:buNone/>
              <a:defRPr sz="1600" b="1" i="0" spc="200" baseline="0">
                <a:solidFill>
                  <a:schemeClr val="bg1"/>
                </a:solidFill>
                <a:latin typeface="Utopia Std Subhead" panose="02040603060506020204" pitchFamily="18" charset="77"/>
              </a:defRPr>
            </a:lvl1pPr>
          </a:lstStyle>
          <a:p>
            <a:pPr lvl="0"/>
            <a:r>
              <a:rPr lang="en-US"/>
              <a:t>SUBHEAD GOES HERE</a:t>
            </a:r>
          </a:p>
        </p:txBody>
      </p:sp>
      <p:sp>
        <p:nvSpPr>
          <p:cNvPr id="8" name="Text Placeholder 8">
            <a:extLst>
              <a:ext uri="{FF2B5EF4-FFF2-40B4-BE49-F238E27FC236}">
                <a16:creationId xmlns:a16="http://schemas.microsoft.com/office/drawing/2014/main" id="{A1A618D6-EB63-EA43-A21C-B103C35BC517}"/>
              </a:ext>
            </a:extLst>
          </p:cNvPr>
          <p:cNvSpPr>
            <a:spLocks noGrp="1"/>
          </p:cNvSpPr>
          <p:nvPr>
            <p:ph type="body" sz="quarter" idx="14" hasCustomPrompt="1"/>
          </p:nvPr>
        </p:nvSpPr>
        <p:spPr>
          <a:xfrm>
            <a:off x="1681960" y="3390359"/>
            <a:ext cx="8852563" cy="329032"/>
          </a:xfrm>
          <a:solidFill>
            <a:schemeClr val="tx1"/>
          </a:solidFill>
          <a:effectLst>
            <a:outerShdw blurRad="50800" dist="38100" dir="2700000" algn="tl" rotWithShape="0">
              <a:prstClr val="black">
                <a:alpha val="40000"/>
              </a:prstClr>
            </a:outerShdw>
          </a:effectLst>
        </p:spPr>
        <p:txBody>
          <a:bodyPr>
            <a:noAutofit/>
          </a:bodyPr>
          <a:lstStyle>
            <a:lvl1pPr marL="0" indent="0" algn="l">
              <a:lnSpc>
                <a:spcPts val="1893"/>
              </a:lnSpc>
              <a:buNone/>
              <a:defRPr sz="1600" b="1" i="0" spc="200" baseline="0">
                <a:solidFill>
                  <a:schemeClr val="bg1"/>
                </a:solidFill>
                <a:latin typeface="Utopia Std Subhead" panose="02040603060506020204" pitchFamily="18" charset="77"/>
              </a:defRPr>
            </a:lvl1pPr>
          </a:lstStyle>
          <a:p>
            <a:pPr lvl="0"/>
            <a:r>
              <a:rPr lang="en-US"/>
              <a:t>SUBHEAD GOES HERE</a:t>
            </a:r>
          </a:p>
        </p:txBody>
      </p:sp>
      <p:sp>
        <p:nvSpPr>
          <p:cNvPr id="10" name="Text Placeholder 8">
            <a:extLst>
              <a:ext uri="{FF2B5EF4-FFF2-40B4-BE49-F238E27FC236}">
                <a16:creationId xmlns:a16="http://schemas.microsoft.com/office/drawing/2014/main" id="{E2DDEC8D-78EC-A644-8B8B-9708FEC341A4}"/>
              </a:ext>
            </a:extLst>
          </p:cNvPr>
          <p:cNvSpPr>
            <a:spLocks noGrp="1"/>
          </p:cNvSpPr>
          <p:nvPr>
            <p:ph type="body" sz="quarter" idx="15" hasCustomPrompt="1"/>
          </p:nvPr>
        </p:nvSpPr>
        <p:spPr>
          <a:xfrm>
            <a:off x="1681961" y="4848681"/>
            <a:ext cx="8852563" cy="329032"/>
          </a:xfrm>
          <a:solidFill>
            <a:schemeClr val="tx1"/>
          </a:solidFill>
          <a:effectLst>
            <a:outerShdw blurRad="50800" dist="38100" dir="2700000" algn="tl" rotWithShape="0">
              <a:prstClr val="black">
                <a:alpha val="40000"/>
              </a:prstClr>
            </a:outerShdw>
          </a:effectLst>
        </p:spPr>
        <p:txBody>
          <a:bodyPr>
            <a:noAutofit/>
          </a:bodyPr>
          <a:lstStyle>
            <a:lvl1pPr marL="0" indent="0" algn="l">
              <a:lnSpc>
                <a:spcPts val="1893"/>
              </a:lnSpc>
              <a:buNone/>
              <a:defRPr sz="1600" b="1" i="0" spc="200" baseline="0">
                <a:solidFill>
                  <a:schemeClr val="bg1"/>
                </a:solidFill>
                <a:latin typeface="Utopia Std Subhead" panose="02040603060506020204" pitchFamily="18" charset="77"/>
              </a:defRPr>
            </a:lvl1pPr>
          </a:lstStyle>
          <a:p>
            <a:pPr lvl="0"/>
            <a:r>
              <a:rPr lang="en-US"/>
              <a:t>SUBHEAD GOES HERE</a:t>
            </a:r>
          </a:p>
        </p:txBody>
      </p:sp>
      <p:sp>
        <p:nvSpPr>
          <p:cNvPr id="4" name="Text Placeholder 3">
            <a:extLst>
              <a:ext uri="{FF2B5EF4-FFF2-40B4-BE49-F238E27FC236}">
                <a16:creationId xmlns:a16="http://schemas.microsoft.com/office/drawing/2014/main" id="{B2BDBB06-23EC-1249-9E7A-B7F4379BBF55}"/>
              </a:ext>
            </a:extLst>
          </p:cNvPr>
          <p:cNvSpPr>
            <a:spLocks noGrp="1"/>
          </p:cNvSpPr>
          <p:nvPr>
            <p:ph type="body" sz="quarter" idx="16" hasCustomPrompt="1"/>
          </p:nvPr>
        </p:nvSpPr>
        <p:spPr>
          <a:xfrm>
            <a:off x="1681961" y="2251312"/>
            <a:ext cx="8851900" cy="677576"/>
          </a:xfrm>
          <a:solidFill>
            <a:schemeClr val="bg1"/>
          </a:solidFill>
          <a:effectLst>
            <a:outerShdw blurRad="50800" dist="38100" dir="2700000" algn="tl" rotWithShape="0">
              <a:prstClr val="black">
                <a:alpha val="40000"/>
              </a:prstClr>
            </a:outerShdw>
          </a:effectLst>
        </p:spPr>
        <p:txBody>
          <a:bodyPr/>
          <a:lstStyle>
            <a:lvl1pPr>
              <a:lnSpc>
                <a:spcPct val="100000"/>
              </a:lnSpc>
              <a:spcAft>
                <a:spcPts val="400"/>
              </a:spcAft>
              <a:defRPr sz="1600" spc="0"/>
            </a:lvl1pPr>
            <a:lvl5pPr>
              <a:lnSpc>
                <a:spcPct val="100000"/>
              </a:lnSpc>
              <a:spcAft>
                <a:spcPts val="400"/>
              </a:spcAft>
              <a:defRPr spc="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5" name="Text Placeholder 3">
            <a:extLst>
              <a:ext uri="{FF2B5EF4-FFF2-40B4-BE49-F238E27FC236}">
                <a16:creationId xmlns:a16="http://schemas.microsoft.com/office/drawing/2014/main" id="{715E79F7-F96B-B74D-A872-5DD93CD2610D}"/>
              </a:ext>
            </a:extLst>
          </p:cNvPr>
          <p:cNvSpPr>
            <a:spLocks noGrp="1"/>
          </p:cNvSpPr>
          <p:nvPr>
            <p:ph type="body" sz="quarter" idx="17" hasCustomPrompt="1"/>
          </p:nvPr>
        </p:nvSpPr>
        <p:spPr>
          <a:xfrm>
            <a:off x="1681961" y="3709635"/>
            <a:ext cx="8851900" cy="677576"/>
          </a:xfrm>
          <a:solidFill>
            <a:schemeClr val="bg1"/>
          </a:solidFill>
          <a:effectLst>
            <a:outerShdw blurRad="50800" dist="38100" dir="2700000" algn="tl" rotWithShape="0">
              <a:prstClr val="black">
                <a:alpha val="40000"/>
              </a:prstClr>
            </a:outerShdw>
          </a:effectLst>
        </p:spPr>
        <p:txBody>
          <a:bodyPr/>
          <a:lstStyle>
            <a:lvl1pP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6" name="Text Placeholder 3">
            <a:extLst>
              <a:ext uri="{FF2B5EF4-FFF2-40B4-BE49-F238E27FC236}">
                <a16:creationId xmlns:a16="http://schemas.microsoft.com/office/drawing/2014/main" id="{A359F78B-FA29-2044-A54D-9B0DD377B177}"/>
              </a:ext>
            </a:extLst>
          </p:cNvPr>
          <p:cNvSpPr>
            <a:spLocks noGrp="1"/>
          </p:cNvSpPr>
          <p:nvPr>
            <p:ph type="body" sz="quarter" idx="18" hasCustomPrompt="1"/>
          </p:nvPr>
        </p:nvSpPr>
        <p:spPr>
          <a:xfrm>
            <a:off x="1681961" y="5177713"/>
            <a:ext cx="8851900" cy="677576"/>
          </a:xfrm>
          <a:solidFill>
            <a:schemeClr val="bg1"/>
          </a:solidFill>
          <a:effectLst>
            <a:outerShdw blurRad="50800" dist="38100" dir="2700000" algn="tl" rotWithShape="0">
              <a:prstClr val="black">
                <a:alpha val="40000"/>
              </a:prstClr>
            </a:outerShdw>
          </a:effectLst>
        </p:spPr>
        <p:txBody>
          <a:bodyPr/>
          <a:lstStyle>
            <a:lvl1pP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7" name="Footer Placeholder 6">
            <a:extLst>
              <a:ext uri="{FF2B5EF4-FFF2-40B4-BE49-F238E27FC236}">
                <a16:creationId xmlns:a16="http://schemas.microsoft.com/office/drawing/2014/main" id="{DA38EC65-2C85-C046-9738-37708E947827}"/>
              </a:ext>
            </a:extLst>
          </p:cNvPr>
          <p:cNvSpPr>
            <a:spLocks noGrp="1"/>
          </p:cNvSpPr>
          <p:nvPr>
            <p:ph type="ftr" sz="quarter" idx="19"/>
          </p:nvPr>
        </p:nvSpPr>
        <p:spPr/>
        <p:txBody>
          <a:bodyPr/>
          <a:lstStyle/>
          <a:p>
            <a:r>
              <a:rPr lang="en-US"/>
              <a:t>TVC PDR</a:t>
            </a:r>
          </a:p>
        </p:txBody>
      </p:sp>
      <p:sp>
        <p:nvSpPr>
          <p:cNvPr id="9" name="Slide Number Placeholder 8">
            <a:extLst>
              <a:ext uri="{FF2B5EF4-FFF2-40B4-BE49-F238E27FC236}">
                <a16:creationId xmlns:a16="http://schemas.microsoft.com/office/drawing/2014/main" id="{8B5F4566-2799-E844-91E1-99813A0D72D4}"/>
              </a:ext>
            </a:extLst>
          </p:cNvPr>
          <p:cNvSpPr>
            <a:spLocks noGrp="1"/>
          </p:cNvSpPr>
          <p:nvPr>
            <p:ph type="sldNum" sz="quarter" idx="20"/>
          </p:nvPr>
        </p:nvSpPr>
        <p:spPr/>
        <p:txBody>
          <a:bodyPr/>
          <a:lstStyle/>
          <a:p>
            <a:r>
              <a:rPr lang="en-US"/>
              <a:t>/   </a:t>
            </a:r>
            <a:fld id="{6C7E6F33-74EE-5541-8108-8353B402F8C1}" type="slidenum">
              <a:rPr lang="en-US" smtClean="0"/>
              <a:pPr/>
              <a:t>‹#›</a:t>
            </a:fld>
            <a:endParaRPr lang="en-US"/>
          </a:p>
        </p:txBody>
      </p:sp>
      <p:sp>
        <p:nvSpPr>
          <p:cNvPr id="2" name="Title 1">
            <a:extLst>
              <a:ext uri="{FF2B5EF4-FFF2-40B4-BE49-F238E27FC236}">
                <a16:creationId xmlns:a16="http://schemas.microsoft.com/office/drawing/2014/main" id="{CDDF12B1-EE1A-0211-39EE-B5088049CBA3}"/>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3" name="Text Placeholder 6">
            <a:extLst>
              <a:ext uri="{FF2B5EF4-FFF2-40B4-BE49-F238E27FC236}">
                <a16:creationId xmlns:a16="http://schemas.microsoft.com/office/drawing/2014/main" id="{84F27BFF-80B9-A405-74E9-B75DF1404F40}"/>
              </a:ext>
            </a:extLst>
          </p:cNvPr>
          <p:cNvSpPr>
            <a:spLocks noGrp="1"/>
          </p:cNvSpPr>
          <p:nvPr>
            <p:ph type="body" sz="quarter" idx="21"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341279298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Content">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DA38EC65-2C85-C046-9738-37708E947827}"/>
              </a:ext>
            </a:extLst>
          </p:cNvPr>
          <p:cNvSpPr>
            <a:spLocks noGrp="1"/>
          </p:cNvSpPr>
          <p:nvPr>
            <p:ph type="ftr" sz="quarter" idx="19"/>
          </p:nvPr>
        </p:nvSpPr>
        <p:spPr/>
        <p:txBody>
          <a:bodyPr/>
          <a:lstStyle/>
          <a:p>
            <a:r>
              <a:rPr lang="en-US"/>
              <a:t>TVC PDR</a:t>
            </a:r>
          </a:p>
        </p:txBody>
      </p:sp>
      <p:sp>
        <p:nvSpPr>
          <p:cNvPr id="9" name="Slide Number Placeholder 8">
            <a:extLst>
              <a:ext uri="{FF2B5EF4-FFF2-40B4-BE49-F238E27FC236}">
                <a16:creationId xmlns:a16="http://schemas.microsoft.com/office/drawing/2014/main" id="{8B5F4566-2799-E844-91E1-99813A0D72D4}"/>
              </a:ext>
            </a:extLst>
          </p:cNvPr>
          <p:cNvSpPr>
            <a:spLocks noGrp="1"/>
          </p:cNvSpPr>
          <p:nvPr>
            <p:ph type="sldNum" sz="quarter" idx="20"/>
          </p:nvPr>
        </p:nvSpPr>
        <p:spPr/>
        <p:txBody>
          <a:bodyPr/>
          <a:lstStyle/>
          <a:p>
            <a:r>
              <a:rPr lang="en-US"/>
              <a:t>/   </a:t>
            </a:r>
            <a:fld id="{6C7E6F33-74EE-5541-8108-8353B402F8C1}" type="slidenum">
              <a:rPr lang="en-US" smtClean="0"/>
              <a:pPr/>
              <a:t>‹#›</a:t>
            </a:fld>
            <a:endParaRPr lang="en-US"/>
          </a:p>
        </p:txBody>
      </p:sp>
      <p:graphicFrame>
        <p:nvGraphicFramePr>
          <p:cNvPr id="2" name="Table 1">
            <a:extLst>
              <a:ext uri="{FF2B5EF4-FFF2-40B4-BE49-F238E27FC236}">
                <a16:creationId xmlns:a16="http://schemas.microsoft.com/office/drawing/2014/main" id="{FCFD4D33-18A9-0A6E-0AAF-FE7AC6594B91}"/>
              </a:ext>
            </a:extLst>
          </p:cNvPr>
          <p:cNvGraphicFramePr>
            <a:graphicFrameLocks noGrp="1"/>
          </p:cNvGraphicFramePr>
          <p:nvPr userDrawn="1">
            <p:extLst>
              <p:ext uri="{D42A27DB-BD31-4B8C-83A1-F6EECF244321}">
                <p14:modId xmlns:p14="http://schemas.microsoft.com/office/powerpoint/2010/main" val="3498004817"/>
              </p:ext>
            </p:extLst>
          </p:nvPr>
        </p:nvGraphicFramePr>
        <p:xfrm>
          <a:off x="838199" y="1574800"/>
          <a:ext cx="10541000" cy="4450080"/>
        </p:xfrm>
        <a:graphic>
          <a:graphicData uri="http://schemas.openxmlformats.org/drawingml/2006/table">
            <a:tbl>
              <a:tblPr firstRow="1" bandRow="1">
                <a:effectLst>
                  <a:outerShdw blurRad="50800" dist="38100" dir="2700000" algn="tl" rotWithShape="0">
                    <a:prstClr val="black">
                      <a:alpha val="40000"/>
                    </a:prstClr>
                  </a:outerShdw>
                </a:effectLst>
                <a:tableStyleId>{073A0DAA-6AF3-43AB-8588-CEC1D06C72B9}</a:tableStyleId>
              </a:tblPr>
              <a:tblGrid>
                <a:gridCol w="2635250">
                  <a:extLst>
                    <a:ext uri="{9D8B030D-6E8A-4147-A177-3AD203B41FA5}">
                      <a16:colId xmlns:a16="http://schemas.microsoft.com/office/drawing/2014/main" val="1965054100"/>
                    </a:ext>
                  </a:extLst>
                </a:gridCol>
                <a:gridCol w="2635250">
                  <a:extLst>
                    <a:ext uri="{9D8B030D-6E8A-4147-A177-3AD203B41FA5}">
                      <a16:colId xmlns:a16="http://schemas.microsoft.com/office/drawing/2014/main" val="3697149893"/>
                    </a:ext>
                  </a:extLst>
                </a:gridCol>
                <a:gridCol w="2635250">
                  <a:extLst>
                    <a:ext uri="{9D8B030D-6E8A-4147-A177-3AD203B41FA5}">
                      <a16:colId xmlns:a16="http://schemas.microsoft.com/office/drawing/2014/main" val="1595340377"/>
                    </a:ext>
                  </a:extLst>
                </a:gridCol>
                <a:gridCol w="2635250">
                  <a:extLst>
                    <a:ext uri="{9D8B030D-6E8A-4147-A177-3AD203B41FA5}">
                      <a16:colId xmlns:a16="http://schemas.microsoft.com/office/drawing/2014/main" val="331523819"/>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45742807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0525839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95453397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58504868"/>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63878833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80420087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1054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76683376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4752792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3635773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53713576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009913505"/>
                  </a:ext>
                </a:extLst>
              </a:tr>
            </a:tbl>
          </a:graphicData>
        </a:graphic>
      </p:graphicFrame>
      <p:sp>
        <p:nvSpPr>
          <p:cNvPr id="3" name="Title 1">
            <a:extLst>
              <a:ext uri="{FF2B5EF4-FFF2-40B4-BE49-F238E27FC236}">
                <a16:creationId xmlns:a16="http://schemas.microsoft.com/office/drawing/2014/main" id="{8D0F17E4-3749-A469-1182-4B885E2D800A}"/>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B853CFF4-544C-6735-D25A-8567F8600A7F}"/>
              </a:ext>
            </a:extLst>
          </p:cNvPr>
          <p:cNvSpPr>
            <a:spLocks noGrp="1"/>
          </p:cNvSpPr>
          <p:nvPr>
            <p:ph type="body" sz="quarter" idx="21"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1891206089"/>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rg Char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1FE2933-6B02-0144-BF1A-69A51D5C0313}"/>
              </a:ext>
            </a:extLst>
          </p:cNvPr>
          <p:cNvSpPr>
            <a:spLocks noGrp="1"/>
          </p:cNvSpPr>
          <p:nvPr>
            <p:ph type="ftr" sz="quarter" idx="14"/>
          </p:nvPr>
        </p:nvSpPr>
        <p:spPr/>
        <p:txBody>
          <a:bodyPr/>
          <a:lstStyle/>
          <a:p>
            <a:r>
              <a:rPr lang="en-US"/>
              <a:t>TVC PDR</a:t>
            </a:r>
          </a:p>
        </p:txBody>
      </p:sp>
      <p:sp>
        <p:nvSpPr>
          <p:cNvPr id="6" name="Slide Number Placeholder 5">
            <a:extLst>
              <a:ext uri="{FF2B5EF4-FFF2-40B4-BE49-F238E27FC236}">
                <a16:creationId xmlns:a16="http://schemas.microsoft.com/office/drawing/2014/main" id="{A2D18749-87A2-0341-9D35-5E74E8AB75D5}"/>
              </a:ext>
            </a:extLst>
          </p:cNvPr>
          <p:cNvSpPr>
            <a:spLocks noGrp="1"/>
          </p:cNvSpPr>
          <p:nvPr>
            <p:ph type="sldNum" sz="quarter" idx="15"/>
          </p:nvPr>
        </p:nvSpPr>
        <p:spPr/>
        <p:txBody>
          <a:bodyPr/>
          <a:lstStyle/>
          <a:p>
            <a:r>
              <a:rPr lang="en-US"/>
              <a:t>/   </a:t>
            </a:r>
            <a:fld id="{6C7E6F33-74EE-5541-8108-8353B402F8C1}" type="slidenum">
              <a:rPr lang="en-US" smtClean="0"/>
              <a:pPr/>
              <a:t>‹#›</a:t>
            </a:fld>
            <a:endParaRPr lang="en-US"/>
          </a:p>
        </p:txBody>
      </p:sp>
      <p:graphicFrame>
        <p:nvGraphicFramePr>
          <p:cNvPr id="4" name="Diagram 3">
            <a:extLst>
              <a:ext uri="{FF2B5EF4-FFF2-40B4-BE49-F238E27FC236}">
                <a16:creationId xmlns:a16="http://schemas.microsoft.com/office/drawing/2014/main" id="{52295235-6AC3-C13B-416E-A3B319880513}"/>
              </a:ext>
            </a:extLst>
          </p:cNvPr>
          <p:cNvGraphicFramePr/>
          <p:nvPr userDrawn="1">
            <p:extLst>
              <p:ext uri="{D42A27DB-BD31-4B8C-83A1-F6EECF244321}">
                <p14:modId xmlns:p14="http://schemas.microsoft.com/office/powerpoint/2010/main" val="863356610"/>
              </p:ext>
            </p:extLst>
          </p:nvPr>
        </p:nvGraphicFramePr>
        <p:xfrm>
          <a:off x="2005351" y="1789501"/>
          <a:ext cx="8181298" cy="41146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1">
            <a:extLst>
              <a:ext uri="{FF2B5EF4-FFF2-40B4-BE49-F238E27FC236}">
                <a16:creationId xmlns:a16="http://schemas.microsoft.com/office/drawing/2014/main" id="{25E81817-1137-F9C6-035D-63C34598BD7A}"/>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8" name="Text Placeholder 6">
            <a:extLst>
              <a:ext uri="{FF2B5EF4-FFF2-40B4-BE49-F238E27FC236}">
                <a16:creationId xmlns:a16="http://schemas.microsoft.com/office/drawing/2014/main" id="{7ABFDC6C-BCCF-2CF2-F8C7-C459DF7AAD71}"/>
              </a:ext>
            </a:extLst>
          </p:cNvPr>
          <p:cNvSpPr>
            <a:spLocks noGrp="1"/>
          </p:cNvSpPr>
          <p:nvPr>
            <p:ph type="body" sz="quarter" idx="19"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4078964122"/>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12" name="Text Placeholder 8">
            <a:extLst>
              <a:ext uri="{FF2B5EF4-FFF2-40B4-BE49-F238E27FC236}">
                <a16:creationId xmlns:a16="http://schemas.microsoft.com/office/drawing/2014/main" id="{D004BC79-4A47-F947-8EF2-485C0AEA7EE3}"/>
              </a:ext>
            </a:extLst>
          </p:cNvPr>
          <p:cNvSpPr>
            <a:spLocks noGrp="1"/>
          </p:cNvSpPr>
          <p:nvPr>
            <p:ph type="body" sz="quarter" idx="13" hasCustomPrompt="1"/>
          </p:nvPr>
        </p:nvSpPr>
        <p:spPr>
          <a:xfrm>
            <a:off x="838201" y="2050795"/>
            <a:ext cx="2775740" cy="329032"/>
          </a:xfrm>
        </p:spPr>
        <p:txBody>
          <a:bodyPr>
            <a:noAutofit/>
          </a:bodyPr>
          <a:lstStyle>
            <a:lvl1pPr marL="0" indent="0" algn="l">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sp>
        <p:nvSpPr>
          <p:cNvPr id="4" name="Text Placeholder 3">
            <a:extLst>
              <a:ext uri="{FF2B5EF4-FFF2-40B4-BE49-F238E27FC236}">
                <a16:creationId xmlns:a16="http://schemas.microsoft.com/office/drawing/2014/main" id="{B2BDBB06-23EC-1249-9E7A-B7F4379BBF55}"/>
              </a:ext>
            </a:extLst>
          </p:cNvPr>
          <p:cNvSpPr>
            <a:spLocks noGrp="1"/>
          </p:cNvSpPr>
          <p:nvPr>
            <p:ph type="body" sz="quarter" idx="16" hasCustomPrompt="1"/>
          </p:nvPr>
        </p:nvSpPr>
        <p:spPr>
          <a:xfrm>
            <a:off x="838200" y="2536824"/>
            <a:ext cx="4572000" cy="2877739"/>
          </a:xfrm>
        </p:spPr>
        <p:txBody>
          <a:bodyPr/>
          <a:lstStyle>
            <a:lvl1pP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7" name="Text Placeholder 8">
            <a:extLst>
              <a:ext uri="{FF2B5EF4-FFF2-40B4-BE49-F238E27FC236}">
                <a16:creationId xmlns:a16="http://schemas.microsoft.com/office/drawing/2014/main" id="{1BE8467C-F8A0-0B46-954C-0CCA5AE188E5}"/>
              </a:ext>
            </a:extLst>
          </p:cNvPr>
          <p:cNvSpPr>
            <a:spLocks noGrp="1"/>
          </p:cNvSpPr>
          <p:nvPr>
            <p:ph type="body" sz="quarter" idx="19" hasCustomPrompt="1"/>
          </p:nvPr>
        </p:nvSpPr>
        <p:spPr>
          <a:xfrm>
            <a:off x="6781801" y="2050795"/>
            <a:ext cx="2775740" cy="329032"/>
          </a:xfrm>
        </p:spPr>
        <p:txBody>
          <a:bodyPr>
            <a:noAutofit/>
          </a:bodyPr>
          <a:lstStyle>
            <a:lvl1pPr marL="0" indent="0" algn="l">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sp>
        <p:nvSpPr>
          <p:cNvPr id="15" name="Text Placeholder 3">
            <a:extLst>
              <a:ext uri="{FF2B5EF4-FFF2-40B4-BE49-F238E27FC236}">
                <a16:creationId xmlns:a16="http://schemas.microsoft.com/office/drawing/2014/main" id="{B764E411-936F-3044-8265-A066A2B83B67}"/>
              </a:ext>
            </a:extLst>
          </p:cNvPr>
          <p:cNvSpPr>
            <a:spLocks noGrp="1"/>
          </p:cNvSpPr>
          <p:nvPr>
            <p:ph type="body" sz="quarter" idx="20" hasCustomPrompt="1"/>
          </p:nvPr>
        </p:nvSpPr>
        <p:spPr>
          <a:xfrm>
            <a:off x="6781800" y="2536824"/>
            <a:ext cx="4572000" cy="2877739"/>
          </a:xfrm>
        </p:spPr>
        <p:txBody>
          <a:bodyPr/>
          <a:lstStyle>
            <a:lvl1pP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cxnSp>
        <p:nvCxnSpPr>
          <p:cNvPr id="19" name="Straight Connector 18">
            <a:extLst>
              <a:ext uri="{FF2B5EF4-FFF2-40B4-BE49-F238E27FC236}">
                <a16:creationId xmlns:a16="http://schemas.microsoft.com/office/drawing/2014/main" id="{7F7C988E-4FD1-F44B-8698-26D540F4924A}"/>
              </a:ext>
              <a:ext uri="{C183D7F6-B498-43B3-948B-1728B52AA6E4}">
                <adec:decorative xmlns:adec="http://schemas.microsoft.com/office/drawing/2017/decorative" val="1"/>
              </a:ext>
            </a:extLst>
          </p:cNvPr>
          <p:cNvCxnSpPr>
            <a:cxnSpLocks/>
          </p:cNvCxnSpPr>
          <p:nvPr userDrawn="1"/>
        </p:nvCxnSpPr>
        <p:spPr>
          <a:xfrm rot="16200000">
            <a:off x="4754881" y="3962247"/>
            <a:ext cx="268224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Footer Placeholder 6">
            <a:extLst>
              <a:ext uri="{FF2B5EF4-FFF2-40B4-BE49-F238E27FC236}">
                <a16:creationId xmlns:a16="http://schemas.microsoft.com/office/drawing/2014/main" id="{905959D2-BEEE-8D4C-8216-8C05C61B75DC}"/>
              </a:ext>
            </a:extLst>
          </p:cNvPr>
          <p:cNvSpPr>
            <a:spLocks noGrp="1"/>
          </p:cNvSpPr>
          <p:nvPr>
            <p:ph type="ftr" sz="quarter" idx="21"/>
          </p:nvPr>
        </p:nvSpPr>
        <p:spPr/>
        <p:txBody>
          <a:bodyPr/>
          <a:lstStyle/>
          <a:p>
            <a:r>
              <a:rPr lang="en-US"/>
              <a:t>TVC PDR</a:t>
            </a:r>
          </a:p>
        </p:txBody>
      </p:sp>
      <p:sp>
        <p:nvSpPr>
          <p:cNvPr id="8" name="Slide Number Placeholder 7">
            <a:extLst>
              <a:ext uri="{FF2B5EF4-FFF2-40B4-BE49-F238E27FC236}">
                <a16:creationId xmlns:a16="http://schemas.microsoft.com/office/drawing/2014/main" id="{67AAF54B-C785-4346-9B7B-CA106BFE8CDB}"/>
              </a:ext>
            </a:extLst>
          </p:cNvPr>
          <p:cNvSpPr>
            <a:spLocks noGrp="1"/>
          </p:cNvSpPr>
          <p:nvPr>
            <p:ph type="sldNum" sz="quarter" idx="22"/>
          </p:nvPr>
        </p:nvSpPr>
        <p:spPr/>
        <p:txBody>
          <a:bodyPr/>
          <a:lstStyle/>
          <a:p>
            <a:r>
              <a:rPr lang="en-US"/>
              <a:t>/   </a:t>
            </a:r>
            <a:fld id="{6C7E6F33-74EE-5541-8108-8353B402F8C1}" type="slidenum">
              <a:rPr lang="en-US" smtClean="0"/>
              <a:pPr/>
              <a:t>‹#›</a:t>
            </a:fld>
            <a:endParaRPr lang="en-US"/>
          </a:p>
        </p:txBody>
      </p:sp>
      <p:sp>
        <p:nvSpPr>
          <p:cNvPr id="2" name="Title 1">
            <a:extLst>
              <a:ext uri="{FF2B5EF4-FFF2-40B4-BE49-F238E27FC236}">
                <a16:creationId xmlns:a16="http://schemas.microsoft.com/office/drawing/2014/main" id="{DEFADD21-6454-BE34-6E68-D413B7D2DFB0}"/>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3" name="Text Placeholder 6">
            <a:extLst>
              <a:ext uri="{FF2B5EF4-FFF2-40B4-BE49-F238E27FC236}">
                <a16:creationId xmlns:a16="http://schemas.microsoft.com/office/drawing/2014/main" id="{33AB676C-24E8-044C-8B5B-55C022944459}"/>
              </a:ext>
            </a:extLst>
          </p:cNvPr>
          <p:cNvSpPr>
            <a:spLocks noGrp="1"/>
          </p:cNvSpPr>
          <p:nvPr>
            <p:ph type="body" sz="quarter" idx="2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135773899"/>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olumn Content">
    <p:spTree>
      <p:nvGrpSpPr>
        <p:cNvPr id="1" name=""/>
        <p:cNvGrpSpPr/>
        <p:nvPr/>
      </p:nvGrpSpPr>
      <p:grpSpPr>
        <a:xfrm>
          <a:off x="0" y="0"/>
          <a:ext cx="0" cy="0"/>
          <a:chOff x="0" y="0"/>
          <a:chExt cx="0" cy="0"/>
        </a:xfrm>
      </p:grpSpPr>
      <p:sp>
        <p:nvSpPr>
          <p:cNvPr id="12" name="Text Placeholder 8">
            <a:extLst>
              <a:ext uri="{FF2B5EF4-FFF2-40B4-BE49-F238E27FC236}">
                <a16:creationId xmlns:a16="http://schemas.microsoft.com/office/drawing/2014/main" id="{D004BC79-4A47-F947-8EF2-485C0AEA7EE3}"/>
              </a:ext>
            </a:extLst>
          </p:cNvPr>
          <p:cNvSpPr>
            <a:spLocks noGrp="1"/>
          </p:cNvSpPr>
          <p:nvPr>
            <p:ph type="body" sz="quarter" idx="13" hasCustomPrompt="1"/>
          </p:nvPr>
        </p:nvSpPr>
        <p:spPr>
          <a:xfrm>
            <a:off x="838201" y="2050795"/>
            <a:ext cx="2775740" cy="329032"/>
          </a:xfrm>
        </p:spPr>
        <p:txBody>
          <a:bodyPr>
            <a:noAutofit/>
          </a:bodyPr>
          <a:lstStyle>
            <a:lvl1pPr marL="0" indent="0" algn="ctr">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sp>
        <p:nvSpPr>
          <p:cNvPr id="4" name="Text Placeholder 3">
            <a:extLst>
              <a:ext uri="{FF2B5EF4-FFF2-40B4-BE49-F238E27FC236}">
                <a16:creationId xmlns:a16="http://schemas.microsoft.com/office/drawing/2014/main" id="{B2BDBB06-23EC-1249-9E7A-B7F4379BBF55}"/>
              </a:ext>
            </a:extLst>
          </p:cNvPr>
          <p:cNvSpPr>
            <a:spLocks noGrp="1"/>
          </p:cNvSpPr>
          <p:nvPr>
            <p:ph type="body" sz="quarter" idx="16" hasCustomPrompt="1"/>
          </p:nvPr>
        </p:nvSpPr>
        <p:spPr>
          <a:xfrm>
            <a:off x="838201" y="2536824"/>
            <a:ext cx="2775740" cy="2877739"/>
          </a:xfrm>
        </p:spPr>
        <p:txBody>
          <a:bodyPr/>
          <a:lstStyle>
            <a:lvl1pPr algn="ct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1" name="Text Placeholder 3">
            <a:extLst>
              <a:ext uri="{FF2B5EF4-FFF2-40B4-BE49-F238E27FC236}">
                <a16:creationId xmlns:a16="http://schemas.microsoft.com/office/drawing/2014/main" id="{EEBD7929-DCAA-9F42-A87C-7B5A76711BF6}"/>
              </a:ext>
            </a:extLst>
          </p:cNvPr>
          <p:cNvSpPr>
            <a:spLocks noGrp="1"/>
          </p:cNvSpPr>
          <p:nvPr>
            <p:ph type="body" sz="quarter" idx="17" hasCustomPrompt="1"/>
          </p:nvPr>
        </p:nvSpPr>
        <p:spPr>
          <a:xfrm>
            <a:off x="4720371" y="2536824"/>
            <a:ext cx="2775740" cy="2877739"/>
          </a:xfrm>
        </p:spPr>
        <p:txBody>
          <a:bodyPr/>
          <a:lstStyle>
            <a:lvl1pPr algn="ct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3" name="Text Placeholder 3">
            <a:extLst>
              <a:ext uri="{FF2B5EF4-FFF2-40B4-BE49-F238E27FC236}">
                <a16:creationId xmlns:a16="http://schemas.microsoft.com/office/drawing/2014/main" id="{1684F489-4B0E-7447-8E87-1F18960C53D0}"/>
              </a:ext>
            </a:extLst>
          </p:cNvPr>
          <p:cNvSpPr>
            <a:spLocks noGrp="1"/>
          </p:cNvSpPr>
          <p:nvPr>
            <p:ph type="body" sz="quarter" idx="18" hasCustomPrompt="1"/>
          </p:nvPr>
        </p:nvSpPr>
        <p:spPr>
          <a:xfrm>
            <a:off x="8608767" y="2536824"/>
            <a:ext cx="2775740" cy="2877739"/>
          </a:xfrm>
        </p:spPr>
        <p:txBody>
          <a:bodyPr/>
          <a:lstStyle>
            <a:lvl1pPr algn="ct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7" name="Text Placeholder 8">
            <a:extLst>
              <a:ext uri="{FF2B5EF4-FFF2-40B4-BE49-F238E27FC236}">
                <a16:creationId xmlns:a16="http://schemas.microsoft.com/office/drawing/2014/main" id="{1BE8467C-F8A0-0B46-954C-0CCA5AE188E5}"/>
              </a:ext>
            </a:extLst>
          </p:cNvPr>
          <p:cNvSpPr>
            <a:spLocks noGrp="1"/>
          </p:cNvSpPr>
          <p:nvPr>
            <p:ph type="body" sz="quarter" idx="19" hasCustomPrompt="1"/>
          </p:nvPr>
        </p:nvSpPr>
        <p:spPr>
          <a:xfrm>
            <a:off x="4708130" y="2050795"/>
            <a:ext cx="2775740" cy="329032"/>
          </a:xfrm>
        </p:spPr>
        <p:txBody>
          <a:bodyPr>
            <a:noAutofit/>
          </a:bodyPr>
          <a:lstStyle>
            <a:lvl1pPr marL="0" indent="0" algn="ctr">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sp>
        <p:nvSpPr>
          <p:cNvPr id="18" name="Text Placeholder 8">
            <a:extLst>
              <a:ext uri="{FF2B5EF4-FFF2-40B4-BE49-F238E27FC236}">
                <a16:creationId xmlns:a16="http://schemas.microsoft.com/office/drawing/2014/main" id="{3DA5635F-177B-8C4B-A3DC-69876D820030}"/>
              </a:ext>
            </a:extLst>
          </p:cNvPr>
          <p:cNvSpPr>
            <a:spLocks noGrp="1"/>
          </p:cNvSpPr>
          <p:nvPr>
            <p:ph type="body" sz="quarter" idx="20" hasCustomPrompt="1"/>
          </p:nvPr>
        </p:nvSpPr>
        <p:spPr>
          <a:xfrm>
            <a:off x="8578059" y="2050795"/>
            <a:ext cx="2775740" cy="329032"/>
          </a:xfrm>
        </p:spPr>
        <p:txBody>
          <a:bodyPr>
            <a:noAutofit/>
          </a:bodyPr>
          <a:lstStyle>
            <a:lvl1pPr marL="0" indent="0" algn="ctr">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cxnSp>
        <p:nvCxnSpPr>
          <p:cNvPr id="19" name="Straight Connector 18">
            <a:extLst>
              <a:ext uri="{FF2B5EF4-FFF2-40B4-BE49-F238E27FC236}">
                <a16:creationId xmlns:a16="http://schemas.microsoft.com/office/drawing/2014/main" id="{67428C66-1F80-4C4D-BCD2-480123DFFAFE}"/>
              </a:ext>
              <a:ext uri="{C183D7F6-B498-43B3-948B-1728B52AA6E4}">
                <adec:decorative xmlns:adec="http://schemas.microsoft.com/office/drawing/2017/decorative" val="1"/>
              </a:ext>
            </a:extLst>
          </p:cNvPr>
          <p:cNvCxnSpPr>
            <a:cxnSpLocks/>
          </p:cNvCxnSpPr>
          <p:nvPr userDrawn="1"/>
        </p:nvCxnSpPr>
        <p:spPr>
          <a:xfrm rot="16200000">
            <a:off x="2811780" y="3974947"/>
            <a:ext cx="268224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C5691CA-25BF-4244-8679-B624DA433733}"/>
              </a:ext>
              <a:ext uri="{C183D7F6-B498-43B3-948B-1728B52AA6E4}">
                <adec:decorative xmlns:adec="http://schemas.microsoft.com/office/drawing/2017/decorative" val="1"/>
              </a:ext>
            </a:extLst>
          </p:cNvPr>
          <p:cNvCxnSpPr>
            <a:cxnSpLocks/>
          </p:cNvCxnSpPr>
          <p:nvPr userDrawn="1"/>
        </p:nvCxnSpPr>
        <p:spPr>
          <a:xfrm rot="16200000">
            <a:off x="6697980" y="3974947"/>
            <a:ext cx="268224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763FDE-A720-A74F-88A3-418704C0C76E}"/>
              </a:ext>
            </a:extLst>
          </p:cNvPr>
          <p:cNvSpPr>
            <a:spLocks noGrp="1"/>
          </p:cNvSpPr>
          <p:nvPr>
            <p:ph type="ftr" sz="quarter" idx="21"/>
          </p:nvPr>
        </p:nvSpPr>
        <p:spPr/>
        <p:txBody>
          <a:bodyPr/>
          <a:lstStyle/>
          <a:p>
            <a:r>
              <a:rPr lang="en-US"/>
              <a:t>TVC PDR</a:t>
            </a:r>
          </a:p>
        </p:txBody>
      </p:sp>
      <p:sp>
        <p:nvSpPr>
          <p:cNvPr id="6" name="Slide Number Placeholder 5">
            <a:extLst>
              <a:ext uri="{FF2B5EF4-FFF2-40B4-BE49-F238E27FC236}">
                <a16:creationId xmlns:a16="http://schemas.microsoft.com/office/drawing/2014/main" id="{6018CB42-5BE5-6847-AFF9-834D3CA91620}"/>
              </a:ext>
            </a:extLst>
          </p:cNvPr>
          <p:cNvSpPr>
            <a:spLocks noGrp="1"/>
          </p:cNvSpPr>
          <p:nvPr>
            <p:ph type="sldNum" sz="quarter" idx="22"/>
          </p:nvPr>
        </p:nvSpPr>
        <p:spPr/>
        <p:txBody>
          <a:bodyPr/>
          <a:lstStyle/>
          <a:p>
            <a:r>
              <a:rPr lang="en-US"/>
              <a:t>/   </a:t>
            </a:r>
            <a:fld id="{6C7E6F33-74EE-5541-8108-8353B402F8C1}" type="slidenum">
              <a:rPr lang="en-US" smtClean="0"/>
              <a:pPr/>
              <a:t>‹#›</a:t>
            </a:fld>
            <a:endParaRPr lang="en-US"/>
          </a:p>
        </p:txBody>
      </p:sp>
      <p:sp>
        <p:nvSpPr>
          <p:cNvPr id="2" name="Title 1">
            <a:extLst>
              <a:ext uri="{FF2B5EF4-FFF2-40B4-BE49-F238E27FC236}">
                <a16:creationId xmlns:a16="http://schemas.microsoft.com/office/drawing/2014/main" id="{6B77353C-CFFF-511E-7354-4D6270ED083B}"/>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3" name="Text Placeholder 6">
            <a:extLst>
              <a:ext uri="{FF2B5EF4-FFF2-40B4-BE49-F238E27FC236}">
                <a16:creationId xmlns:a16="http://schemas.microsoft.com/office/drawing/2014/main" id="{F9264D32-4627-AEB4-A26E-5E5631D79079}"/>
              </a:ext>
            </a:extLst>
          </p:cNvPr>
          <p:cNvSpPr>
            <a:spLocks noGrp="1"/>
          </p:cNvSpPr>
          <p:nvPr>
            <p:ph type="body" sz="quarter" idx="2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2802205634"/>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Gallery, 6 or Custom">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AA42E8-9C39-454E-ADD6-58C0005063C5}"/>
              </a:ext>
              <a:ext uri="{C183D7F6-B498-43B3-948B-1728B52AA6E4}">
                <adec:decorative xmlns:adec="http://schemas.microsoft.com/office/drawing/2017/decorative" val="1"/>
              </a:ext>
            </a:extLst>
          </p:cNvPr>
          <p:cNvSpPr/>
          <p:nvPr userDrawn="1"/>
        </p:nvSpPr>
        <p:spPr>
          <a:xfrm flipH="1">
            <a:off x="3977532" y="823482"/>
            <a:ext cx="7946523" cy="5134246"/>
          </a:xfrm>
          <a:prstGeom prst="rect">
            <a:avLst/>
          </a:pr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08" eaLnBrk="1" fontAlgn="auto" hangingPunct="1">
              <a:spcBef>
                <a:spcPts val="0"/>
              </a:spcBef>
              <a:spcAft>
                <a:spcPts val="0"/>
              </a:spcAft>
              <a:defRPr/>
            </a:pPr>
            <a:endParaRPr lang="en-US" sz="1801">
              <a:latin typeface="Muli Regular" charset="0"/>
            </a:endParaRPr>
          </a:p>
        </p:txBody>
      </p:sp>
      <p:sp>
        <p:nvSpPr>
          <p:cNvPr id="9" name="Picture Placeholder 6">
            <a:extLst>
              <a:ext uri="{FF2B5EF4-FFF2-40B4-BE49-F238E27FC236}">
                <a16:creationId xmlns:a16="http://schemas.microsoft.com/office/drawing/2014/main" id="{9DB7D153-61A8-B34E-A15C-9B46F446BCA3}"/>
              </a:ext>
            </a:extLst>
          </p:cNvPr>
          <p:cNvSpPr>
            <a:spLocks noGrp="1" noChangeAspect="1"/>
          </p:cNvSpPr>
          <p:nvPr>
            <p:ph type="pic" sz="quarter" idx="19"/>
          </p:nvPr>
        </p:nvSpPr>
        <p:spPr>
          <a:xfrm>
            <a:off x="4294824" y="3448048"/>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0" name="Picture Placeholder 6">
            <a:extLst>
              <a:ext uri="{FF2B5EF4-FFF2-40B4-BE49-F238E27FC236}">
                <a16:creationId xmlns:a16="http://schemas.microsoft.com/office/drawing/2014/main" id="{7D336015-19B8-2247-9DF3-762298B05F56}"/>
              </a:ext>
            </a:extLst>
          </p:cNvPr>
          <p:cNvSpPr>
            <a:spLocks noGrp="1" noChangeAspect="1"/>
          </p:cNvSpPr>
          <p:nvPr>
            <p:ph type="pic" sz="quarter" idx="16"/>
          </p:nvPr>
        </p:nvSpPr>
        <p:spPr>
          <a:xfrm>
            <a:off x="4294825" y="1441992"/>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1" name="Picture Placeholder 6">
            <a:extLst>
              <a:ext uri="{FF2B5EF4-FFF2-40B4-BE49-F238E27FC236}">
                <a16:creationId xmlns:a16="http://schemas.microsoft.com/office/drawing/2014/main" id="{0DE58043-A190-A54E-A57D-DB8D7710CA6E}"/>
              </a:ext>
            </a:extLst>
          </p:cNvPr>
          <p:cNvSpPr>
            <a:spLocks noGrp="1" noChangeAspect="1"/>
          </p:cNvSpPr>
          <p:nvPr>
            <p:ph type="pic" sz="quarter" idx="17"/>
          </p:nvPr>
        </p:nvSpPr>
        <p:spPr>
          <a:xfrm>
            <a:off x="6836048" y="1444666"/>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2" name="Picture Placeholder 6">
            <a:extLst>
              <a:ext uri="{FF2B5EF4-FFF2-40B4-BE49-F238E27FC236}">
                <a16:creationId xmlns:a16="http://schemas.microsoft.com/office/drawing/2014/main" id="{21A2D792-C3A8-B94C-8D1A-FF993AF9B647}"/>
              </a:ext>
            </a:extLst>
          </p:cNvPr>
          <p:cNvSpPr>
            <a:spLocks noGrp="1" noChangeAspect="1"/>
          </p:cNvSpPr>
          <p:nvPr>
            <p:ph type="pic" sz="quarter" idx="18"/>
          </p:nvPr>
        </p:nvSpPr>
        <p:spPr>
          <a:xfrm>
            <a:off x="9377270" y="1441992"/>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3" name="Picture Placeholder 6">
            <a:extLst>
              <a:ext uri="{FF2B5EF4-FFF2-40B4-BE49-F238E27FC236}">
                <a16:creationId xmlns:a16="http://schemas.microsoft.com/office/drawing/2014/main" id="{16F74465-B7AF-DC42-B0E0-DAEE3F794FD1}"/>
              </a:ext>
            </a:extLst>
          </p:cNvPr>
          <p:cNvSpPr>
            <a:spLocks noGrp="1" noChangeAspect="1"/>
          </p:cNvSpPr>
          <p:nvPr>
            <p:ph type="pic" sz="quarter" idx="20"/>
          </p:nvPr>
        </p:nvSpPr>
        <p:spPr>
          <a:xfrm>
            <a:off x="6836046" y="3448050"/>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4" name="Picture Placeholder 6">
            <a:extLst>
              <a:ext uri="{FF2B5EF4-FFF2-40B4-BE49-F238E27FC236}">
                <a16:creationId xmlns:a16="http://schemas.microsoft.com/office/drawing/2014/main" id="{09C94A2A-6979-4D49-945C-5C430721B087}"/>
              </a:ext>
            </a:extLst>
          </p:cNvPr>
          <p:cNvSpPr>
            <a:spLocks noGrp="1" noChangeAspect="1"/>
          </p:cNvSpPr>
          <p:nvPr>
            <p:ph type="pic" sz="quarter" idx="21"/>
          </p:nvPr>
        </p:nvSpPr>
        <p:spPr>
          <a:xfrm>
            <a:off x="9377269" y="3448049"/>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4" name="Footer Placeholder 3">
            <a:extLst>
              <a:ext uri="{FF2B5EF4-FFF2-40B4-BE49-F238E27FC236}">
                <a16:creationId xmlns:a16="http://schemas.microsoft.com/office/drawing/2014/main" id="{BD16ABDF-2326-9E45-8E5D-9E5FC6E22C90}"/>
              </a:ext>
            </a:extLst>
          </p:cNvPr>
          <p:cNvSpPr>
            <a:spLocks noGrp="1"/>
          </p:cNvSpPr>
          <p:nvPr>
            <p:ph type="ftr" sz="quarter" idx="22"/>
          </p:nvPr>
        </p:nvSpPr>
        <p:spPr/>
        <p:txBody>
          <a:bodyPr/>
          <a:lstStyle/>
          <a:p>
            <a:r>
              <a:rPr lang="en-US"/>
              <a:t>TVC PDR</a:t>
            </a:r>
          </a:p>
        </p:txBody>
      </p:sp>
      <p:sp>
        <p:nvSpPr>
          <p:cNvPr id="5" name="Slide Number Placeholder 4">
            <a:extLst>
              <a:ext uri="{FF2B5EF4-FFF2-40B4-BE49-F238E27FC236}">
                <a16:creationId xmlns:a16="http://schemas.microsoft.com/office/drawing/2014/main" id="{7C81559F-D07E-9448-A48A-3FAC38248852}"/>
              </a:ext>
            </a:extLst>
          </p:cNvPr>
          <p:cNvSpPr>
            <a:spLocks noGrp="1"/>
          </p:cNvSpPr>
          <p:nvPr>
            <p:ph type="sldNum" sz="quarter" idx="23"/>
          </p:nvPr>
        </p:nvSpPr>
        <p:spPr/>
        <p:txBody>
          <a:bodyPr/>
          <a:lstStyle/>
          <a:p>
            <a:r>
              <a:rPr lang="en-US"/>
              <a:t>/   </a:t>
            </a:r>
            <a:fld id="{6C7E6F33-74EE-5541-8108-8353B402F8C1}" type="slidenum">
              <a:rPr lang="en-US" smtClean="0"/>
              <a:pPr/>
              <a:t>‹#›</a:t>
            </a:fld>
            <a:endParaRPr lang="en-US"/>
          </a:p>
        </p:txBody>
      </p:sp>
      <p:sp>
        <p:nvSpPr>
          <p:cNvPr id="2" name="Title Placeholder 1">
            <a:extLst>
              <a:ext uri="{FF2B5EF4-FFF2-40B4-BE49-F238E27FC236}">
                <a16:creationId xmlns:a16="http://schemas.microsoft.com/office/drawing/2014/main" id="{7C63A3F1-3298-8C4D-984E-C388DD7476D4}"/>
              </a:ext>
            </a:extLst>
          </p:cNvPr>
          <p:cNvSpPr>
            <a:spLocks noGrp="1"/>
          </p:cNvSpPr>
          <p:nvPr>
            <p:ph type="title" hasCustomPrompt="1"/>
          </p:nvPr>
        </p:nvSpPr>
        <p:spPr>
          <a:xfrm>
            <a:off x="402398" y="639864"/>
            <a:ext cx="3108207" cy="779362"/>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chor="t">
            <a:noAutofit/>
          </a:bodyPr>
          <a:lstStyle>
            <a:lvl1pPr algn="l">
              <a:defRPr/>
            </a:lvl1pPr>
          </a:lstStyle>
          <a:p>
            <a:r>
              <a:rPr lang="en-US"/>
              <a:t>Page Title</a:t>
            </a:r>
          </a:p>
        </p:txBody>
      </p:sp>
      <p:sp>
        <p:nvSpPr>
          <p:cNvPr id="6" name="Text Placeholder 6">
            <a:extLst>
              <a:ext uri="{FF2B5EF4-FFF2-40B4-BE49-F238E27FC236}">
                <a16:creationId xmlns:a16="http://schemas.microsoft.com/office/drawing/2014/main" id="{240F6009-FD34-5694-97BE-792BA362FA48}"/>
              </a:ext>
            </a:extLst>
          </p:cNvPr>
          <p:cNvSpPr>
            <a:spLocks noGrp="1"/>
          </p:cNvSpPr>
          <p:nvPr>
            <p:ph type="body" sz="quarter" idx="24" hasCustomPrompt="1"/>
          </p:nvPr>
        </p:nvSpPr>
        <p:spPr>
          <a:xfrm>
            <a:off x="402397" y="1419226"/>
            <a:ext cx="3108207" cy="1010209"/>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
        <p:nvSpPr>
          <p:cNvPr id="16" name="Text Placeholder 18">
            <a:extLst>
              <a:ext uri="{FF2B5EF4-FFF2-40B4-BE49-F238E27FC236}">
                <a16:creationId xmlns:a16="http://schemas.microsoft.com/office/drawing/2014/main" id="{9B350A66-F079-A443-A6E6-F4E8B55CB8BA}"/>
              </a:ext>
            </a:extLst>
          </p:cNvPr>
          <p:cNvSpPr>
            <a:spLocks noGrp="1"/>
          </p:cNvSpPr>
          <p:nvPr>
            <p:ph type="body" sz="quarter" idx="15" hasCustomPrompt="1"/>
          </p:nvPr>
        </p:nvSpPr>
        <p:spPr>
          <a:xfrm>
            <a:off x="402398" y="2429435"/>
            <a:ext cx="3108207" cy="3528293"/>
          </a:xfrm>
          <a:solidFill>
            <a:schemeClr val="bg1"/>
          </a:solidFill>
          <a:effectLst>
            <a:outerShdw blurRad="50800" dist="38100" dir="2700000" algn="tl" rotWithShape="0">
              <a:prstClr val="black">
                <a:alpha val="40000"/>
              </a:prstClr>
            </a:outerShdw>
          </a:effectLst>
        </p:spPr>
        <p:txBody>
          <a:bodyPr>
            <a:normAutofit/>
          </a:bodyPr>
          <a:lstStyle>
            <a:lvl1pPr marL="380990" indent="-259074" algn="l">
              <a:lnSpc>
                <a:spcPct val="100000"/>
              </a:lnSpc>
              <a:spcAft>
                <a:spcPts val="400"/>
              </a:spcAft>
              <a:buFont typeface="Arial" panose="020B0604020202020204" pitchFamily="34" charset="0"/>
              <a:buChar char="•"/>
              <a:defRPr sz="1733"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p>
          <a:p>
            <a:pPr lvl="0"/>
            <a:r>
              <a:rPr lang="en-US" err="1"/>
              <a:t>Sollicitudin</a:t>
            </a:r>
            <a:r>
              <a:rPr lang="en-US"/>
              <a:t> </a:t>
            </a:r>
            <a:r>
              <a:rPr lang="en-US" err="1"/>
              <a:t>tempor</a:t>
            </a:r>
            <a:r>
              <a:rPr lang="en-US"/>
              <a:t> id </a:t>
            </a:r>
            <a:br>
              <a:rPr lang="en-US"/>
            </a:br>
            <a:r>
              <a:rPr lang="en-US" err="1"/>
              <a:t>eu</a:t>
            </a:r>
            <a:r>
              <a:rPr lang="en-US"/>
              <a:t> </a:t>
            </a:r>
            <a:r>
              <a:rPr lang="en-US" err="1"/>
              <a:t>nisl</a:t>
            </a:r>
            <a:r>
              <a:rPr lang="en-US"/>
              <a:t> </a:t>
            </a:r>
            <a:r>
              <a:rPr lang="en-US" err="1"/>
              <a:t>nunc</a:t>
            </a:r>
            <a:r>
              <a:rPr lang="en-US"/>
              <a:t> mi ipsum </a:t>
            </a:r>
            <a:r>
              <a:rPr lang="en-US" err="1"/>
              <a:t>faucibus</a:t>
            </a:r>
            <a:r>
              <a:rPr lang="en-US"/>
              <a:t>.</a:t>
            </a:r>
          </a:p>
        </p:txBody>
      </p:sp>
    </p:spTree>
    <p:extLst>
      <p:ext uri="{BB962C8B-B14F-4D97-AF65-F5344CB8AC3E}">
        <p14:creationId xmlns:p14="http://schemas.microsoft.com/office/powerpoint/2010/main" val="3239492143"/>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AA42E8-9C39-454E-ADD6-58C0005063C5}"/>
              </a:ext>
              <a:ext uri="{C183D7F6-B498-43B3-948B-1728B52AA6E4}">
                <adec:decorative xmlns:adec="http://schemas.microsoft.com/office/drawing/2017/decorative" val="1"/>
              </a:ext>
            </a:extLst>
          </p:cNvPr>
          <p:cNvSpPr/>
          <p:nvPr userDrawn="1"/>
        </p:nvSpPr>
        <p:spPr>
          <a:xfrm flipH="1">
            <a:off x="3977532" y="823482"/>
            <a:ext cx="7946523" cy="5134246"/>
          </a:xfrm>
          <a:prstGeom prst="rect">
            <a:avLst/>
          </a:pr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08" eaLnBrk="1" fontAlgn="auto" hangingPunct="1">
              <a:spcBef>
                <a:spcPts val="0"/>
              </a:spcBef>
              <a:spcAft>
                <a:spcPts val="0"/>
              </a:spcAft>
              <a:defRPr/>
            </a:pPr>
            <a:endParaRPr lang="en-US" sz="1801">
              <a:latin typeface="Muli Regular" charset="0"/>
            </a:endParaRPr>
          </a:p>
        </p:txBody>
      </p:sp>
      <p:sp>
        <p:nvSpPr>
          <p:cNvPr id="10" name="Picture Placeholder 6">
            <a:extLst>
              <a:ext uri="{FF2B5EF4-FFF2-40B4-BE49-F238E27FC236}">
                <a16:creationId xmlns:a16="http://schemas.microsoft.com/office/drawing/2014/main" id="{7D336015-19B8-2247-9DF3-762298B05F56}"/>
              </a:ext>
            </a:extLst>
          </p:cNvPr>
          <p:cNvSpPr>
            <a:spLocks noGrp="1" noChangeAspect="1"/>
          </p:cNvSpPr>
          <p:nvPr>
            <p:ph type="pic" sz="quarter" idx="16"/>
          </p:nvPr>
        </p:nvSpPr>
        <p:spPr>
          <a:xfrm>
            <a:off x="4294872" y="1352255"/>
            <a:ext cx="7311842" cy="4076700"/>
          </a:xfrm>
          <a:solidFill>
            <a:schemeClr val="bg1">
              <a:lumMod val="85000"/>
            </a:schemeClr>
          </a:solidFill>
          <a:ln>
            <a:noFill/>
          </a:ln>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4" name="Footer Placeholder 3">
            <a:extLst>
              <a:ext uri="{FF2B5EF4-FFF2-40B4-BE49-F238E27FC236}">
                <a16:creationId xmlns:a16="http://schemas.microsoft.com/office/drawing/2014/main" id="{BD16ABDF-2326-9E45-8E5D-9E5FC6E22C90}"/>
              </a:ext>
            </a:extLst>
          </p:cNvPr>
          <p:cNvSpPr>
            <a:spLocks noGrp="1"/>
          </p:cNvSpPr>
          <p:nvPr>
            <p:ph type="ftr" sz="quarter" idx="22"/>
          </p:nvPr>
        </p:nvSpPr>
        <p:spPr/>
        <p:txBody>
          <a:bodyPr/>
          <a:lstStyle/>
          <a:p>
            <a:r>
              <a:rPr lang="en-US"/>
              <a:t>TVC PDR</a:t>
            </a:r>
          </a:p>
        </p:txBody>
      </p:sp>
      <p:sp>
        <p:nvSpPr>
          <p:cNvPr id="5" name="Slide Number Placeholder 4">
            <a:extLst>
              <a:ext uri="{FF2B5EF4-FFF2-40B4-BE49-F238E27FC236}">
                <a16:creationId xmlns:a16="http://schemas.microsoft.com/office/drawing/2014/main" id="{7C81559F-D07E-9448-A48A-3FAC38248852}"/>
              </a:ext>
            </a:extLst>
          </p:cNvPr>
          <p:cNvSpPr>
            <a:spLocks noGrp="1"/>
          </p:cNvSpPr>
          <p:nvPr>
            <p:ph type="sldNum" sz="quarter" idx="23"/>
          </p:nvPr>
        </p:nvSpPr>
        <p:spPr/>
        <p:txBody>
          <a:bodyPr/>
          <a:lstStyle/>
          <a:p>
            <a:r>
              <a:rPr lang="en-US"/>
              <a:t>/   </a:t>
            </a:r>
            <a:fld id="{6C7E6F33-74EE-5541-8108-8353B402F8C1}" type="slidenum">
              <a:rPr lang="en-US" smtClean="0"/>
              <a:pPr/>
              <a:t>‹#›</a:t>
            </a:fld>
            <a:endParaRPr lang="en-US"/>
          </a:p>
        </p:txBody>
      </p:sp>
      <p:sp>
        <p:nvSpPr>
          <p:cNvPr id="8" name="Title Placeholder 1">
            <a:extLst>
              <a:ext uri="{FF2B5EF4-FFF2-40B4-BE49-F238E27FC236}">
                <a16:creationId xmlns:a16="http://schemas.microsoft.com/office/drawing/2014/main" id="{188C06E2-59A6-4FE8-C5A7-6180FBDDFC23}"/>
              </a:ext>
            </a:extLst>
          </p:cNvPr>
          <p:cNvSpPr>
            <a:spLocks noGrp="1"/>
          </p:cNvSpPr>
          <p:nvPr>
            <p:ph type="title" hasCustomPrompt="1"/>
          </p:nvPr>
        </p:nvSpPr>
        <p:spPr>
          <a:xfrm>
            <a:off x="402398" y="639864"/>
            <a:ext cx="3108207" cy="779362"/>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chor="t">
            <a:noAutofit/>
          </a:bodyPr>
          <a:lstStyle>
            <a:lvl1pPr algn="l">
              <a:defRPr/>
            </a:lvl1pPr>
          </a:lstStyle>
          <a:p>
            <a:r>
              <a:rPr lang="en-US"/>
              <a:t>Page Title</a:t>
            </a:r>
          </a:p>
        </p:txBody>
      </p:sp>
      <p:sp>
        <p:nvSpPr>
          <p:cNvPr id="9" name="Text Placeholder 6">
            <a:extLst>
              <a:ext uri="{FF2B5EF4-FFF2-40B4-BE49-F238E27FC236}">
                <a16:creationId xmlns:a16="http://schemas.microsoft.com/office/drawing/2014/main" id="{B7FCDA71-99A0-621A-1565-FFB026DDF512}"/>
              </a:ext>
            </a:extLst>
          </p:cNvPr>
          <p:cNvSpPr>
            <a:spLocks noGrp="1"/>
          </p:cNvSpPr>
          <p:nvPr>
            <p:ph type="body" sz="quarter" idx="19" hasCustomPrompt="1"/>
          </p:nvPr>
        </p:nvSpPr>
        <p:spPr>
          <a:xfrm>
            <a:off x="402397" y="1419226"/>
            <a:ext cx="3108207" cy="1010209"/>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
        <p:nvSpPr>
          <p:cNvPr id="16" name="Text Placeholder 18">
            <a:extLst>
              <a:ext uri="{FF2B5EF4-FFF2-40B4-BE49-F238E27FC236}">
                <a16:creationId xmlns:a16="http://schemas.microsoft.com/office/drawing/2014/main" id="{9B350A66-F079-A443-A6E6-F4E8B55CB8BA}"/>
              </a:ext>
            </a:extLst>
          </p:cNvPr>
          <p:cNvSpPr>
            <a:spLocks noGrp="1"/>
          </p:cNvSpPr>
          <p:nvPr>
            <p:ph type="body" sz="quarter" idx="15" hasCustomPrompt="1"/>
          </p:nvPr>
        </p:nvSpPr>
        <p:spPr>
          <a:xfrm>
            <a:off x="402398" y="2429435"/>
            <a:ext cx="3108207" cy="3528293"/>
          </a:xfrm>
          <a:solidFill>
            <a:schemeClr val="bg1"/>
          </a:solidFill>
          <a:effectLst>
            <a:outerShdw blurRad="50800" dist="38100" dir="2700000" algn="tl" rotWithShape="0">
              <a:prstClr val="black">
                <a:alpha val="40000"/>
              </a:prstClr>
            </a:outerShdw>
          </a:effectLst>
        </p:spPr>
        <p:txBody>
          <a:bodyPr>
            <a:normAutofit/>
          </a:bodyPr>
          <a:lstStyle>
            <a:lvl1pPr marL="380990" indent="-259074" algn="l">
              <a:lnSpc>
                <a:spcPct val="100000"/>
              </a:lnSpc>
              <a:spcAft>
                <a:spcPts val="400"/>
              </a:spcAft>
              <a:buFont typeface="Arial" panose="020B0604020202020204" pitchFamily="34" charset="0"/>
              <a:buChar char="•"/>
              <a:defRPr sz="1733"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p>
          <a:p>
            <a:pPr lvl="0"/>
            <a:r>
              <a:rPr lang="en-US" err="1"/>
              <a:t>Sollicitudin</a:t>
            </a:r>
            <a:r>
              <a:rPr lang="en-US"/>
              <a:t> </a:t>
            </a:r>
            <a:r>
              <a:rPr lang="en-US" err="1"/>
              <a:t>tempor</a:t>
            </a:r>
            <a:r>
              <a:rPr lang="en-US"/>
              <a:t> id </a:t>
            </a:r>
            <a:br>
              <a:rPr lang="en-US"/>
            </a:br>
            <a:r>
              <a:rPr lang="en-US" err="1"/>
              <a:t>eu</a:t>
            </a:r>
            <a:r>
              <a:rPr lang="en-US"/>
              <a:t> </a:t>
            </a:r>
            <a:r>
              <a:rPr lang="en-US" err="1"/>
              <a:t>nisl</a:t>
            </a:r>
            <a:r>
              <a:rPr lang="en-US"/>
              <a:t> </a:t>
            </a:r>
            <a:r>
              <a:rPr lang="en-US" err="1"/>
              <a:t>nunc</a:t>
            </a:r>
            <a:r>
              <a:rPr lang="en-US"/>
              <a:t> mi ipsum </a:t>
            </a:r>
            <a:r>
              <a:rPr lang="en-US" err="1"/>
              <a:t>faucibus</a:t>
            </a:r>
            <a:r>
              <a:rPr lang="en-US"/>
              <a:t>.</a:t>
            </a:r>
          </a:p>
        </p:txBody>
      </p:sp>
    </p:spTree>
    <p:extLst>
      <p:ext uri="{BB962C8B-B14F-4D97-AF65-F5344CB8AC3E}">
        <p14:creationId xmlns:p14="http://schemas.microsoft.com/office/powerpoint/2010/main" val="680396927"/>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Gallery, 4">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C74FF91-56F8-4041-8084-DCA6FE3768A6}"/>
              </a:ext>
            </a:extLst>
          </p:cNvPr>
          <p:cNvSpPr>
            <a:spLocks noGrp="1"/>
          </p:cNvSpPr>
          <p:nvPr>
            <p:ph type="pic" sz="quarter" idx="10"/>
          </p:nvPr>
        </p:nvSpPr>
        <p:spPr>
          <a:xfrm>
            <a:off x="827040" y="2272822"/>
            <a:ext cx="2499360" cy="2495551"/>
          </a:xfrm>
          <a:solidFill>
            <a:schemeClr val="bg1">
              <a:lumMod val="85000"/>
            </a:schemeClr>
          </a:solidFill>
          <a:effectLst>
            <a:outerShdw blurRad="50800" dist="38100" dir="2700000" algn="tl" rotWithShape="0">
              <a:prstClr val="black">
                <a:alpha val="40000"/>
              </a:prstClr>
            </a:outerShdw>
          </a:effectLst>
        </p:spPr>
        <p:txBody>
          <a:bodyPr/>
          <a:lstStyle>
            <a:lvl1pPr marL="0" indent="0" algn="ctr">
              <a:buNone/>
              <a:defRPr/>
            </a:lvl1pPr>
          </a:lstStyle>
          <a:p>
            <a:endParaRPr lang="en-US"/>
          </a:p>
        </p:txBody>
      </p:sp>
      <p:sp>
        <p:nvSpPr>
          <p:cNvPr id="10" name="Picture Placeholder 8">
            <a:extLst>
              <a:ext uri="{FF2B5EF4-FFF2-40B4-BE49-F238E27FC236}">
                <a16:creationId xmlns:a16="http://schemas.microsoft.com/office/drawing/2014/main" id="{9890E7C6-6DB0-2747-A517-8DEE6CDE9DAF}"/>
              </a:ext>
            </a:extLst>
          </p:cNvPr>
          <p:cNvSpPr>
            <a:spLocks noGrp="1"/>
          </p:cNvSpPr>
          <p:nvPr>
            <p:ph type="pic" sz="quarter" idx="11"/>
          </p:nvPr>
        </p:nvSpPr>
        <p:spPr>
          <a:xfrm>
            <a:off x="3501573" y="2272822"/>
            <a:ext cx="2495551" cy="2495551"/>
          </a:xfrm>
          <a:solidFill>
            <a:schemeClr val="bg1">
              <a:lumMod val="85000"/>
            </a:schemeClr>
          </a:solidFill>
          <a:effectLst>
            <a:outerShdw blurRad="50800" dist="38100" dir="2700000" algn="tl" rotWithShape="0">
              <a:prstClr val="black">
                <a:alpha val="40000"/>
              </a:prstClr>
            </a:outerShdw>
          </a:effectLst>
        </p:spPr>
        <p:txBody>
          <a:bodyPr/>
          <a:lstStyle>
            <a:lvl1pPr marL="0" indent="0" algn="ctr">
              <a:buNone/>
              <a:defRPr/>
            </a:lvl1pPr>
          </a:lstStyle>
          <a:p>
            <a:endParaRPr lang="en-US"/>
          </a:p>
        </p:txBody>
      </p:sp>
      <p:sp>
        <p:nvSpPr>
          <p:cNvPr id="11" name="Picture Placeholder 8">
            <a:extLst>
              <a:ext uri="{FF2B5EF4-FFF2-40B4-BE49-F238E27FC236}">
                <a16:creationId xmlns:a16="http://schemas.microsoft.com/office/drawing/2014/main" id="{770EB97E-35CF-6846-8293-859346561647}"/>
              </a:ext>
            </a:extLst>
          </p:cNvPr>
          <p:cNvSpPr>
            <a:spLocks noGrp="1"/>
          </p:cNvSpPr>
          <p:nvPr>
            <p:ph type="pic" sz="quarter" idx="12"/>
          </p:nvPr>
        </p:nvSpPr>
        <p:spPr>
          <a:xfrm>
            <a:off x="6183721" y="2272822"/>
            <a:ext cx="2495551" cy="2495551"/>
          </a:xfrm>
          <a:solidFill>
            <a:schemeClr val="bg1">
              <a:lumMod val="85000"/>
            </a:schemeClr>
          </a:solidFill>
          <a:effectLst>
            <a:outerShdw blurRad="50800" dist="38100" dir="2700000" algn="tl" rotWithShape="0">
              <a:prstClr val="black">
                <a:alpha val="40000"/>
              </a:prstClr>
            </a:outerShdw>
          </a:effectLst>
        </p:spPr>
        <p:txBody>
          <a:bodyPr/>
          <a:lstStyle>
            <a:lvl1pPr marL="0" indent="0" algn="ctr">
              <a:buNone/>
              <a:defRPr/>
            </a:lvl1pPr>
          </a:lstStyle>
          <a:p>
            <a:endParaRPr lang="en-US"/>
          </a:p>
        </p:txBody>
      </p:sp>
      <p:sp>
        <p:nvSpPr>
          <p:cNvPr id="12" name="Picture Placeholder 8">
            <a:extLst>
              <a:ext uri="{FF2B5EF4-FFF2-40B4-BE49-F238E27FC236}">
                <a16:creationId xmlns:a16="http://schemas.microsoft.com/office/drawing/2014/main" id="{B67E2AC7-593C-1A48-9B8F-BCBC2F014AE8}"/>
              </a:ext>
            </a:extLst>
          </p:cNvPr>
          <p:cNvSpPr>
            <a:spLocks noGrp="1"/>
          </p:cNvSpPr>
          <p:nvPr>
            <p:ph type="pic" sz="quarter" idx="13"/>
          </p:nvPr>
        </p:nvSpPr>
        <p:spPr>
          <a:xfrm>
            <a:off x="8856346" y="2272821"/>
            <a:ext cx="2495551" cy="2495551"/>
          </a:xfrm>
          <a:solidFill>
            <a:schemeClr val="bg1">
              <a:lumMod val="85000"/>
            </a:schemeClr>
          </a:solidFill>
          <a:effectLst>
            <a:outerShdw blurRad="50800" dist="38100" dir="2700000" algn="tl" rotWithShape="0">
              <a:prstClr val="black">
                <a:alpha val="40000"/>
              </a:prstClr>
            </a:outerShdw>
          </a:effectLst>
        </p:spPr>
        <p:txBody>
          <a:bodyPr/>
          <a:lstStyle>
            <a:lvl1pPr marL="0" indent="0" algn="ctr">
              <a:buNone/>
              <a:defRPr/>
            </a:lvl1pPr>
          </a:lstStyle>
          <a:p>
            <a:endParaRPr lang="en-US"/>
          </a:p>
        </p:txBody>
      </p:sp>
      <p:sp>
        <p:nvSpPr>
          <p:cNvPr id="3" name="Title 1">
            <a:extLst>
              <a:ext uri="{FF2B5EF4-FFF2-40B4-BE49-F238E27FC236}">
                <a16:creationId xmlns:a16="http://schemas.microsoft.com/office/drawing/2014/main" id="{F18BDDAE-2A68-FBA5-7B53-C1B0ACA5EBCE}"/>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37C61FBC-F81F-DB41-B3CB-92857737A91D}"/>
              </a:ext>
            </a:extLst>
          </p:cNvPr>
          <p:cNvSpPr>
            <a:spLocks noGrp="1"/>
          </p:cNvSpPr>
          <p:nvPr>
            <p:ph type="body" sz="quarter" idx="2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2095081866"/>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9" name="Google Shape;19;p3"/>
          <p:cNvSpPr txBox="1">
            <a:spLocks noGrp="1"/>
          </p:cNvSpPr>
          <p:nvPr>
            <p:ph type="sldNum" idx="12"/>
          </p:nvPr>
        </p:nvSpPr>
        <p:spPr>
          <a:xfrm>
            <a:off x="11354939" y="6323867"/>
            <a:ext cx="365600" cy="524800"/>
          </a:xfrm>
          <a:prstGeom prst="rect">
            <a:avLst/>
          </a:prstGeom>
          <a:noFill/>
          <a:ln>
            <a:noFill/>
          </a:ln>
        </p:spPr>
        <p:txBody>
          <a:bodyPr spcFirstLastPara="1" wrap="square" lIns="91425" tIns="91425" rIns="91425" bIns="91425" anchor="ctr" anchorCtr="0">
            <a:normAutofit/>
          </a:bodyPr>
          <a:lstStyle>
            <a:lvl1pPr marL="0" lvl="0" indent="0" algn="r">
              <a:lnSpc>
                <a:spcPct val="100000"/>
              </a:lnSpc>
              <a:spcBef>
                <a:spcPts val="0"/>
              </a:spcBef>
              <a:spcAft>
                <a:spcPts val="0"/>
              </a:spcAft>
              <a:buSzPts val="1000"/>
              <a:buNone/>
              <a:defRPr/>
            </a:lvl1pPr>
            <a:lvl2pPr marL="0" lvl="1" indent="0" algn="r">
              <a:lnSpc>
                <a:spcPct val="100000"/>
              </a:lnSpc>
              <a:spcBef>
                <a:spcPts val="0"/>
              </a:spcBef>
              <a:spcAft>
                <a:spcPts val="0"/>
              </a:spcAft>
              <a:buSzPts val="1000"/>
              <a:buNone/>
              <a:defRPr/>
            </a:lvl2pPr>
            <a:lvl3pPr marL="0" lvl="2" indent="0" algn="r">
              <a:lnSpc>
                <a:spcPct val="100000"/>
              </a:lnSpc>
              <a:spcBef>
                <a:spcPts val="0"/>
              </a:spcBef>
              <a:spcAft>
                <a:spcPts val="0"/>
              </a:spcAft>
              <a:buSzPts val="1000"/>
              <a:buNone/>
              <a:defRPr/>
            </a:lvl3pPr>
            <a:lvl4pPr marL="0" lvl="3" indent="0" algn="r">
              <a:lnSpc>
                <a:spcPct val="100000"/>
              </a:lnSpc>
              <a:spcBef>
                <a:spcPts val="0"/>
              </a:spcBef>
              <a:spcAft>
                <a:spcPts val="0"/>
              </a:spcAft>
              <a:buSzPts val="1000"/>
              <a:buNone/>
              <a:defRPr/>
            </a:lvl4pPr>
            <a:lvl5pPr marL="0" lvl="4" indent="0" algn="r">
              <a:lnSpc>
                <a:spcPct val="100000"/>
              </a:lnSpc>
              <a:spcBef>
                <a:spcPts val="0"/>
              </a:spcBef>
              <a:spcAft>
                <a:spcPts val="0"/>
              </a:spcAft>
              <a:buSzPts val="1000"/>
              <a:buNone/>
              <a:defRPr/>
            </a:lvl5pPr>
            <a:lvl6pPr marL="0" lvl="5" indent="0" algn="r">
              <a:lnSpc>
                <a:spcPct val="100000"/>
              </a:lnSpc>
              <a:spcBef>
                <a:spcPts val="0"/>
              </a:spcBef>
              <a:spcAft>
                <a:spcPts val="0"/>
              </a:spcAft>
              <a:buSzPts val="1000"/>
              <a:buNone/>
              <a:defRPr/>
            </a:lvl6pPr>
            <a:lvl7pPr marL="0" lvl="6" indent="0" algn="r">
              <a:lnSpc>
                <a:spcPct val="100000"/>
              </a:lnSpc>
              <a:spcBef>
                <a:spcPts val="0"/>
              </a:spcBef>
              <a:spcAft>
                <a:spcPts val="0"/>
              </a:spcAft>
              <a:buSzPts val="1000"/>
              <a:buNone/>
              <a:defRPr/>
            </a:lvl7pPr>
            <a:lvl8pPr marL="0" lvl="7" indent="0" algn="r">
              <a:lnSpc>
                <a:spcPct val="100000"/>
              </a:lnSpc>
              <a:spcBef>
                <a:spcPts val="0"/>
              </a:spcBef>
              <a:spcAft>
                <a:spcPts val="0"/>
              </a:spcAft>
              <a:buSzPts val="1000"/>
              <a:buNone/>
              <a:defRPr/>
            </a:lvl8pPr>
            <a:lvl9pPr marL="0" lvl="8" indent="0" algn="r">
              <a:lnSpc>
                <a:spcPct val="100000"/>
              </a:lnSpc>
              <a:spcBef>
                <a:spcPts val="0"/>
              </a:spcBef>
              <a:spcAft>
                <a:spcPts val="0"/>
              </a:spcAft>
              <a:buSzPts val="100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20" name="Google Shape;20;p3"/>
          <p:cNvSpPr txBox="1">
            <a:spLocks noGrp="1"/>
          </p:cNvSpPr>
          <p:nvPr>
            <p:ph type="body" idx="1"/>
          </p:nvPr>
        </p:nvSpPr>
        <p:spPr>
          <a:xfrm>
            <a:off x="415600" y="1502467"/>
            <a:ext cx="11362400" cy="4792000"/>
          </a:xfrm>
          <a:prstGeom prst="rect">
            <a:avLst/>
          </a:prstGeom>
          <a:noFill/>
          <a:ln>
            <a:noFill/>
          </a:ln>
        </p:spPr>
        <p:txBody>
          <a:bodyPr spcFirstLastPara="1" wrap="square" lIns="91425" tIns="91425" rIns="91425" bIns="91425" anchor="t" anchorCtr="0">
            <a:norm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0"/>
              </a:spcBef>
              <a:spcAft>
                <a:spcPts val="0"/>
              </a:spcAft>
              <a:buSzPts val="1400"/>
              <a:buChar char="○"/>
              <a:defRPr/>
            </a:lvl2pPr>
            <a:lvl3pPr marL="1828754" lvl="2" indent="-423323" algn="l">
              <a:lnSpc>
                <a:spcPct val="115000"/>
              </a:lnSpc>
              <a:spcBef>
                <a:spcPts val="0"/>
              </a:spcBef>
              <a:spcAft>
                <a:spcPts val="0"/>
              </a:spcAft>
              <a:buSzPts val="1400"/>
              <a:buChar char="■"/>
              <a:defRPr/>
            </a:lvl3pPr>
            <a:lvl4pPr marL="2438339" lvl="3" indent="-423323" algn="l">
              <a:lnSpc>
                <a:spcPct val="115000"/>
              </a:lnSpc>
              <a:spcBef>
                <a:spcPts val="0"/>
              </a:spcBef>
              <a:spcAft>
                <a:spcPts val="0"/>
              </a:spcAft>
              <a:buSzPts val="1400"/>
              <a:buChar char="●"/>
              <a:defRPr/>
            </a:lvl4pPr>
            <a:lvl5pPr marL="3047924" lvl="4" indent="-423323" algn="l">
              <a:lnSpc>
                <a:spcPct val="115000"/>
              </a:lnSpc>
              <a:spcBef>
                <a:spcPts val="0"/>
              </a:spcBef>
              <a:spcAft>
                <a:spcPts val="0"/>
              </a:spcAft>
              <a:buSzPts val="1400"/>
              <a:buChar char="○"/>
              <a:defRPr/>
            </a:lvl5pPr>
            <a:lvl6pPr marL="3657509" lvl="5" indent="-423323" algn="l">
              <a:lnSpc>
                <a:spcPct val="115000"/>
              </a:lnSpc>
              <a:spcBef>
                <a:spcPts val="0"/>
              </a:spcBef>
              <a:spcAft>
                <a:spcPts val="0"/>
              </a:spcAft>
              <a:buSzPts val="1400"/>
              <a:buChar char="■"/>
              <a:defRPr/>
            </a:lvl6pPr>
            <a:lvl7pPr marL="4267093" lvl="6" indent="-423323" algn="l">
              <a:lnSpc>
                <a:spcPct val="115000"/>
              </a:lnSpc>
              <a:spcBef>
                <a:spcPts val="0"/>
              </a:spcBef>
              <a:spcAft>
                <a:spcPts val="0"/>
              </a:spcAft>
              <a:buSzPts val="1400"/>
              <a:buChar char="●"/>
              <a:defRPr/>
            </a:lvl7pPr>
            <a:lvl8pPr marL="4876678" lvl="7" indent="-423323" algn="l">
              <a:lnSpc>
                <a:spcPct val="115000"/>
              </a:lnSpc>
              <a:spcBef>
                <a:spcPts val="0"/>
              </a:spcBef>
              <a:spcAft>
                <a:spcPts val="0"/>
              </a:spcAft>
              <a:buSzPts val="1400"/>
              <a:buChar char="○"/>
              <a:defRPr/>
            </a:lvl8pPr>
            <a:lvl9pPr marL="5486263" lvl="8" indent="-423323" algn="l">
              <a:lnSpc>
                <a:spcPct val="115000"/>
              </a:lnSpc>
              <a:spcBef>
                <a:spcPts val="0"/>
              </a:spcBef>
              <a:spcAft>
                <a:spcPts val="0"/>
              </a:spcAft>
              <a:buSzPts val="1400"/>
              <a:buChar char="■"/>
              <a:defRPr/>
            </a:lvl9pPr>
          </a:lstStyle>
          <a:p>
            <a:endParaRPr/>
          </a:p>
        </p:txBody>
      </p:sp>
    </p:spTree>
    <p:extLst>
      <p:ext uri="{BB962C8B-B14F-4D97-AF65-F5344CB8AC3E}">
        <p14:creationId xmlns:p14="http://schemas.microsoft.com/office/powerpoint/2010/main" val="4020496264"/>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End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00C3C-7EC6-AE23-71FD-2D47F48F913E}"/>
              </a:ext>
            </a:extLst>
          </p:cNvPr>
          <p:cNvSpPr>
            <a:spLocks noGrp="1"/>
          </p:cNvSpPr>
          <p:nvPr>
            <p:ph type="ctrTitle" hasCustomPrompt="1"/>
          </p:nvPr>
        </p:nvSpPr>
        <p:spPr>
          <a:xfrm>
            <a:off x="2587978" y="2219239"/>
            <a:ext cx="6343650" cy="1540459"/>
          </a:xfrm>
          <a:noFill/>
          <a:effectLst/>
        </p:spPr>
        <p:txBody>
          <a:bodyPr anchor="b"/>
          <a:lstStyle>
            <a:lvl1pPr algn="ctr">
              <a:defRPr sz="6000">
                <a:latin typeface="Munistic" panose="02000500000000000000" pitchFamily="2" charset="0"/>
              </a:defRPr>
            </a:lvl1pPr>
          </a:lstStyle>
          <a:p>
            <a:r>
              <a:rPr lang="en-US"/>
              <a:t>THANK YOU</a:t>
            </a:r>
          </a:p>
        </p:txBody>
      </p:sp>
      <p:sp>
        <p:nvSpPr>
          <p:cNvPr id="3" name="Subtitle 2">
            <a:extLst>
              <a:ext uri="{FF2B5EF4-FFF2-40B4-BE49-F238E27FC236}">
                <a16:creationId xmlns:a16="http://schemas.microsoft.com/office/drawing/2014/main" id="{EAEFFB5D-8493-2F65-E03A-B3D502FEDF8D}"/>
              </a:ext>
            </a:extLst>
          </p:cNvPr>
          <p:cNvSpPr>
            <a:spLocks noGrp="1"/>
          </p:cNvSpPr>
          <p:nvPr>
            <p:ph type="subTitle" idx="1" hasCustomPrompt="1"/>
          </p:nvPr>
        </p:nvSpPr>
        <p:spPr>
          <a:xfrm>
            <a:off x="2587977" y="3851774"/>
            <a:ext cx="6343650" cy="1655762"/>
          </a:xfrm>
        </p:spPr>
        <p:txBody>
          <a:bodyPr/>
          <a:lstStyle>
            <a:lvl1pPr marL="0" indent="0" algn="ctr">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CAL POLY SPACE SYSTEMS</a:t>
            </a:r>
          </a:p>
        </p:txBody>
      </p:sp>
      <p:sp>
        <p:nvSpPr>
          <p:cNvPr id="4" name="Date Placeholder 3">
            <a:extLst>
              <a:ext uri="{FF2B5EF4-FFF2-40B4-BE49-F238E27FC236}">
                <a16:creationId xmlns:a16="http://schemas.microsoft.com/office/drawing/2014/main" id="{A094F224-0262-F26D-51D3-0465D1119920}"/>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7AE2E9E9-586D-E749-733C-47775405D399}"/>
              </a:ext>
            </a:extLst>
          </p:cNvPr>
          <p:cNvSpPr>
            <a:spLocks noGrp="1"/>
          </p:cNvSpPr>
          <p:nvPr>
            <p:ph type="ftr" sz="quarter" idx="11"/>
          </p:nvPr>
        </p:nvSpPr>
        <p:spPr/>
        <p:txBody>
          <a:bodyPr/>
          <a:lstStyle/>
          <a:p>
            <a:r>
              <a:rPr lang="en-US"/>
              <a:t>TVC PDR</a:t>
            </a:r>
          </a:p>
        </p:txBody>
      </p:sp>
      <p:sp>
        <p:nvSpPr>
          <p:cNvPr id="6" name="Slide Number Placeholder 5">
            <a:extLst>
              <a:ext uri="{FF2B5EF4-FFF2-40B4-BE49-F238E27FC236}">
                <a16:creationId xmlns:a16="http://schemas.microsoft.com/office/drawing/2014/main" id="{6D2A02A3-A1D5-01D2-3C50-0CD19B4D1202}"/>
              </a:ext>
            </a:extLst>
          </p:cNvPr>
          <p:cNvSpPr>
            <a:spLocks noGrp="1"/>
          </p:cNvSpPr>
          <p:nvPr>
            <p:ph type="sldNum" sz="quarter" idx="12"/>
          </p:nvPr>
        </p:nvSpPr>
        <p:spPr/>
        <p:txBody>
          <a:bodyPr/>
          <a:lstStyle/>
          <a:p>
            <a:fld id="{A34BE8CB-CD86-4941-8F6D-69456A036F2B}" type="slidenum">
              <a:rPr lang="en-US" smtClean="0"/>
              <a:t>‹#›</a:t>
            </a:fld>
            <a:endParaRPr lang="en-US"/>
          </a:p>
        </p:txBody>
      </p:sp>
      <p:pic>
        <p:nvPicPr>
          <p:cNvPr id="1026" name="Picture 2" descr="A blue and white text on a black background&#10;&#10;Description automatically generated">
            <a:extLst>
              <a:ext uri="{FF2B5EF4-FFF2-40B4-BE49-F238E27FC236}">
                <a16:creationId xmlns:a16="http://schemas.microsoft.com/office/drawing/2014/main" id="{49352888-9D9B-1C21-29E5-BFAD18FC90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2988" y="382323"/>
            <a:ext cx="4666567" cy="1203992"/>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A blue and purple text on a black background&#10;&#10;Description automatically generated">
            <a:extLst>
              <a:ext uri="{FF2B5EF4-FFF2-40B4-BE49-F238E27FC236}">
                <a16:creationId xmlns:a16="http://schemas.microsoft.com/office/drawing/2014/main" id="{3CCAC7A9-2D82-8951-05CD-88BE8C463DD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15729" y="3058564"/>
            <a:ext cx="2437339" cy="8876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oeing Logo and symbol, meaning, history, PNG, brand">
            <a:extLst>
              <a:ext uri="{FF2B5EF4-FFF2-40B4-BE49-F238E27FC236}">
                <a16:creationId xmlns:a16="http://schemas.microsoft.com/office/drawing/2014/main" id="{76909B21-5469-297F-5C83-A9E1FE46791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236518" y="205670"/>
            <a:ext cx="4510697" cy="1518204"/>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omposites One Showroom | CompositesWorld">
            <a:extLst>
              <a:ext uri="{FF2B5EF4-FFF2-40B4-BE49-F238E27FC236}">
                <a16:creationId xmlns:a16="http://schemas.microsoft.com/office/drawing/2014/main" id="{0F458620-B139-69DE-42D6-0DBB12F4A301}"/>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82037" y="5321043"/>
            <a:ext cx="5080980" cy="73851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 logo for a ski resort&#10;&#10;Description automatically generated">
            <a:extLst>
              <a:ext uri="{FF2B5EF4-FFF2-40B4-BE49-F238E27FC236}">
                <a16:creationId xmlns:a16="http://schemas.microsoft.com/office/drawing/2014/main" id="{612C1C81-5266-DB95-7CD7-5DDBFC636F2E}"/>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2553" y="1848874"/>
            <a:ext cx="3493904" cy="1112292"/>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Axiom Materials to be Acquired by Kordsa, Merging International Leaders in  Industrial Materials">
            <a:extLst>
              <a:ext uri="{FF2B5EF4-FFF2-40B4-BE49-F238E27FC236}">
                <a16:creationId xmlns:a16="http://schemas.microsoft.com/office/drawing/2014/main" id="{754FFED0-D488-3252-EBAD-8F183D97ACE7}"/>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280817" y="4231282"/>
            <a:ext cx="2307161" cy="688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4065717"/>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199" y="737139"/>
            <a:ext cx="10515600" cy="943848"/>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chor="ctr">
            <a:noAutofit/>
          </a:bodyPr>
          <a:lstStyle/>
          <a:p>
            <a:r>
              <a:rPr lang="en-US"/>
              <a:t>TITLE</a:t>
            </a:r>
          </a:p>
        </p:txBody>
      </p:sp>
      <p:sp>
        <p:nvSpPr>
          <p:cNvPr id="3" name="Text Placeholder 2"/>
          <p:cNvSpPr>
            <a:spLocks noGrp="1"/>
          </p:cNvSpPr>
          <p:nvPr>
            <p:ph type="body" idx="1"/>
          </p:nvPr>
        </p:nvSpPr>
        <p:spPr>
          <a:xfrm>
            <a:off x="838200" y="2232594"/>
            <a:ext cx="10515600" cy="3624868"/>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6B19DA-7078-8248-93A9-40A85B001A1C}"/>
              </a:ext>
              <a:ext uri="{C183D7F6-B498-43B3-948B-1728B52AA6E4}">
                <adec:decorative xmlns:adec="http://schemas.microsoft.com/office/drawing/2017/decorative" val="1"/>
              </a:ext>
            </a:extLst>
          </p:cNvPr>
          <p:cNvCxnSpPr/>
          <p:nvPr userDrawn="1"/>
        </p:nvCxnSpPr>
        <p:spPr>
          <a:xfrm>
            <a:off x="403413" y="6287377"/>
            <a:ext cx="11385177"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9FAD1C2-7B31-4845-82E3-2D766FA7E142}"/>
              </a:ext>
              <a:ext uri="{C183D7F6-B498-43B3-948B-1728B52AA6E4}">
                <adec:decorative xmlns:adec="http://schemas.microsoft.com/office/drawing/2017/decorative" val="1"/>
              </a:ext>
            </a:extLst>
          </p:cNvPr>
          <p:cNvSpPr/>
          <p:nvPr userDrawn="1"/>
        </p:nvSpPr>
        <p:spPr>
          <a:xfrm>
            <a:off x="-1" y="0"/>
            <a:ext cx="12192000" cy="1855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 name="Footer Placeholder 3">
            <a:extLst>
              <a:ext uri="{FF2B5EF4-FFF2-40B4-BE49-F238E27FC236}">
                <a16:creationId xmlns:a16="http://schemas.microsoft.com/office/drawing/2014/main" id="{2113EB39-BDD5-3540-B088-F494392B9C65}"/>
              </a:ext>
            </a:extLst>
          </p:cNvPr>
          <p:cNvSpPr>
            <a:spLocks noGrp="1"/>
          </p:cNvSpPr>
          <p:nvPr>
            <p:ph type="ftr" sz="quarter" idx="3"/>
          </p:nvPr>
        </p:nvSpPr>
        <p:spPr>
          <a:xfrm>
            <a:off x="7491867" y="6351113"/>
            <a:ext cx="4114800" cy="366183"/>
          </a:xfrm>
          <a:prstGeom prst="rect">
            <a:avLst/>
          </a:prstGeom>
        </p:spPr>
        <p:txBody>
          <a:bodyPr vert="horz" lIns="91440" tIns="45720" rIns="91440" bIns="45720" rtlCol="0" anchor="ctr"/>
          <a:lstStyle>
            <a:lvl1pPr algn="r">
              <a:defRPr sz="933" b="0" i="0" spc="133" baseline="0">
                <a:solidFill>
                  <a:schemeClr val="tx1">
                    <a:tint val="75000"/>
                  </a:schemeClr>
                </a:solidFill>
                <a:latin typeface="Source Sans Pro" panose="020B0503030403020204" pitchFamily="34" charset="0"/>
              </a:defRPr>
            </a:lvl1pPr>
          </a:lstStyle>
          <a:p>
            <a:r>
              <a:rPr lang="en-US"/>
              <a:t>TVC PDR</a:t>
            </a:r>
          </a:p>
        </p:txBody>
      </p:sp>
      <p:sp>
        <p:nvSpPr>
          <p:cNvPr id="5" name="Slide Number Placeholder 4">
            <a:extLst>
              <a:ext uri="{FF2B5EF4-FFF2-40B4-BE49-F238E27FC236}">
                <a16:creationId xmlns:a16="http://schemas.microsoft.com/office/drawing/2014/main" id="{706EE155-D1A5-5C42-B024-39462222F25F}"/>
              </a:ext>
            </a:extLst>
          </p:cNvPr>
          <p:cNvSpPr>
            <a:spLocks noGrp="1"/>
          </p:cNvSpPr>
          <p:nvPr>
            <p:ph type="sldNum" sz="quarter" idx="4"/>
          </p:nvPr>
        </p:nvSpPr>
        <p:spPr>
          <a:xfrm>
            <a:off x="11379199" y="6351113"/>
            <a:ext cx="544856" cy="366183"/>
          </a:xfrm>
          <a:prstGeom prst="rect">
            <a:avLst/>
          </a:prstGeom>
        </p:spPr>
        <p:txBody>
          <a:bodyPr vert="horz" lIns="91440" tIns="45720" rIns="91440" bIns="45720" rtlCol="0" anchor="ctr"/>
          <a:lstStyle>
            <a:lvl1pPr algn="r">
              <a:defRPr sz="933" b="0" i="0">
                <a:solidFill>
                  <a:schemeClr val="bg2">
                    <a:lumMod val="75000"/>
                  </a:schemeClr>
                </a:solidFill>
                <a:latin typeface="Source Sans Pro" panose="020B0503030403020204" pitchFamily="34" charset="0"/>
              </a:defRPr>
            </a:lvl1pPr>
          </a:lstStyle>
          <a:p>
            <a:r>
              <a:rPr lang="en-US"/>
              <a:t>/   </a:t>
            </a:r>
            <a:fld id="{6C7E6F33-74EE-5541-8108-8353B402F8C1}" type="slidenum">
              <a:rPr lang="en-US" smtClean="0"/>
              <a:pPr/>
              <a:t>‹#›</a:t>
            </a:fld>
            <a:endParaRPr lang="en-US"/>
          </a:p>
        </p:txBody>
      </p:sp>
      <p:pic>
        <p:nvPicPr>
          <p:cNvPr id="6" name="Picture 5" descr="A green and white text&#10;&#10;Description automatically generated">
            <a:extLst>
              <a:ext uri="{FF2B5EF4-FFF2-40B4-BE49-F238E27FC236}">
                <a16:creationId xmlns:a16="http://schemas.microsoft.com/office/drawing/2014/main" id="{7E2A885B-EFC7-5D6A-F066-22010D9DFA5D}"/>
              </a:ext>
            </a:extLst>
          </p:cNvPr>
          <p:cNvPicPr>
            <a:picLocks noChangeAspect="1"/>
          </p:cNvPicPr>
          <p:nvPr userDrawn="1"/>
        </p:nvPicPr>
        <p:blipFill>
          <a:blip r:embed="rId19"/>
          <a:stretch>
            <a:fillRect/>
          </a:stretch>
        </p:blipFill>
        <p:spPr>
          <a:xfrm>
            <a:off x="267945" y="6120861"/>
            <a:ext cx="1471448" cy="827689"/>
          </a:xfrm>
          <a:prstGeom prst="rect">
            <a:avLst/>
          </a:prstGeom>
        </p:spPr>
      </p:pic>
      <p:pic>
        <p:nvPicPr>
          <p:cNvPr id="7" name="Picture 6" descr="A green and white text&#10;&#10;Description automatically generated">
            <a:extLst>
              <a:ext uri="{FF2B5EF4-FFF2-40B4-BE49-F238E27FC236}">
                <a16:creationId xmlns:a16="http://schemas.microsoft.com/office/drawing/2014/main" id="{900A4ABF-D1EE-4564-993E-1FF575D474BE}"/>
              </a:ext>
            </a:extLst>
          </p:cNvPr>
          <p:cNvPicPr>
            <a:picLocks noChangeAspect="1"/>
          </p:cNvPicPr>
          <p:nvPr userDrawn="1"/>
        </p:nvPicPr>
        <p:blipFill>
          <a:blip r:embed="rId19">
            <a:alphaModFix amt="8000"/>
          </a:blip>
          <a:stretch>
            <a:fillRect/>
          </a:stretch>
        </p:blipFill>
        <p:spPr>
          <a:xfrm>
            <a:off x="2124029" y="1232590"/>
            <a:ext cx="7809463" cy="4392819"/>
          </a:xfrm>
          <a:prstGeom prst="rect">
            <a:avLst/>
          </a:prstGeom>
        </p:spPr>
      </p:pic>
    </p:spTree>
    <p:extLst>
      <p:ext uri="{BB962C8B-B14F-4D97-AF65-F5344CB8AC3E}">
        <p14:creationId xmlns:p14="http://schemas.microsoft.com/office/powerpoint/2010/main" val="44649789"/>
      </p:ext>
    </p:extLst>
  </p:cSld>
  <p:clrMap bg1="lt1" tx1="dk1" bg2="lt2" tx2="dk2" accent1="accent1" accent2="accent2" accent3="accent3" accent4="accent4" accent5="accent5" accent6="accent6" hlink="hlink" folHlink="folHlink"/>
  <p:sldLayoutIdLst>
    <p:sldLayoutId id="2147483663" r:id="rId1"/>
    <p:sldLayoutId id="2147483688" r:id="rId2"/>
    <p:sldLayoutId id="2147483664" r:id="rId3"/>
    <p:sldLayoutId id="2147483668" r:id="rId4"/>
    <p:sldLayoutId id="2147483674" r:id="rId5"/>
    <p:sldLayoutId id="2147483666" r:id="rId6"/>
    <p:sldLayoutId id="2147483685" r:id="rId7"/>
    <p:sldLayoutId id="2147483669" r:id="rId8"/>
    <p:sldLayoutId id="2147483684" r:id="rId9"/>
    <p:sldLayoutId id="2147483686" r:id="rId10"/>
    <p:sldLayoutId id="2147483670" r:id="rId11"/>
    <p:sldLayoutId id="2147483671" r:id="rId12"/>
    <p:sldLayoutId id="2147483675" r:id="rId13"/>
    <p:sldLayoutId id="2147483687" r:id="rId14"/>
    <p:sldLayoutId id="2147483676" r:id="rId15"/>
    <p:sldLayoutId id="2147483689" r:id="rId16"/>
    <p:sldLayoutId id="2147483690" r:id="rId17"/>
  </p:sldLayoutIdLst>
  <p:hf hdr="0" dt="0"/>
  <p:txStyles>
    <p:titleStyle>
      <a:lvl1pPr algn="ctr" defTabSz="914377" rtl="0" eaLnBrk="1" latinLnBrk="0" hangingPunct="1">
        <a:lnSpc>
          <a:spcPct val="100000"/>
        </a:lnSpc>
        <a:spcBef>
          <a:spcPct val="0"/>
        </a:spcBef>
        <a:buNone/>
        <a:defRPr sz="4200" kern="1200" spc="400" baseline="0">
          <a:solidFill>
            <a:schemeClr val="tx1"/>
          </a:solidFill>
          <a:latin typeface="Munistic" panose="02000500000000000000" pitchFamily="2" charset="0"/>
          <a:ea typeface="+mj-ea"/>
          <a:cs typeface="+mj-cs"/>
        </a:defRPr>
      </a:lvl1pPr>
    </p:titleStyle>
    <p:bodyStyle>
      <a:lvl1pPr marL="0" indent="0" algn="l" defTabSz="914377" rtl="0" eaLnBrk="1" latinLnBrk="0" hangingPunct="1">
        <a:lnSpc>
          <a:spcPct val="100000"/>
        </a:lnSpc>
        <a:spcBef>
          <a:spcPts val="1000"/>
        </a:spcBef>
        <a:buSzPct val="75000"/>
        <a:buFont typeface="Arial" panose="020B0604020202020204" pitchFamily="34" charset="0"/>
        <a:buNone/>
        <a:defRPr sz="1867" b="0" i="0" kern="800" cap="none" spc="27"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media" Target="../media/media1.mp4"/><Relationship Id="rId1" Type="http://schemas.openxmlformats.org/officeDocument/2006/relationships/video" Target="NULL" TargetMode="Externa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3.xml"/><Relationship Id="rId5" Type="http://schemas.openxmlformats.org/officeDocument/2006/relationships/image" Target="../media/image28.svg"/><Relationship Id="rId4" Type="http://schemas.openxmlformats.org/officeDocument/2006/relationships/image" Target="../media/image27.sv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microsoft.com/office/2018/10/relationships/comments" Target="../comments/modernComment_1ED_817F207.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43.jpeg"/><Relationship Id="rId5" Type="http://schemas.openxmlformats.org/officeDocument/2006/relationships/image" Target="../media/image43.png"/><Relationship Id="rId4" Type="http://schemas.openxmlformats.org/officeDocument/2006/relationships/customXml" Target="../ink/ink1.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eg"/><Relationship Id="rId1" Type="http://schemas.openxmlformats.org/officeDocument/2006/relationships/slideLayout" Target="../slideLayouts/slideLayout4.xml"/><Relationship Id="rId5" Type="http://schemas.openxmlformats.org/officeDocument/2006/relationships/image" Target="../media/image47.jpeg"/><Relationship Id="rId4" Type="http://schemas.openxmlformats.org/officeDocument/2006/relationships/image" Target="../media/image46.jpeg"/></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jpeg"/><Relationship Id="rId1" Type="http://schemas.openxmlformats.org/officeDocument/2006/relationships/slideLayout" Target="../slideLayouts/slideLayout4.xml"/><Relationship Id="rId4" Type="http://schemas.openxmlformats.org/officeDocument/2006/relationships/image" Target="../media/image50.jpeg"/></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4.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7.png"/><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4.xml"/><Relationship Id="rId5" Type="http://schemas.openxmlformats.org/officeDocument/2006/relationships/image" Target="../media/image66.png"/><Relationship Id="rId4" Type="http://schemas.openxmlformats.org/officeDocument/2006/relationships/image" Target="../media/image65.png"/></Relationships>
</file>

<file path=ppt/slides/_rels/slide27.xml.rels><?xml version="1.0" encoding="UTF-8" standalone="yes"?>
<Relationships xmlns="http://schemas.openxmlformats.org/package/2006/relationships"><Relationship Id="rId3" Type="http://schemas.openxmlformats.org/officeDocument/2006/relationships/hyperlink" Target="https://www.handsontec.com/dataspecs/module/BTS7960%20Motor%20Driver.pdf" TargetMode="External"/><Relationship Id="rId2" Type="http://schemas.openxmlformats.org/officeDocument/2006/relationships/hyperlink" Target="https://docs.arduino.cc/resources/datasheets/A000066-datasheet.pdf" TargetMode="External"/><Relationship Id="rId1" Type="http://schemas.openxmlformats.org/officeDocument/2006/relationships/slideLayout" Target="../slideLayouts/slideLayout3.xml"/><Relationship Id="rId6" Type="http://schemas.openxmlformats.org/officeDocument/2006/relationships/hyperlink" Target="https://cdn-shop.adafruit.com/datasheets/ina169.pdf" TargetMode="External"/><Relationship Id="rId5" Type="http://schemas.openxmlformats.org/officeDocument/2006/relationships/hyperlink" Target="https://www.servocity.com/content/downloads/super_duty_actuators_specification_sheet_v3_1.pdf" TargetMode="External"/><Relationship Id="rId4" Type="http://schemas.openxmlformats.org/officeDocument/2006/relationships/hyperlink" Target="https://rajguruelectronics.com/Product/13060/071123123335.pdf" TargetMode="External"/></Relationships>
</file>

<file path=ppt/slides/_rels/slide28.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4.xml"/><Relationship Id="rId4" Type="http://schemas.openxmlformats.org/officeDocument/2006/relationships/image" Target="../media/image7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0238A2-F230-2DC2-E7E0-2B97A2248EBB}"/>
              </a:ext>
            </a:extLst>
          </p:cNvPr>
          <p:cNvSpPr>
            <a:spLocks noGrp="1"/>
          </p:cNvSpPr>
          <p:nvPr>
            <p:ph type="body" sz="quarter" idx="11"/>
          </p:nvPr>
        </p:nvSpPr>
        <p:spPr>
          <a:xfrm>
            <a:off x="360587" y="4183109"/>
            <a:ext cx="7997858" cy="472104"/>
          </a:xfrm>
        </p:spPr>
        <p:txBody>
          <a:bodyPr/>
          <a:lstStyle/>
          <a:p>
            <a:r>
              <a:rPr lang="en-US" sz="1850">
                <a:ea typeface="Source Sans Pro"/>
              </a:rPr>
              <a:t>Project Managers: </a:t>
            </a:r>
            <a:endParaRPr lang="en-US"/>
          </a:p>
          <a:p>
            <a:r>
              <a:rPr lang="en-US" sz="1850">
                <a:ea typeface="Source Sans Pro"/>
              </a:rPr>
              <a:t>Gustavo Chavez, Robert Saunders, Tony Casagrande</a:t>
            </a:r>
            <a:endParaRPr lang="en-US"/>
          </a:p>
          <a:p>
            <a:endParaRPr lang="en-US" sz="1850">
              <a:ea typeface="Source Sans Pro"/>
              <a:cs typeface="Calibri"/>
            </a:endParaRPr>
          </a:p>
        </p:txBody>
      </p:sp>
      <p:sp>
        <p:nvSpPr>
          <p:cNvPr id="3" name="Title 2">
            <a:extLst>
              <a:ext uri="{FF2B5EF4-FFF2-40B4-BE49-F238E27FC236}">
                <a16:creationId xmlns:a16="http://schemas.microsoft.com/office/drawing/2014/main" id="{C3B7B22B-A6A2-90C9-1095-3EAB3E16D708}"/>
              </a:ext>
            </a:extLst>
          </p:cNvPr>
          <p:cNvSpPr>
            <a:spLocks noGrp="1"/>
          </p:cNvSpPr>
          <p:nvPr>
            <p:ph type="title"/>
          </p:nvPr>
        </p:nvSpPr>
        <p:spPr>
          <a:xfrm>
            <a:off x="-1313738" y="1144662"/>
            <a:ext cx="8720149" cy="1744152"/>
          </a:xfrm>
        </p:spPr>
        <p:txBody>
          <a:bodyPr/>
          <a:lstStyle/>
          <a:p>
            <a:pPr algn="ctr"/>
            <a:r>
              <a:rPr lang="en-US" sz="6600">
                <a:latin typeface="Munistic"/>
                <a:cs typeface="Calibri"/>
              </a:rPr>
              <a:t>Thrust Vector </a:t>
            </a:r>
            <a:br>
              <a:rPr lang="en-US" sz="6600">
                <a:latin typeface="Munistic"/>
                <a:cs typeface="Calibri"/>
              </a:rPr>
            </a:br>
            <a:r>
              <a:rPr lang="en-US" sz="6600">
                <a:latin typeface="Munistic"/>
                <a:cs typeface="Calibri"/>
              </a:rPr>
              <a:t>Control</a:t>
            </a:r>
            <a:endParaRPr lang="en-US"/>
          </a:p>
        </p:txBody>
      </p:sp>
      <p:sp>
        <p:nvSpPr>
          <p:cNvPr id="4" name="TextBox 3">
            <a:extLst>
              <a:ext uri="{FF2B5EF4-FFF2-40B4-BE49-F238E27FC236}">
                <a16:creationId xmlns:a16="http://schemas.microsoft.com/office/drawing/2014/main" id="{E8B227F9-3B0E-1846-3491-4BDFE1BD587A}"/>
              </a:ext>
            </a:extLst>
          </p:cNvPr>
          <p:cNvSpPr txBox="1"/>
          <p:nvPr/>
        </p:nvSpPr>
        <p:spPr>
          <a:xfrm>
            <a:off x="358014" y="5444535"/>
            <a:ext cx="684709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Team Members: Calla Woodruff Lyons, Cruz Segura, Leo Ramirez, Eddie Salazar, Zach Klaus, Theodore Goh, &amp; Raymond Lopez</a:t>
            </a:r>
            <a:endParaRPr lang="en-US"/>
          </a:p>
        </p:txBody>
      </p:sp>
      <p:pic>
        <p:nvPicPr>
          <p:cNvPr id="5" name="Picture 4">
            <a:extLst>
              <a:ext uri="{FF2B5EF4-FFF2-40B4-BE49-F238E27FC236}">
                <a16:creationId xmlns:a16="http://schemas.microsoft.com/office/drawing/2014/main" id="{282A53D5-9543-5CB8-45B3-E6EA474408EE}"/>
              </a:ext>
            </a:extLst>
          </p:cNvPr>
          <p:cNvPicPr>
            <a:picLocks noChangeAspect="1"/>
          </p:cNvPicPr>
          <p:nvPr/>
        </p:nvPicPr>
        <p:blipFill>
          <a:blip r:embed="rId3"/>
          <a:srcRect l="16091" r="12429"/>
          <a:stretch>
            <a:fillRect/>
          </a:stretch>
        </p:blipFill>
        <p:spPr>
          <a:xfrm>
            <a:off x="6095224" y="1713964"/>
            <a:ext cx="2892589" cy="3053749"/>
          </a:xfrm>
          <a:prstGeom prst="rect">
            <a:avLst/>
          </a:prstGeom>
        </p:spPr>
      </p:pic>
    </p:spTree>
    <p:extLst>
      <p:ext uri="{BB962C8B-B14F-4D97-AF65-F5344CB8AC3E}">
        <p14:creationId xmlns:p14="http://schemas.microsoft.com/office/powerpoint/2010/main" val="2007878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E29332-6DCC-B0D7-CF0A-7217D7543F6A}"/>
              </a:ext>
            </a:extLst>
          </p:cNvPr>
          <p:cNvSpPr>
            <a:spLocks noGrp="1"/>
          </p:cNvSpPr>
          <p:nvPr>
            <p:ph type="body" sz="quarter" idx="15"/>
          </p:nvPr>
        </p:nvSpPr>
        <p:spPr>
          <a:xfrm>
            <a:off x="726439" y="1866993"/>
            <a:ext cx="10739120" cy="2245241"/>
          </a:xfrm>
        </p:spPr>
        <p:txBody>
          <a:bodyPr vert="horz" lIns="91440" tIns="45720" rIns="91440" bIns="45720" numCol="2" spcCol="457200" rtlCol="0" anchor="t">
            <a:noAutofit/>
          </a:bodyPr>
          <a:lstStyle/>
          <a:p>
            <a:pPr marL="578485" indent="-457200">
              <a:buAutoNum type="arabicPeriod"/>
            </a:pPr>
            <a:r>
              <a:rPr lang="en-US" sz="3200">
                <a:ea typeface="Source Sans Pro"/>
              </a:rPr>
              <a:t>Overview</a:t>
            </a:r>
            <a:endParaRPr lang="en-US" sz="3200">
              <a:ea typeface="Source Sans Pro"/>
              <a:cs typeface="Calibri"/>
            </a:endParaRPr>
          </a:p>
          <a:p>
            <a:pPr marL="578485" indent="-457200">
              <a:buAutoNum type="arabicPeriod"/>
            </a:pPr>
            <a:r>
              <a:rPr lang="en-US" sz="3200">
                <a:ea typeface="Source Sans Pro"/>
                <a:cs typeface="Calibri"/>
              </a:rPr>
              <a:t>Requirements</a:t>
            </a:r>
          </a:p>
          <a:p>
            <a:pPr marL="578485" indent="-457200">
              <a:buAutoNum type="arabicPeriod"/>
            </a:pPr>
            <a:r>
              <a:rPr lang="en-US" sz="3200">
                <a:ea typeface="Source Sans Pro"/>
                <a:cs typeface="Calibri"/>
              </a:rPr>
              <a:t>Systems</a:t>
            </a:r>
          </a:p>
          <a:p>
            <a:pPr marL="578485" indent="-457200">
              <a:buFont typeface="Arial" panose="020B0604020202020204" pitchFamily="34" charset="0"/>
              <a:buAutoNum type="arabicPeriod"/>
            </a:pPr>
            <a:r>
              <a:rPr lang="en-US" sz="3200">
                <a:ea typeface="Source Sans Pro"/>
              </a:rPr>
              <a:t>CAD</a:t>
            </a:r>
            <a:endParaRPr lang="en-US" sz="3200">
              <a:ea typeface="Source Sans Pro"/>
              <a:cs typeface="Calibri"/>
            </a:endParaRPr>
          </a:p>
          <a:p>
            <a:pPr marL="578485" indent="-457200">
              <a:buAutoNum type="arabicPeriod"/>
            </a:pPr>
            <a:r>
              <a:rPr lang="en-US" sz="3200">
                <a:ea typeface="Source Sans Pro"/>
                <a:cs typeface="Calibri"/>
              </a:rPr>
              <a:t>Engine</a:t>
            </a:r>
          </a:p>
          <a:p>
            <a:pPr marL="578485" indent="-457200">
              <a:buAutoNum type="arabicPeriod"/>
            </a:pPr>
            <a:r>
              <a:rPr lang="en-US" sz="3200">
                <a:ea typeface="Source Sans Pro"/>
                <a:cs typeface="Calibri"/>
              </a:rPr>
              <a:t>Mathematical Model</a:t>
            </a:r>
          </a:p>
          <a:p>
            <a:pPr marL="578485" indent="-457200">
              <a:buAutoNum type="arabicPeriod"/>
            </a:pPr>
            <a:r>
              <a:rPr lang="en-US" sz="3200">
                <a:ea typeface="Source Sans Pro"/>
                <a:cs typeface="Calibri"/>
              </a:rPr>
              <a:t>Structures</a:t>
            </a:r>
          </a:p>
          <a:p>
            <a:pPr marL="578485" indent="-457200">
              <a:buAutoNum type="arabicPeriod"/>
            </a:pPr>
            <a:r>
              <a:rPr lang="en-US" sz="3200">
                <a:ea typeface="Source Sans Pro"/>
              </a:rPr>
              <a:t>Electronics</a:t>
            </a:r>
            <a:endParaRPr lang="en-US" sz="3200">
              <a:ea typeface="Source Sans Pro"/>
              <a:cs typeface="Calibri"/>
            </a:endParaRPr>
          </a:p>
          <a:p>
            <a:pPr marL="578485" indent="-457200">
              <a:buAutoNum type="arabicPeriod"/>
            </a:pPr>
            <a:r>
              <a:rPr lang="en-US" sz="3200">
                <a:ea typeface="Source Sans Pro"/>
              </a:rPr>
              <a:t>Testing Plan</a:t>
            </a:r>
            <a:endParaRPr lang="en-US" sz="3200">
              <a:ea typeface="Source Sans Pro"/>
              <a:cs typeface="Calibri"/>
            </a:endParaRPr>
          </a:p>
          <a:p>
            <a:pPr marL="578485" indent="-457200">
              <a:buAutoNum type="arabicPeriod"/>
            </a:pPr>
            <a:r>
              <a:rPr lang="en-US" sz="3200">
                <a:ea typeface="Source Sans Pro"/>
                <a:cs typeface="Calibri"/>
              </a:rPr>
              <a:t>Budget</a:t>
            </a:r>
          </a:p>
          <a:p>
            <a:pPr marL="578485" indent="-457200">
              <a:buAutoNum type="arabicPeriod"/>
            </a:pPr>
            <a:endParaRPr lang="en-US" sz="3200">
              <a:ea typeface="Source Sans Pro"/>
              <a:cs typeface="Calibri"/>
            </a:endParaRPr>
          </a:p>
        </p:txBody>
      </p:sp>
      <p:sp>
        <p:nvSpPr>
          <p:cNvPr id="3" name="Footer Placeholder 2">
            <a:extLst>
              <a:ext uri="{FF2B5EF4-FFF2-40B4-BE49-F238E27FC236}">
                <a16:creationId xmlns:a16="http://schemas.microsoft.com/office/drawing/2014/main" id="{41D01802-58E4-3EA8-8F19-FA314EDA67C0}"/>
              </a:ext>
            </a:extLst>
          </p:cNvPr>
          <p:cNvSpPr>
            <a:spLocks noGrp="1"/>
          </p:cNvSpPr>
          <p:nvPr>
            <p:ph type="ftr" sz="quarter" idx="16"/>
          </p:nvPr>
        </p:nvSpPr>
        <p:spPr/>
        <p:txBody>
          <a:bodyPr/>
          <a:lstStyle/>
          <a:p>
            <a:r>
              <a:rPr lang="en-US" sz="900">
                <a:ea typeface="Source Sans Pro"/>
              </a:rPr>
              <a:t>TVC PDR</a:t>
            </a:r>
          </a:p>
        </p:txBody>
      </p:sp>
      <p:sp>
        <p:nvSpPr>
          <p:cNvPr id="4" name="Slide Number Placeholder 3">
            <a:extLst>
              <a:ext uri="{FF2B5EF4-FFF2-40B4-BE49-F238E27FC236}">
                <a16:creationId xmlns:a16="http://schemas.microsoft.com/office/drawing/2014/main" id="{1668C6DD-A259-7136-3515-63274A784122}"/>
              </a:ext>
            </a:extLst>
          </p:cNvPr>
          <p:cNvSpPr>
            <a:spLocks noGrp="1"/>
          </p:cNvSpPr>
          <p:nvPr>
            <p:ph type="sldNum" sz="quarter" idx="17"/>
          </p:nvPr>
        </p:nvSpPr>
        <p:spPr/>
        <p:txBody>
          <a:bodyPr/>
          <a:lstStyle/>
          <a:p>
            <a:r>
              <a:rPr lang="en-US"/>
              <a:t>/   </a:t>
            </a:r>
            <a:fld id="{6C7E6F33-74EE-5541-8108-8353B402F8C1}" type="slidenum">
              <a:rPr lang="en-US" smtClean="0"/>
              <a:pPr/>
              <a:t>2</a:t>
            </a:fld>
            <a:endParaRPr lang="en-US"/>
          </a:p>
        </p:txBody>
      </p:sp>
      <p:sp>
        <p:nvSpPr>
          <p:cNvPr id="5" name="Title 4">
            <a:extLst>
              <a:ext uri="{FF2B5EF4-FFF2-40B4-BE49-F238E27FC236}">
                <a16:creationId xmlns:a16="http://schemas.microsoft.com/office/drawing/2014/main" id="{D1A85E83-6A09-F842-7E7D-67BF02F6B48F}"/>
              </a:ext>
            </a:extLst>
          </p:cNvPr>
          <p:cNvSpPr>
            <a:spLocks noGrp="1"/>
          </p:cNvSpPr>
          <p:nvPr>
            <p:ph type="title"/>
          </p:nvPr>
        </p:nvSpPr>
        <p:spPr/>
        <p:txBody>
          <a:bodyPr/>
          <a:lstStyle/>
          <a:p>
            <a:r>
              <a:rPr lang="en-US"/>
              <a:t>Agenda</a:t>
            </a:r>
          </a:p>
        </p:txBody>
      </p:sp>
      <p:sp>
        <p:nvSpPr>
          <p:cNvPr id="6" name="Text Placeholder 5">
            <a:extLst>
              <a:ext uri="{FF2B5EF4-FFF2-40B4-BE49-F238E27FC236}">
                <a16:creationId xmlns:a16="http://schemas.microsoft.com/office/drawing/2014/main" id="{8163757E-76D8-6490-39B9-E8A38D1CC8CA}"/>
              </a:ext>
            </a:extLst>
          </p:cNvPr>
          <p:cNvSpPr>
            <a:spLocks noGrp="1"/>
          </p:cNvSpPr>
          <p:nvPr>
            <p:ph type="body" sz="quarter" idx="13"/>
          </p:nvPr>
        </p:nvSpPr>
        <p:spPr/>
        <p:txBody>
          <a:bodyPr/>
          <a:lstStyle/>
          <a:p>
            <a:r>
              <a:rPr lang="en-US"/>
              <a:t> </a:t>
            </a:r>
          </a:p>
        </p:txBody>
      </p:sp>
    </p:spTree>
    <p:extLst>
      <p:ext uri="{BB962C8B-B14F-4D97-AF65-F5344CB8AC3E}">
        <p14:creationId xmlns:p14="http://schemas.microsoft.com/office/powerpoint/2010/main" val="3253216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35892-6903-22A0-BB21-705284E522D1}"/>
              </a:ext>
            </a:extLst>
          </p:cNvPr>
          <p:cNvSpPr>
            <a:spLocks noGrp="1"/>
          </p:cNvSpPr>
          <p:nvPr>
            <p:ph type="title"/>
          </p:nvPr>
        </p:nvSpPr>
        <p:spPr/>
        <p:txBody>
          <a:bodyPr/>
          <a:lstStyle/>
          <a:p>
            <a:r>
              <a:rPr lang="en-US"/>
              <a:t>Overview</a:t>
            </a:r>
          </a:p>
        </p:txBody>
      </p:sp>
      <p:sp>
        <p:nvSpPr>
          <p:cNvPr id="3" name="Text Placeholder 2">
            <a:extLst>
              <a:ext uri="{FF2B5EF4-FFF2-40B4-BE49-F238E27FC236}">
                <a16:creationId xmlns:a16="http://schemas.microsoft.com/office/drawing/2014/main" id="{6E8AB6AF-5717-12B7-C89B-B00859E4A1C6}"/>
              </a:ext>
            </a:extLst>
          </p:cNvPr>
          <p:cNvSpPr>
            <a:spLocks noGrp="1"/>
          </p:cNvSpPr>
          <p:nvPr>
            <p:ph type="body" sz="quarter" idx="11"/>
          </p:nvPr>
        </p:nvSpPr>
        <p:spPr>
          <a:xfrm>
            <a:off x="296427" y="1710193"/>
            <a:ext cx="11349479" cy="518889"/>
          </a:xfrm>
        </p:spPr>
        <p:txBody>
          <a:bodyPr/>
          <a:lstStyle/>
          <a:p>
            <a:r>
              <a:rPr lang="en-US" sz="1850">
                <a:ea typeface="Source Sans Pro"/>
                <a:cs typeface="Calibri"/>
              </a:rPr>
              <a:t>Project Proposal: </a:t>
            </a:r>
            <a:endParaRPr lang="en-US"/>
          </a:p>
        </p:txBody>
      </p:sp>
      <p:sp>
        <p:nvSpPr>
          <p:cNvPr id="5" name="TextBox 4">
            <a:extLst>
              <a:ext uri="{FF2B5EF4-FFF2-40B4-BE49-F238E27FC236}">
                <a16:creationId xmlns:a16="http://schemas.microsoft.com/office/drawing/2014/main" id="{5FF120D5-7DFE-23FE-0B2F-89E00A5094B4}"/>
              </a:ext>
            </a:extLst>
          </p:cNvPr>
          <p:cNvSpPr txBox="1"/>
          <p:nvPr/>
        </p:nvSpPr>
        <p:spPr>
          <a:xfrm>
            <a:off x="413670" y="2331597"/>
            <a:ext cx="7923661"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Thrust Vector Control isn't as difficult as building and designing a entire rocket, and we have most of the expensive materials on hand.</a:t>
            </a:r>
          </a:p>
          <a:p>
            <a:endParaRPr lang="en-US">
              <a:ea typeface="Calibri"/>
              <a:cs typeface="Calibri"/>
            </a:endParaRPr>
          </a:p>
          <a:p>
            <a:r>
              <a:rPr lang="en-US">
                <a:ea typeface="Calibri"/>
                <a:cs typeface="Calibri"/>
              </a:rPr>
              <a:t>It's a great way of connecting mechanical, aero, controls, and electrical sides of engineering all under one roof allowing for not only </a:t>
            </a:r>
            <a:r>
              <a:rPr lang="en-US">
                <a:ea typeface="+mn-lt"/>
                <a:cs typeface="+mn-lt"/>
              </a:rPr>
              <a:t>primarily </a:t>
            </a:r>
            <a:r>
              <a:rPr lang="en-US">
                <a:ea typeface="Calibri"/>
                <a:cs typeface="Calibri"/>
              </a:rPr>
              <a:t>aero to join this club. </a:t>
            </a:r>
          </a:p>
          <a:p>
            <a:endParaRPr lang="en-US">
              <a:ea typeface="Calibri"/>
              <a:cs typeface="Calibri"/>
            </a:endParaRPr>
          </a:p>
          <a:p>
            <a:r>
              <a:rPr lang="en-US">
                <a:ea typeface="Calibri"/>
                <a:cs typeface="Calibri"/>
              </a:rPr>
              <a:t>Because it's more of a  friendly project first years are more welcome and not as intimidated to join. </a:t>
            </a:r>
          </a:p>
          <a:p>
            <a:endParaRPr lang="en-US">
              <a:ea typeface="Calibri"/>
              <a:cs typeface="Calibri"/>
            </a:endParaRPr>
          </a:p>
          <a:p>
            <a:r>
              <a:rPr lang="en-US">
                <a:ea typeface="Calibri"/>
                <a:cs typeface="Calibri"/>
              </a:rPr>
              <a:t>Engine design will be the most difficult thing to manufacture, the rest will be easier and allow for first years who have their shop tags to participate with the preparation of the assembly.</a:t>
            </a:r>
          </a:p>
          <a:p>
            <a:endParaRPr lang="en-US">
              <a:ea typeface="Calibri"/>
              <a:cs typeface="Calibri"/>
            </a:endParaRPr>
          </a:p>
        </p:txBody>
      </p:sp>
      <p:pic>
        <p:nvPicPr>
          <p:cNvPr id="4" name="Picture 3">
            <a:extLst>
              <a:ext uri="{FF2B5EF4-FFF2-40B4-BE49-F238E27FC236}">
                <a16:creationId xmlns:a16="http://schemas.microsoft.com/office/drawing/2014/main" id="{84D0770F-50DD-5414-5027-C450CB8D1293}"/>
              </a:ext>
            </a:extLst>
          </p:cNvPr>
          <p:cNvPicPr>
            <a:picLocks noChangeAspect="1"/>
          </p:cNvPicPr>
          <p:nvPr/>
        </p:nvPicPr>
        <p:blipFill>
          <a:blip r:embed="rId2"/>
          <a:stretch>
            <a:fillRect/>
          </a:stretch>
        </p:blipFill>
        <p:spPr>
          <a:xfrm>
            <a:off x="9145463" y="1713558"/>
            <a:ext cx="2646092" cy="4170557"/>
          </a:xfrm>
          <a:prstGeom prst="rect">
            <a:avLst/>
          </a:prstGeom>
        </p:spPr>
      </p:pic>
    </p:spTree>
    <p:extLst>
      <p:ext uri="{BB962C8B-B14F-4D97-AF65-F5344CB8AC3E}">
        <p14:creationId xmlns:p14="http://schemas.microsoft.com/office/powerpoint/2010/main" val="4067373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FCDE381-38DC-62B6-98AC-138C65134E38}"/>
              </a:ext>
            </a:extLst>
          </p:cNvPr>
          <p:cNvSpPr>
            <a:spLocks noGrp="1"/>
          </p:cNvSpPr>
          <p:nvPr>
            <p:ph type="sldNum" sz="quarter" idx="17"/>
          </p:nvPr>
        </p:nvSpPr>
        <p:spPr/>
        <p:txBody>
          <a:bodyPr/>
          <a:lstStyle/>
          <a:p>
            <a:r>
              <a:rPr lang="en-US"/>
              <a:t>/   </a:t>
            </a:r>
            <a:fld id="{6C7E6F33-74EE-5541-8108-8353B402F8C1}" type="slidenum">
              <a:rPr lang="en-US" smtClean="0"/>
              <a:pPr/>
              <a:t>4</a:t>
            </a:fld>
            <a:endParaRPr lang="en-US"/>
          </a:p>
        </p:txBody>
      </p:sp>
      <p:sp>
        <p:nvSpPr>
          <p:cNvPr id="5" name="Title 4">
            <a:extLst>
              <a:ext uri="{FF2B5EF4-FFF2-40B4-BE49-F238E27FC236}">
                <a16:creationId xmlns:a16="http://schemas.microsoft.com/office/drawing/2014/main" id="{2FD86446-9922-3D67-91AA-32B7F22B74C4}"/>
              </a:ext>
            </a:extLst>
          </p:cNvPr>
          <p:cNvSpPr>
            <a:spLocks noGrp="1"/>
          </p:cNvSpPr>
          <p:nvPr>
            <p:ph type="title"/>
          </p:nvPr>
        </p:nvSpPr>
        <p:spPr/>
        <p:txBody>
          <a:bodyPr/>
          <a:lstStyle/>
          <a:p>
            <a:r>
              <a:rPr lang="en-US"/>
              <a:t>Overview</a:t>
            </a:r>
          </a:p>
        </p:txBody>
      </p:sp>
      <p:sp>
        <p:nvSpPr>
          <p:cNvPr id="6" name="Text Placeholder 5">
            <a:extLst>
              <a:ext uri="{FF2B5EF4-FFF2-40B4-BE49-F238E27FC236}">
                <a16:creationId xmlns:a16="http://schemas.microsoft.com/office/drawing/2014/main" id="{0E0CE764-9970-053C-6162-70B86F90804B}"/>
              </a:ext>
            </a:extLst>
          </p:cNvPr>
          <p:cNvSpPr>
            <a:spLocks noGrp="1"/>
          </p:cNvSpPr>
          <p:nvPr>
            <p:ph type="body" sz="quarter" idx="13"/>
          </p:nvPr>
        </p:nvSpPr>
        <p:spPr/>
        <p:txBody>
          <a:bodyPr/>
          <a:lstStyle/>
          <a:p>
            <a:r>
              <a:rPr lang="en-US" sz="1850">
                <a:ea typeface="Source Sans Pro"/>
                <a:cs typeface="Calibri"/>
              </a:rPr>
              <a:t>Mission Statement</a:t>
            </a:r>
            <a:endParaRPr lang="en-US"/>
          </a:p>
        </p:txBody>
      </p:sp>
      <p:sp>
        <p:nvSpPr>
          <p:cNvPr id="8" name="Footer Placeholder 2">
            <a:extLst>
              <a:ext uri="{FF2B5EF4-FFF2-40B4-BE49-F238E27FC236}">
                <a16:creationId xmlns:a16="http://schemas.microsoft.com/office/drawing/2014/main" id="{5E47D6FF-CCCE-4973-3CCE-32052F3388B5}"/>
              </a:ext>
            </a:extLst>
          </p:cNvPr>
          <p:cNvSpPr>
            <a:spLocks noGrp="1"/>
          </p:cNvSpPr>
          <p:nvPr>
            <p:ph type="ftr" sz="quarter" idx="16"/>
          </p:nvPr>
        </p:nvSpPr>
        <p:spPr>
          <a:xfrm>
            <a:off x="7491867" y="6351113"/>
            <a:ext cx="4114800" cy="366183"/>
          </a:xfrm>
        </p:spPr>
        <p:txBody>
          <a:bodyPr/>
          <a:lstStyle/>
          <a:p>
            <a:r>
              <a:rPr lang="en-US" sz="900">
                <a:ea typeface="Source Sans Pro"/>
              </a:rPr>
              <a:t>TVC PDR</a:t>
            </a:r>
            <a:endParaRPr lang="en-US"/>
          </a:p>
        </p:txBody>
      </p:sp>
      <p:pic>
        <p:nvPicPr>
          <p:cNvPr id="2" name="Picture 1">
            <a:extLst>
              <a:ext uri="{FF2B5EF4-FFF2-40B4-BE49-F238E27FC236}">
                <a16:creationId xmlns:a16="http://schemas.microsoft.com/office/drawing/2014/main" id="{9E67DF80-C330-E1DE-0F8F-5EF39612496E}"/>
              </a:ext>
            </a:extLst>
          </p:cNvPr>
          <p:cNvPicPr>
            <a:picLocks noChangeAspect="1"/>
          </p:cNvPicPr>
          <p:nvPr/>
        </p:nvPicPr>
        <p:blipFill>
          <a:blip r:embed="rId3"/>
          <a:stretch>
            <a:fillRect/>
          </a:stretch>
        </p:blipFill>
        <p:spPr>
          <a:xfrm>
            <a:off x="947420" y="1466215"/>
            <a:ext cx="5664200" cy="4657090"/>
          </a:xfrm>
          <a:prstGeom prst="rect">
            <a:avLst/>
          </a:prstGeom>
        </p:spPr>
      </p:pic>
      <p:sp>
        <p:nvSpPr>
          <p:cNvPr id="3" name="TextBox 2">
            <a:extLst>
              <a:ext uri="{FF2B5EF4-FFF2-40B4-BE49-F238E27FC236}">
                <a16:creationId xmlns:a16="http://schemas.microsoft.com/office/drawing/2014/main" id="{27247D66-1EE0-C2F0-D411-75B5651BED72}"/>
              </a:ext>
            </a:extLst>
          </p:cNvPr>
          <p:cNvSpPr txBox="1"/>
          <p:nvPr/>
        </p:nvSpPr>
        <p:spPr>
          <a:xfrm>
            <a:off x="6926364" y="1811276"/>
            <a:ext cx="4684113"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TVC is only one components of the lander challenge, in doing a TVC we will prove that we are capable of testing in a safe and capable manner.</a:t>
            </a:r>
          </a:p>
          <a:p>
            <a:endParaRPr lang="en-US">
              <a:ea typeface="Calibri"/>
              <a:cs typeface="Calibri"/>
            </a:endParaRPr>
          </a:p>
          <a:p>
            <a:r>
              <a:rPr lang="en-US">
                <a:ea typeface="Calibri"/>
                <a:cs typeface="Calibri"/>
              </a:rPr>
              <a:t>This hardware is currently in Paso Robles waiting for a ready team to make use of it with a liquid competition rocket. </a:t>
            </a:r>
            <a:endParaRPr lang="en-US"/>
          </a:p>
          <a:p>
            <a:endParaRPr lang="en-US">
              <a:ea typeface="Calibri"/>
              <a:cs typeface="Calibri"/>
            </a:endParaRPr>
          </a:p>
          <a:p>
            <a:endParaRPr lang="en-US">
              <a:ea typeface="Calibri"/>
              <a:cs typeface="Calibri"/>
            </a:endParaRPr>
          </a:p>
          <a:p>
            <a:r>
              <a:rPr lang="en-US">
                <a:ea typeface="Calibri"/>
                <a:cs typeface="Calibri"/>
              </a:rPr>
              <a:t>Currently, our team is comprised of multiple students from mechanical engineering to electrical engineering from first years to fourth years.</a:t>
            </a:r>
            <a:endParaRPr lang="en-US"/>
          </a:p>
        </p:txBody>
      </p:sp>
    </p:spTree>
    <p:extLst>
      <p:ext uri="{BB962C8B-B14F-4D97-AF65-F5344CB8AC3E}">
        <p14:creationId xmlns:p14="http://schemas.microsoft.com/office/powerpoint/2010/main" val="1643136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37C23-9410-F867-D681-1FC0B6CE759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36E1A6E-DB64-07BF-23CA-4BE84A4E9B0D}"/>
              </a:ext>
            </a:extLst>
          </p:cNvPr>
          <p:cNvSpPr>
            <a:spLocks noGrp="1"/>
          </p:cNvSpPr>
          <p:nvPr>
            <p:ph type="body" sz="quarter" idx="15"/>
          </p:nvPr>
        </p:nvSpPr>
        <p:spPr/>
        <p:txBody>
          <a:bodyPr/>
          <a:lstStyle/>
          <a:p>
            <a:endParaRPr lang="en-US"/>
          </a:p>
        </p:txBody>
      </p:sp>
      <p:sp>
        <p:nvSpPr>
          <p:cNvPr id="3" name="Footer Placeholder 2">
            <a:extLst>
              <a:ext uri="{FF2B5EF4-FFF2-40B4-BE49-F238E27FC236}">
                <a16:creationId xmlns:a16="http://schemas.microsoft.com/office/drawing/2014/main" id="{2B8A7F39-AE47-2410-C21B-91D770493EAE}"/>
              </a:ext>
            </a:extLst>
          </p:cNvPr>
          <p:cNvSpPr>
            <a:spLocks noGrp="1"/>
          </p:cNvSpPr>
          <p:nvPr>
            <p:ph type="ftr" sz="quarter" idx="16"/>
          </p:nvPr>
        </p:nvSpPr>
        <p:spPr/>
        <p:txBody>
          <a:bodyPr/>
          <a:lstStyle/>
          <a:p>
            <a:r>
              <a:rPr lang="en-US"/>
              <a:t>TVC PDR</a:t>
            </a:r>
          </a:p>
        </p:txBody>
      </p:sp>
      <p:sp>
        <p:nvSpPr>
          <p:cNvPr id="4" name="Slide Number Placeholder 3">
            <a:extLst>
              <a:ext uri="{FF2B5EF4-FFF2-40B4-BE49-F238E27FC236}">
                <a16:creationId xmlns:a16="http://schemas.microsoft.com/office/drawing/2014/main" id="{971DEE34-C36D-D220-862A-C5784D053B68}"/>
              </a:ext>
            </a:extLst>
          </p:cNvPr>
          <p:cNvSpPr>
            <a:spLocks noGrp="1"/>
          </p:cNvSpPr>
          <p:nvPr>
            <p:ph type="sldNum" sz="quarter" idx="17"/>
          </p:nvPr>
        </p:nvSpPr>
        <p:spPr/>
        <p:txBody>
          <a:bodyPr/>
          <a:lstStyle/>
          <a:p>
            <a:r>
              <a:rPr lang="en-US"/>
              <a:t>/   </a:t>
            </a:r>
            <a:fld id="{6C7E6F33-74EE-5541-8108-8353B402F8C1}" type="slidenum">
              <a:rPr lang="en-US" smtClean="0"/>
              <a:pPr/>
              <a:t>5</a:t>
            </a:fld>
            <a:endParaRPr lang="en-US"/>
          </a:p>
        </p:txBody>
      </p:sp>
      <p:sp>
        <p:nvSpPr>
          <p:cNvPr id="5" name="Title 4">
            <a:extLst>
              <a:ext uri="{FF2B5EF4-FFF2-40B4-BE49-F238E27FC236}">
                <a16:creationId xmlns:a16="http://schemas.microsoft.com/office/drawing/2014/main" id="{6C48DF95-3A38-6EC5-C18D-4859EB6EBA2C}"/>
              </a:ext>
            </a:extLst>
          </p:cNvPr>
          <p:cNvSpPr>
            <a:spLocks noGrp="1"/>
          </p:cNvSpPr>
          <p:nvPr>
            <p:ph type="title"/>
          </p:nvPr>
        </p:nvSpPr>
        <p:spPr/>
        <p:txBody>
          <a:bodyPr/>
          <a:lstStyle/>
          <a:p>
            <a:r>
              <a:rPr lang="en-US">
                <a:latin typeface="Munistic"/>
              </a:rPr>
              <a:t>Requirements</a:t>
            </a:r>
            <a:endParaRPr lang="en-US"/>
          </a:p>
        </p:txBody>
      </p:sp>
      <p:sp>
        <p:nvSpPr>
          <p:cNvPr id="6" name="Text Placeholder 5">
            <a:extLst>
              <a:ext uri="{FF2B5EF4-FFF2-40B4-BE49-F238E27FC236}">
                <a16:creationId xmlns:a16="http://schemas.microsoft.com/office/drawing/2014/main" id="{26E199AA-F97B-1B15-9ABC-0A1FAA9639A2}"/>
              </a:ext>
            </a:extLst>
          </p:cNvPr>
          <p:cNvSpPr>
            <a:spLocks noGrp="1"/>
          </p:cNvSpPr>
          <p:nvPr>
            <p:ph type="body" sz="quarter" idx="13"/>
          </p:nvPr>
        </p:nvSpPr>
        <p:spPr/>
        <p:txBody>
          <a:bodyPr/>
          <a:lstStyle/>
          <a:p>
            <a:r>
              <a:rPr lang="en-US" sz="1850">
                <a:ea typeface="Source Sans Pro"/>
                <a:cs typeface="Calibri"/>
              </a:rPr>
              <a:t>Regulations and Rules</a:t>
            </a:r>
            <a:endParaRPr lang="en-US" sz="1850">
              <a:cs typeface="Calibri"/>
            </a:endParaRPr>
          </a:p>
        </p:txBody>
      </p:sp>
      <p:graphicFrame>
        <p:nvGraphicFramePr>
          <p:cNvPr id="8" name="Table 7">
            <a:extLst>
              <a:ext uri="{FF2B5EF4-FFF2-40B4-BE49-F238E27FC236}">
                <a16:creationId xmlns:a16="http://schemas.microsoft.com/office/drawing/2014/main" id="{C12E6A51-504B-1949-2892-7157964A0A71}"/>
              </a:ext>
            </a:extLst>
          </p:cNvPr>
          <p:cNvGraphicFramePr>
            <a:graphicFrameLocks noGrp="1"/>
          </p:cNvGraphicFramePr>
          <p:nvPr>
            <p:extLst>
              <p:ext uri="{D42A27DB-BD31-4B8C-83A1-F6EECF244321}">
                <p14:modId xmlns:p14="http://schemas.microsoft.com/office/powerpoint/2010/main" val="805075158"/>
              </p:ext>
            </p:extLst>
          </p:nvPr>
        </p:nvGraphicFramePr>
        <p:xfrm>
          <a:off x="535354" y="1341511"/>
          <a:ext cx="11115256" cy="4671307"/>
        </p:xfrm>
        <a:graphic>
          <a:graphicData uri="http://schemas.openxmlformats.org/drawingml/2006/table">
            <a:tbl>
              <a:tblPr bandRow="1">
                <a:tableStyleId>{5C22544A-7EE6-4342-B048-85BDC9FD1C3A}</a:tableStyleId>
              </a:tblPr>
              <a:tblGrid>
                <a:gridCol w="2778814">
                  <a:extLst>
                    <a:ext uri="{9D8B030D-6E8A-4147-A177-3AD203B41FA5}">
                      <a16:colId xmlns:a16="http://schemas.microsoft.com/office/drawing/2014/main" val="1228527206"/>
                    </a:ext>
                  </a:extLst>
                </a:gridCol>
                <a:gridCol w="2778814">
                  <a:extLst>
                    <a:ext uri="{9D8B030D-6E8A-4147-A177-3AD203B41FA5}">
                      <a16:colId xmlns:a16="http://schemas.microsoft.com/office/drawing/2014/main" val="412002856"/>
                    </a:ext>
                  </a:extLst>
                </a:gridCol>
                <a:gridCol w="2778814">
                  <a:extLst>
                    <a:ext uri="{9D8B030D-6E8A-4147-A177-3AD203B41FA5}">
                      <a16:colId xmlns:a16="http://schemas.microsoft.com/office/drawing/2014/main" val="1612338211"/>
                    </a:ext>
                  </a:extLst>
                </a:gridCol>
                <a:gridCol w="2778814">
                  <a:extLst>
                    <a:ext uri="{9D8B030D-6E8A-4147-A177-3AD203B41FA5}">
                      <a16:colId xmlns:a16="http://schemas.microsoft.com/office/drawing/2014/main" val="1063258354"/>
                    </a:ext>
                  </a:extLst>
                </a:gridCol>
              </a:tblGrid>
              <a:tr h="253559">
                <a:tc>
                  <a:txBody>
                    <a:bodyPr/>
                    <a:lstStyle/>
                    <a:p>
                      <a:pPr marL="0" marR="0" indent="0" algn="l" rtl="0" fontAlgn="base">
                        <a:buNone/>
                      </a:pPr>
                      <a:r>
                        <a:rPr lang="en-US" sz="1100" b="0" i="0">
                          <a:solidFill>
                            <a:srgbClr val="000000"/>
                          </a:solidFill>
                          <a:effectLst/>
                          <a:latin typeface="Aptos"/>
                        </a:rPr>
                        <a:t>Requirements Breakdown Sheet (RBS):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EA72E"/>
                    </a:solidFill>
                  </a:tcPr>
                </a:tc>
                <a:tc>
                  <a:txBody>
                    <a:bodyPr/>
                    <a:lstStyle/>
                    <a:p>
                      <a:pPr marL="0" marR="0" indent="0" algn="l" rtl="0" fontAlgn="base">
                        <a:buNone/>
                      </a:pPr>
                      <a:r>
                        <a:rPr lang="en-US" sz="1100" b="0" i="0">
                          <a:solidFill>
                            <a:srgbClr val="000000"/>
                          </a:solidFill>
                          <a:effectLst/>
                          <a:latin typeface="Aptos"/>
                        </a:rPr>
                        <a:t>Requirement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EA72E"/>
                    </a:solidFill>
                  </a:tcPr>
                </a:tc>
                <a:tc>
                  <a:txBody>
                    <a:bodyPr/>
                    <a:lstStyle/>
                    <a:p>
                      <a:pPr marL="0" marR="0" indent="0" algn="l" rtl="0" fontAlgn="base">
                        <a:buNone/>
                      </a:pPr>
                      <a:r>
                        <a:rPr lang="en-US" sz="1100" b="0" i="0">
                          <a:solidFill>
                            <a:srgbClr val="000000"/>
                          </a:solidFill>
                          <a:effectLst/>
                          <a:latin typeface="Aptos"/>
                        </a:rPr>
                        <a:t>Rationale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EA72E"/>
                    </a:solidFill>
                  </a:tcPr>
                </a:tc>
                <a:tc>
                  <a:txBody>
                    <a:bodyPr/>
                    <a:lstStyle/>
                    <a:p>
                      <a:pPr marL="0" marR="0" indent="0" algn="l" rtl="0" fontAlgn="base">
                        <a:buNone/>
                      </a:pPr>
                      <a:r>
                        <a:rPr lang="en-US" sz="1100" b="0" i="0">
                          <a:solidFill>
                            <a:srgbClr val="000000"/>
                          </a:solidFill>
                          <a:effectLst/>
                          <a:latin typeface="Aptos"/>
                        </a:rPr>
                        <a:t>Verification Method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EA72E"/>
                    </a:solidFill>
                  </a:tcPr>
                </a:tc>
                <a:extLst>
                  <a:ext uri="{0D108BD9-81ED-4DB2-BD59-A6C34878D82A}">
                    <a16:rowId xmlns:a16="http://schemas.microsoft.com/office/drawing/2014/main" val="2478977258"/>
                  </a:ext>
                </a:extLst>
              </a:tr>
              <a:tr h="585136">
                <a:tc>
                  <a:txBody>
                    <a:bodyPr/>
                    <a:lstStyle/>
                    <a:p>
                      <a:pPr marL="0" marR="0" indent="0" algn="l" rtl="0" fontAlgn="base">
                        <a:buNone/>
                      </a:pPr>
                      <a:r>
                        <a:rPr lang="en-US" sz="1100" b="0" i="0">
                          <a:solidFill>
                            <a:srgbClr val="000000"/>
                          </a:solidFill>
                          <a:effectLst/>
                          <a:latin typeface="Aptos"/>
                        </a:rPr>
                        <a:t>0.0 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Thrust Vector Assembly shall comply with all CPLC and Paso Spaceport rules and regulations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Thrust Vector Assembly is not allowed to fire otherwise.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Documentation/Clear Communication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01202738"/>
                  </a:ext>
                </a:extLst>
              </a:tr>
              <a:tr h="419347">
                <a:tc>
                  <a:txBody>
                    <a:bodyPr/>
                    <a:lstStyle/>
                    <a:p>
                      <a:pPr marL="0" marR="0" indent="0" algn="l" rtl="0" fontAlgn="base">
                        <a:buNone/>
                      </a:pPr>
                      <a:r>
                        <a:rPr lang="en-US" sz="1100" b="0" i="0">
                          <a:solidFill>
                            <a:srgbClr val="000000"/>
                          </a:solidFill>
                          <a:effectLst/>
                          <a:latin typeface="Aptos"/>
                        </a:rPr>
                        <a:t>0.1 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We shall only have 1 primary propulsion device.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This is required to comply with CPLC challenge rules.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Visual Inspection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358648"/>
                  </a:ext>
                </a:extLst>
              </a:tr>
              <a:tr h="750925">
                <a:tc>
                  <a:txBody>
                    <a:bodyPr/>
                    <a:lstStyle/>
                    <a:p>
                      <a:pPr marL="0" marR="0" indent="0" algn="l" rtl="0" fontAlgn="base">
                        <a:buNone/>
                      </a:pPr>
                      <a:r>
                        <a:rPr lang="en-US" sz="1100" b="0" i="0">
                          <a:solidFill>
                            <a:srgbClr val="000000"/>
                          </a:solidFill>
                          <a:effectLst/>
                          <a:latin typeface="Aptos"/>
                        </a:rPr>
                        <a:t>0.2 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The Primary Propulsion device shall be designed by students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This is required to comply with CPLC challenge rules and demonstrate student engineering. </a:t>
                      </a:r>
                    </a:p>
                    <a:p>
                      <a:pPr marL="0" marR="0" indent="0" algn="l" rtl="0" fontAlgn="base">
                        <a:buNone/>
                      </a:pPr>
                      <a:endParaRPr lang="en-US" sz="11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Documentation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2811309"/>
                  </a:ext>
                </a:extLst>
              </a:tr>
              <a:tr h="585136">
                <a:tc>
                  <a:txBody>
                    <a:bodyPr/>
                    <a:lstStyle/>
                    <a:p>
                      <a:pPr marL="0" marR="0" indent="0" algn="l" rtl="0" fontAlgn="base">
                        <a:buNone/>
                      </a:pPr>
                      <a:r>
                        <a:rPr lang="en-US" sz="1100" b="0" i="0">
                          <a:solidFill>
                            <a:srgbClr val="000000"/>
                          </a:solidFill>
                          <a:effectLst/>
                          <a:latin typeface="Aptos"/>
                        </a:rPr>
                        <a:t>0.3 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All components on the Thrust Vector Assembly are designed, or heavily modified, in 2019 or later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The project work should be recent and updated for current day standards.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Documentation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3700958"/>
                  </a:ext>
                </a:extLst>
              </a:tr>
              <a:tr h="419347">
                <a:tc>
                  <a:txBody>
                    <a:bodyPr/>
                    <a:lstStyle/>
                    <a:p>
                      <a:pPr marL="0" marR="0" indent="0" algn="l" rtl="0" fontAlgn="base">
                        <a:buNone/>
                      </a:pPr>
                      <a:r>
                        <a:rPr lang="en-US" sz="1100" b="0" i="0">
                          <a:solidFill>
                            <a:srgbClr val="000000"/>
                          </a:solidFill>
                          <a:effectLst/>
                          <a:latin typeface="Aptos"/>
                        </a:rPr>
                        <a:t>0.4 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Videos of all attempts shall be recorded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To ensure our attempts are verifiable.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Hot fire Procedures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6564865"/>
                  </a:ext>
                </a:extLst>
              </a:tr>
              <a:tr h="419347">
                <a:tc>
                  <a:txBody>
                    <a:bodyPr/>
                    <a:lstStyle/>
                    <a:p>
                      <a:pPr marL="0" marR="0" indent="0" algn="l" rtl="0" fontAlgn="base">
                        <a:buNone/>
                      </a:pPr>
                      <a:r>
                        <a:rPr lang="en-US" sz="1100" b="0" i="0">
                          <a:solidFill>
                            <a:srgbClr val="000000"/>
                          </a:solidFill>
                          <a:effectLst/>
                          <a:latin typeface="Aptos"/>
                        </a:rPr>
                        <a:t>0.5 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Hot fire shall not endanger any personnel or bystander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This is necessary to ensure that no one is injured during testing.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Hot fire Procedures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9513352"/>
                  </a:ext>
                </a:extLst>
              </a:tr>
              <a:tr h="585136">
                <a:tc>
                  <a:txBody>
                    <a:bodyPr/>
                    <a:lstStyle/>
                    <a:p>
                      <a:pPr marL="0" marR="0" indent="0" algn="l" rtl="0" fontAlgn="base">
                        <a:buNone/>
                      </a:pPr>
                      <a:r>
                        <a:rPr lang="en-US" sz="1100" b="0" i="0">
                          <a:solidFill>
                            <a:srgbClr val="000000"/>
                          </a:solidFill>
                          <a:effectLst/>
                          <a:latin typeface="Aptos"/>
                        </a:rPr>
                        <a:t>0.6 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All components on the Thrust Vector Assembly shall be designed with factor of safety of at least 2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To reduce risk and ensure the system operates under expected conditions.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Documentation/ Stress Strain Calcs </a:t>
                      </a:r>
                    </a:p>
                    <a:p>
                      <a:pPr marL="0" marR="0" indent="0" algn="l" rtl="0" fontAlgn="base">
                        <a:buNone/>
                      </a:pPr>
                      <a:endParaRPr lang="en-US" sz="11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5999947"/>
                  </a:ext>
                </a:extLst>
              </a:tr>
              <a:tr h="585136">
                <a:tc>
                  <a:txBody>
                    <a:bodyPr/>
                    <a:lstStyle/>
                    <a:p>
                      <a:pPr marL="0" marR="0" indent="0" algn="l" rtl="0" fontAlgn="base">
                        <a:buNone/>
                      </a:pPr>
                      <a:r>
                        <a:rPr lang="en-US" sz="1100" b="0" i="0">
                          <a:solidFill>
                            <a:srgbClr val="000000"/>
                          </a:solidFill>
                          <a:effectLst/>
                          <a:latin typeface="Aptos"/>
                        </a:rPr>
                        <a:t>0.7 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Thrust Vector Assembly shall withstand +300lbf of thrust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To ensure the assembly doesn’t fail under expected thrust.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100" b="0" i="0">
                          <a:solidFill>
                            <a:srgbClr val="000000"/>
                          </a:solidFill>
                          <a:effectLst/>
                          <a:latin typeface="Aptos"/>
                        </a:rPr>
                        <a:t>In test loop, recorded data </a:t>
                      </a:r>
                    </a:p>
                    <a:p>
                      <a:pPr marL="0" marR="0" indent="0" algn="l" rtl="0" fontAlgn="base">
                        <a:buNone/>
                      </a:pPr>
                      <a:endParaRPr lang="en-US" sz="1100" b="0" i="0">
                        <a:solidFill>
                          <a:srgbClr val="000000"/>
                        </a:solidFill>
                        <a:effectLst/>
                        <a:latin typeface="Aptos"/>
                      </a:endParaRPr>
                    </a:p>
                    <a:p>
                      <a:pPr marL="0" marR="0" indent="0" algn="l" rtl="0" fontAlgn="base">
                        <a:buNone/>
                      </a:pPr>
                      <a:endParaRPr lang="en-US" sz="11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6484045"/>
                  </a:ext>
                </a:extLst>
              </a:tr>
            </a:tbl>
          </a:graphicData>
        </a:graphic>
      </p:graphicFrame>
    </p:spTree>
    <p:extLst>
      <p:ext uri="{BB962C8B-B14F-4D97-AF65-F5344CB8AC3E}">
        <p14:creationId xmlns:p14="http://schemas.microsoft.com/office/powerpoint/2010/main" val="4294279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E9874-E387-C083-A288-32823C402C5A}"/>
              </a:ext>
            </a:extLst>
          </p:cNvPr>
          <p:cNvSpPr>
            <a:spLocks noGrp="1"/>
          </p:cNvSpPr>
          <p:nvPr>
            <p:ph type="title"/>
          </p:nvPr>
        </p:nvSpPr>
        <p:spPr/>
        <p:txBody>
          <a:bodyPr/>
          <a:lstStyle/>
          <a:p>
            <a:r>
              <a:rPr lang="en-US">
                <a:latin typeface="Munistic"/>
              </a:rPr>
              <a:t>Requirements:			</a:t>
            </a:r>
            <a:r>
              <a:rPr lang="en-US" sz="3200">
                <a:latin typeface="Munistic"/>
              </a:rPr>
              <a:t>Top Level</a:t>
            </a:r>
            <a:endParaRPr lang="en-US"/>
          </a:p>
        </p:txBody>
      </p:sp>
      <p:graphicFrame>
        <p:nvGraphicFramePr>
          <p:cNvPr id="5" name="Table 4">
            <a:extLst>
              <a:ext uri="{FF2B5EF4-FFF2-40B4-BE49-F238E27FC236}">
                <a16:creationId xmlns:a16="http://schemas.microsoft.com/office/drawing/2014/main" id="{0BD947BF-33E1-993D-7EB7-69C23779519D}"/>
              </a:ext>
            </a:extLst>
          </p:cNvPr>
          <p:cNvGraphicFramePr>
            <a:graphicFrameLocks noGrp="1"/>
          </p:cNvGraphicFramePr>
          <p:nvPr>
            <p:extLst>
              <p:ext uri="{D42A27DB-BD31-4B8C-83A1-F6EECF244321}">
                <p14:modId xmlns:p14="http://schemas.microsoft.com/office/powerpoint/2010/main" val="3300487650"/>
              </p:ext>
            </p:extLst>
          </p:nvPr>
        </p:nvGraphicFramePr>
        <p:xfrm>
          <a:off x="670560" y="1544320"/>
          <a:ext cx="10952708" cy="4602728"/>
        </p:xfrm>
        <a:graphic>
          <a:graphicData uri="http://schemas.openxmlformats.org/drawingml/2006/table">
            <a:tbl>
              <a:tblPr bandRow="1">
                <a:tableStyleId>{5C22544A-7EE6-4342-B048-85BDC9FD1C3A}</a:tableStyleId>
              </a:tblPr>
              <a:tblGrid>
                <a:gridCol w="2738177">
                  <a:extLst>
                    <a:ext uri="{9D8B030D-6E8A-4147-A177-3AD203B41FA5}">
                      <a16:colId xmlns:a16="http://schemas.microsoft.com/office/drawing/2014/main" val="1228527206"/>
                    </a:ext>
                  </a:extLst>
                </a:gridCol>
                <a:gridCol w="2738177">
                  <a:extLst>
                    <a:ext uri="{9D8B030D-6E8A-4147-A177-3AD203B41FA5}">
                      <a16:colId xmlns:a16="http://schemas.microsoft.com/office/drawing/2014/main" val="412002856"/>
                    </a:ext>
                  </a:extLst>
                </a:gridCol>
                <a:gridCol w="2738177">
                  <a:extLst>
                    <a:ext uri="{9D8B030D-6E8A-4147-A177-3AD203B41FA5}">
                      <a16:colId xmlns:a16="http://schemas.microsoft.com/office/drawing/2014/main" val="1612338211"/>
                    </a:ext>
                  </a:extLst>
                </a:gridCol>
                <a:gridCol w="2738177">
                  <a:extLst>
                    <a:ext uri="{9D8B030D-6E8A-4147-A177-3AD203B41FA5}">
                      <a16:colId xmlns:a16="http://schemas.microsoft.com/office/drawing/2014/main" val="1063258354"/>
                    </a:ext>
                  </a:extLst>
                </a:gridCol>
              </a:tblGrid>
              <a:tr h="441519">
                <a:tc>
                  <a:txBody>
                    <a:bodyPr/>
                    <a:lstStyle/>
                    <a:p>
                      <a:pPr marL="0" marR="0" indent="0" algn="l" rtl="0" fontAlgn="base">
                        <a:buNone/>
                      </a:pPr>
                      <a:r>
                        <a:rPr lang="en-US" sz="1200" b="0" i="0">
                          <a:solidFill>
                            <a:srgbClr val="000000"/>
                          </a:solidFill>
                          <a:effectLst/>
                          <a:latin typeface="Aptos"/>
                        </a:rPr>
                        <a:t>Requirements Breakdown Sheet (RBS):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EA72E"/>
                    </a:solidFill>
                  </a:tcPr>
                </a:tc>
                <a:tc>
                  <a:txBody>
                    <a:bodyPr/>
                    <a:lstStyle/>
                    <a:p>
                      <a:pPr marL="0" marR="0" indent="0" algn="l" rtl="0" fontAlgn="base">
                        <a:buNone/>
                      </a:pPr>
                      <a:r>
                        <a:rPr lang="en-US" sz="1200" b="0" i="0">
                          <a:solidFill>
                            <a:srgbClr val="000000"/>
                          </a:solidFill>
                          <a:effectLst/>
                          <a:latin typeface="Aptos"/>
                        </a:rPr>
                        <a:t>Requirement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EA72E"/>
                    </a:solidFill>
                  </a:tcPr>
                </a:tc>
                <a:tc>
                  <a:txBody>
                    <a:bodyPr/>
                    <a:lstStyle/>
                    <a:p>
                      <a:pPr marL="0" marR="0" indent="0" algn="l" rtl="0" fontAlgn="base">
                        <a:buNone/>
                      </a:pPr>
                      <a:r>
                        <a:rPr lang="en-US" sz="1200" b="0" i="0">
                          <a:solidFill>
                            <a:srgbClr val="000000"/>
                          </a:solidFill>
                          <a:effectLst/>
                          <a:latin typeface="Aptos"/>
                        </a:rPr>
                        <a:t>Rationale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EA72E"/>
                    </a:solidFill>
                  </a:tcPr>
                </a:tc>
                <a:tc>
                  <a:txBody>
                    <a:bodyPr/>
                    <a:lstStyle/>
                    <a:p>
                      <a:pPr marL="0" marR="0" indent="0" algn="l" rtl="0" fontAlgn="base">
                        <a:buNone/>
                      </a:pPr>
                      <a:r>
                        <a:rPr lang="en-US" sz="1200" b="0" i="0">
                          <a:solidFill>
                            <a:srgbClr val="000000"/>
                          </a:solidFill>
                          <a:effectLst/>
                          <a:latin typeface="Aptos"/>
                        </a:rPr>
                        <a:t>Verification Method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EA72E"/>
                    </a:solidFill>
                  </a:tcPr>
                </a:tc>
                <a:extLst>
                  <a:ext uri="{0D108BD9-81ED-4DB2-BD59-A6C34878D82A}">
                    <a16:rowId xmlns:a16="http://schemas.microsoft.com/office/drawing/2014/main" val="2478977258"/>
                  </a:ext>
                </a:extLst>
              </a:tr>
              <a:tr h="539634">
                <a:tc>
                  <a:txBody>
                    <a:bodyPr/>
                    <a:lstStyle/>
                    <a:p>
                      <a:pPr marL="0" marR="0" indent="0" algn="l" rtl="0" fontAlgn="base">
                        <a:buNone/>
                      </a:pPr>
                      <a:r>
                        <a:rPr lang="en-US" sz="1200" b="0" i="0">
                          <a:solidFill>
                            <a:srgbClr val="000000"/>
                          </a:solidFill>
                          <a:effectLst/>
                          <a:latin typeface="Aptos"/>
                        </a:rPr>
                        <a:t>1 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200" b="0" i="0">
                          <a:solidFill>
                            <a:srgbClr val="000000"/>
                          </a:solidFill>
                          <a:effectLst/>
                          <a:latin typeface="Aptos"/>
                        </a:rPr>
                        <a:t>TCA shall be designed for nitrous oxide as an oxidizer and ethanol as a fuel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200" b="0" i="0">
                          <a:solidFill>
                            <a:srgbClr val="000000"/>
                          </a:solidFill>
                          <a:effectLst/>
                          <a:latin typeface="Aptos"/>
                        </a:rPr>
                        <a:t>To ensure system performance and safety.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200" b="0" i="0">
                          <a:solidFill>
                            <a:srgbClr val="000000"/>
                          </a:solidFill>
                          <a:effectLst/>
                          <a:latin typeface="Aptos"/>
                        </a:rPr>
                        <a:t>Inspection. Documentation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3042698"/>
                  </a:ext>
                </a:extLst>
              </a:tr>
              <a:tr h="853603">
                <a:tc>
                  <a:txBody>
                    <a:bodyPr/>
                    <a:lstStyle/>
                    <a:p>
                      <a:pPr marL="0" marR="0" indent="0" algn="l" rtl="0" fontAlgn="base">
                        <a:buNone/>
                      </a:pPr>
                      <a:r>
                        <a:rPr lang="en-US" sz="1200" b="0" i="0">
                          <a:solidFill>
                            <a:srgbClr val="000000"/>
                          </a:solidFill>
                          <a:effectLst/>
                          <a:latin typeface="Aptos"/>
                        </a:rPr>
                        <a:t>2 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spcAft>
                          <a:spcPts val="800"/>
                        </a:spcAft>
                        <a:buNone/>
                      </a:pPr>
                      <a:r>
                        <a:rPr lang="en-US" sz="1200" b="0" i="0">
                          <a:solidFill>
                            <a:srgbClr val="000000"/>
                          </a:solidFill>
                          <a:effectLst/>
                          <a:latin typeface="Aptos"/>
                        </a:rPr>
                        <a:t>TCA shall be designed to withstand +300psi chamber pressure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200" b="0" i="0">
                          <a:solidFill>
                            <a:srgbClr val="000000"/>
                          </a:solidFill>
                          <a:effectLst/>
                          <a:latin typeface="Aptos"/>
                        </a:rPr>
                        <a:t>This is necessary to ensure the chamber can withhold expected pressure without failure.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200" b="0" i="0">
                          <a:solidFill>
                            <a:srgbClr val="000000"/>
                          </a:solidFill>
                          <a:effectLst/>
                          <a:latin typeface="Aptos"/>
                        </a:rPr>
                        <a:t>Test/Analysis. In test loop, recorded data </a:t>
                      </a:r>
                      <a:endParaRPr lang="en-US" sz="900" b="0" i="0">
                        <a:solidFill>
                          <a:srgbClr val="000000"/>
                        </a:solidFill>
                        <a:effectLst/>
                        <a:latin typeface="Aptos"/>
                      </a:endParaRPr>
                    </a:p>
                    <a:p>
                      <a:pPr marL="0" marR="0" indent="0" algn="l" rtl="0" fontAlgn="base">
                        <a:buNone/>
                      </a:pPr>
                      <a:endParaRPr lang="en-US" sz="900" b="0" i="0">
                        <a:solidFill>
                          <a:srgbClr val="000000"/>
                        </a:solidFill>
                        <a:effectLst/>
                        <a:latin typeface="Aptos"/>
                      </a:endParaRPr>
                    </a:p>
                    <a:p>
                      <a:pPr marL="0" marR="0" indent="0" algn="l" rtl="0" fontAlgn="base">
                        <a:buNone/>
                      </a:pPr>
                      <a:endParaRPr lang="en-US" sz="900" b="0" i="0">
                        <a:solidFill>
                          <a:srgbClr val="000000"/>
                        </a:solidFill>
                        <a:effectLst/>
                        <a:latin typeface="Aptos"/>
                      </a:endParaRPr>
                    </a:p>
                    <a:p>
                      <a:pPr marL="0" marR="0" indent="0" algn="l" rtl="0" fontAlgn="base">
                        <a:buNone/>
                      </a:pP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8840989"/>
                  </a:ext>
                </a:extLst>
              </a:tr>
              <a:tr h="647560">
                <a:tc>
                  <a:txBody>
                    <a:bodyPr/>
                    <a:lstStyle/>
                    <a:p>
                      <a:pPr marL="0" marR="0" indent="0" algn="l" rtl="0" fontAlgn="base">
                        <a:buNone/>
                      </a:pPr>
                      <a:r>
                        <a:rPr lang="en-US" sz="1200" b="0" i="0">
                          <a:solidFill>
                            <a:srgbClr val="000000"/>
                          </a:solidFill>
                          <a:effectLst/>
                          <a:latin typeface="Aptos"/>
                        </a:rPr>
                        <a:t>3 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200" b="0" i="0">
                          <a:solidFill>
                            <a:srgbClr val="000000"/>
                          </a:solidFill>
                          <a:effectLst/>
                          <a:latin typeface="Aptos"/>
                        </a:rPr>
                        <a:t>TCA shall have an e-stop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200" b="0" i="0">
                          <a:solidFill>
                            <a:srgbClr val="000000"/>
                          </a:solidFill>
                          <a:effectLst/>
                          <a:latin typeface="Aptos"/>
                        </a:rPr>
                        <a:t>In case of emergency, the test operators can stop the test safely.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200" b="0" i="0">
                          <a:solidFill>
                            <a:srgbClr val="000000"/>
                          </a:solidFill>
                          <a:effectLst/>
                          <a:latin typeface="Aptos"/>
                        </a:rPr>
                        <a:t>Inspection. HITL testing, demonstrate that the TCA stops due to e-stop </a:t>
                      </a:r>
                      <a:endParaRPr lang="en-US" sz="900" b="0" i="0">
                        <a:solidFill>
                          <a:srgbClr val="000000"/>
                        </a:solidFill>
                        <a:effectLst/>
                        <a:latin typeface="Aptos"/>
                      </a:endParaRPr>
                    </a:p>
                    <a:p>
                      <a:pPr marL="0" marR="0" indent="0" algn="l" rtl="0" fontAlgn="base">
                        <a:buNone/>
                      </a:pP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5268870"/>
                  </a:ext>
                </a:extLst>
              </a:tr>
              <a:tr h="676995">
                <a:tc>
                  <a:txBody>
                    <a:bodyPr/>
                    <a:lstStyle/>
                    <a:p>
                      <a:pPr marL="0" marR="0" indent="0" algn="l" rtl="0" fontAlgn="base">
                        <a:buNone/>
                      </a:pPr>
                      <a:r>
                        <a:rPr lang="en-US" sz="1200" b="0" i="0">
                          <a:solidFill>
                            <a:srgbClr val="000000"/>
                          </a:solidFill>
                          <a:effectLst/>
                          <a:latin typeface="Aptos"/>
                        </a:rPr>
                        <a:t>4 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200" b="0" i="0">
                          <a:solidFill>
                            <a:srgbClr val="000000"/>
                          </a:solidFill>
                          <a:effectLst/>
                          <a:latin typeface="Aptos"/>
                        </a:rPr>
                        <a:t>The Thrust Chamber Assembly shall fire at or above 300lbf of thrust for at least 10 seconds.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200" b="0" i="0">
                          <a:solidFill>
                            <a:srgbClr val="000000"/>
                          </a:solidFill>
                          <a:effectLst/>
                          <a:latin typeface="Aptos"/>
                        </a:rPr>
                        <a:t>To ensure the assembly can withstand the expected thrust for an extended duration without failure.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200" b="0" i="0">
                          <a:solidFill>
                            <a:srgbClr val="000000"/>
                          </a:solidFill>
                          <a:effectLst/>
                          <a:latin typeface="Aptos"/>
                        </a:rPr>
                        <a:t>Test. In test loop, recorded data </a:t>
                      </a:r>
                      <a:endParaRPr lang="en-US" sz="900" b="0" i="0">
                        <a:solidFill>
                          <a:srgbClr val="000000"/>
                        </a:solidFill>
                        <a:effectLst/>
                        <a:latin typeface="Aptos"/>
                      </a:endParaRPr>
                    </a:p>
                    <a:p>
                      <a:pPr marL="0" marR="0" indent="0" algn="l" rtl="0" fontAlgn="base">
                        <a:buNone/>
                      </a:pP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4956287"/>
                  </a:ext>
                </a:extLst>
              </a:tr>
              <a:tr h="833980">
                <a:tc>
                  <a:txBody>
                    <a:bodyPr/>
                    <a:lstStyle/>
                    <a:p>
                      <a:pPr marL="0" marR="0" indent="0" algn="l" rtl="0" fontAlgn="base">
                        <a:buNone/>
                      </a:pPr>
                      <a:r>
                        <a:rPr lang="en-US" sz="1200" b="0" i="0">
                          <a:solidFill>
                            <a:srgbClr val="000000"/>
                          </a:solidFill>
                          <a:effectLst/>
                          <a:latin typeface="Aptos"/>
                        </a:rPr>
                        <a:t>5 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spcAft>
                          <a:spcPts val="800"/>
                        </a:spcAft>
                        <a:buNone/>
                      </a:pPr>
                      <a:r>
                        <a:rPr lang="en-US" sz="1200" b="0" i="0">
                          <a:solidFill>
                            <a:srgbClr val="000000"/>
                          </a:solidFill>
                          <a:effectLst/>
                          <a:latin typeface="Aptos"/>
                        </a:rPr>
                        <a:t>The thrust Vector Gimbal shall actuate 7 degrees in every direction in a full circle, in a controlled manner.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200" b="0" i="0">
                          <a:solidFill>
                            <a:srgbClr val="000000"/>
                          </a:solidFill>
                          <a:effectLst/>
                          <a:latin typeface="Aptos"/>
                        </a:rPr>
                        <a:t>To ensure the assembly can actuate in its full range of motion safely and controllably.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200" b="0" i="0">
                          <a:solidFill>
                            <a:srgbClr val="000000"/>
                          </a:solidFill>
                          <a:effectLst/>
                          <a:latin typeface="Aptos"/>
                        </a:rPr>
                        <a:t>Analysis. In test loop, recorded data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902700"/>
                  </a:ext>
                </a:extLst>
              </a:tr>
              <a:tr h="578880">
                <a:tc>
                  <a:txBody>
                    <a:bodyPr/>
                    <a:lstStyle/>
                    <a:p>
                      <a:pPr marL="0" marR="0" indent="0" algn="l" rtl="0" fontAlgn="base">
                        <a:buNone/>
                      </a:pPr>
                      <a:r>
                        <a:rPr lang="en-US" sz="1200" b="0" i="0">
                          <a:solidFill>
                            <a:srgbClr val="000000"/>
                          </a:solidFill>
                          <a:effectLst/>
                          <a:latin typeface="Aptos"/>
                        </a:rPr>
                        <a:t>6 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spcAft>
                          <a:spcPts val="800"/>
                        </a:spcAft>
                        <a:buNone/>
                      </a:pPr>
                      <a:r>
                        <a:rPr lang="en-US" sz="1200" b="0" i="0">
                          <a:solidFill>
                            <a:srgbClr val="000000"/>
                          </a:solidFill>
                          <a:effectLst/>
                          <a:latin typeface="Aptos"/>
                        </a:rPr>
                        <a:t>Propellants used for testing must fall below 0.5 TNT equivalent. </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200" b="0" i="0">
                          <a:solidFill>
                            <a:srgbClr val="000000"/>
                          </a:solidFill>
                          <a:effectLst/>
                          <a:latin typeface="Aptos"/>
                        </a:rPr>
                        <a:t>To keep test risk below maximum.</a:t>
                      </a: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US" sz="1200" b="0" i="0">
                          <a:solidFill>
                            <a:srgbClr val="000000"/>
                          </a:solidFill>
                          <a:effectLst/>
                          <a:latin typeface="Aptos"/>
                        </a:rPr>
                        <a:t>Documentation TNT equivalent calculation. </a:t>
                      </a:r>
                      <a:endParaRPr lang="en-US" sz="900" b="0" i="0">
                        <a:solidFill>
                          <a:srgbClr val="000000"/>
                        </a:solidFill>
                        <a:effectLst/>
                        <a:latin typeface="Aptos"/>
                      </a:endParaRPr>
                    </a:p>
                    <a:p>
                      <a:pPr marL="0" marR="0" indent="0" algn="l" rtl="0" fontAlgn="base">
                        <a:buNone/>
                      </a:pPr>
                      <a:endParaRPr lang="en-US" sz="900" b="0" i="0">
                        <a:solidFill>
                          <a:srgbClr val="000000"/>
                        </a:solidFill>
                        <a:effectLst/>
                        <a:latin typeface="Aptos"/>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81493456"/>
                  </a:ext>
                </a:extLst>
              </a:tr>
            </a:tbl>
          </a:graphicData>
        </a:graphic>
      </p:graphicFrame>
    </p:spTree>
    <p:extLst>
      <p:ext uri="{BB962C8B-B14F-4D97-AF65-F5344CB8AC3E}">
        <p14:creationId xmlns:p14="http://schemas.microsoft.com/office/powerpoint/2010/main" val="2452431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FE5A1-AF47-5213-8058-FDC1B9F1369B}"/>
              </a:ext>
            </a:extLst>
          </p:cNvPr>
          <p:cNvSpPr>
            <a:spLocks noGrp="1"/>
          </p:cNvSpPr>
          <p:nvPr>
            <p:ph type="title"/>
          </p:nvPr>
        </p:nvSpPr>
        <p:spPr/>
        <p:txBody>
          <a:bodyPr/>
          <a:lstStyle/>
          <a:p>
            <a:r>
              <a:rPr lang="en-US">
                <a:latin typeface="Munistic"/>
              </a:rPr>
              <a:t>Systems					</a:t>
            </a:r>
            <a:r>
              <a:rPr lang="en-US" sz="3200">
                <a:latin typeface="Munistic"/>
              </a:rPr>
              <a:t>Live Doc</a:t>
            </a:r>
            <a:endParaRPr lang="en-US"/>
          </a:p>
        </p:txBody>
      </p:sp>
      <p:pic>
        <p:nvPicPr>
          <p:cNvPr id="5" name="Picture 4">
            <a:extLst>
              <a:ext uri="{FF2B5EF4-FFF2-40B4-BE49-F238E27FC236}">
                <a16:creationId xmlns:a16="http://schemas.microsoft.com/office/drawing/2014/main" id="{043CFB9A-3B64-BE62-F86A-2E7C9A364439}"/>
              </a:ext>
            </a:extLst>
          </p:cNvPr>
          <p:cNvPicPr>
            <a:picLocks noChangeAspect="1"/>
          </p:cNvPicPr>
          <p:nvPr/>
        </p:nvPicPr>
        <p:blipFill>
          <a:blip r:embed="rId2"/>
          <a:stretch>
            <a:fillRect/>
          </a:stretch>
        </p:blipFill>
        <p:spPr>
          <a:xfrm>
            <a:off x="7750629" y="1680471"/>
            <a:ext cx="4345127" cy="4345127"/>
          </a:xfrm>
          <a:prstGeom prst="rect">
            <a:avLst/>
          </a:prstGeom>
        </p:spPr>
      </p:pic>
      <p:sp>
        <p:nvSpPr>
          <p:cNvPr id="7" name="Text Placeholder 6">
            <a:extLst>
              <a:ext uri="{FF2B5EF4-FFF2-40B4-BE49-F238E27FC236}">
                <a16:creationId xmlns:a16="http://schemas.microsoft.com/office/drawing/2014/main" id="{056B20B8-8742-5F7A-B776-E7FBDF8DE33F}"/>
              </a:ext>
            </a:extLst>
          </p:cNvPr>
          <p:cNvSpPr>
            <a:spLocks noGrp="1"/>
          </p:cNvSpPr>
          <p:nvPr>
            <p:ph type="body" sz="quarter" idx="11"/>
          </p:nvPr>
        </p:nvSpPr>
        <p:spPr/>
        <p:txBody>
          <a:bodyPr/>
          <a:lstStyle/>
          <a:p>
            <a:r>
              <a:rPr lang="en-US" b="1" u="sng"/>
              <a:t>Live Doc Summary:</a:t>
            </a:r>
          </a:p>
        </p:txBody>
      </p:sp>
      <p:sp>
        <p:nvSpPr>
          <p:cNvPr id="8" name="TextBox 7">
            <a:extLst>
              <a:ext uri="{FF2B5EF4-FFF2-40B4-BE49-F238E27FC236}">
                <a16:creationId xmlns:a16="http://schemas.microsoft.com/office/drawing/2014/main" id="{E334511E-D287-9628-407C-E0DE294A24F1}"/>
              </a:ext>
            </a:extLst>
          </p:cNvPr>
          <p:cNvSpPr txBox="1"/>
          <p:nvPr/>
        </p:nvSpPr>
        <p:spPr>
          <a:xfrm>
            <a:off x="672347" y="2369489"/>
            <a:ext cx="5976103" cy="3693319"/>
          </a:xfrm>
          <a:prstGeom prst="rect">
            <a:avLst/>
          </a:prstGeom>
          <a:noFill/>
        </p:spPr>
        <p:txBody>
          <a:bodyPr wrap="square" rtlCol="0">
            <a:spAutoFit/>
          </a:bodyPr>
          <a:lstStyle/>
          <a:p>
            <a:r>
              <a:rPr lang="en-US" b="1"/>
              <a:t>Purpose: </a:t>
            </a:r>
            <a:r>
              <a:rPr lang="en-US"/>
              <a:t>Through the Live Document, anyone can view the calculations, data, and documentation for TVC on one page.</a:t>
            </a:r>
          </a:p>
          <a:p>
            <a:endParaRPr lang="en-US"/>
          </a:p>
          <a:p>
            <a:r>
              <a:rPr lang="en-US" b="1"/>
              <a:t>Includes: </a:t>
            </a:r>
            <a:endParaRPr lang="en-US"/>
          </a:p>
          <a:p>
            <a:pPr marL="342900" indent="-342900">
              <a:buFont typeface="+mj-lt"/>
              <a:buAutoNum type="arabicPeriod"/>
            </a:pPr>
            <a:r>
              <a:rPr lang="en-US"/>
              <a:t>TVC Calculations Explanation</a:t>
            </a:r>
          </a:p>
          <a:p>
            <a:pPr marL="342900" indent="-342900">
              <a:buFont typeface="+mj-lt"/>
              <a:buAutoNum type="arabicPeriod"/>
            </a:pPr>
            <a:r>
              <a:rPr lang="en-US"/>
              <a:t>MATLAB Script</a:t>
            </a:r>
          </a:p>
          <a:p>
            <a:pPr marL="342900" indent="-342900">
              <a:buFont typeface="+mj-lt"/>
              <a:buAutoNum type="arabicPeriod"/>
            </a:pPr>
            <a:r>
              <a:rPr lang="en-US"/>
              <a:t>Wiring Diagram</a:t>
            </a:r>
          </a:p>
          <a:p>
            <a:pPr marL="342900" indent="-342900">
              <a:buFont typeface="+mj-lt"/>
              <a:buAutoNum type="arabicPeriod"/>
            </a:pPr>
            <a:r>
              <a:rPr lang="en-US"/>
              <a:t>Arduino IDE Linear Move Sketch</a:t>
            </a:r>
          </a:p>
          <a:p>
            <a:pPr marL="342900" indent="-342900">
              <a:buFont typeface="+mj-lt"/>
              <a:buAutoNum type="arabicPeriod"/>
            </a:pPr>
            <a:r>
              <a:rPr lang="en-US"/>
              <a:t>Arduino Linear Actuator Scaling</a:t>
            </a:r>
          </a:p>
          <a:p>
            <a:pPr marL="342900" indent="-342900">
              <a:buFont typeface="+mj-lt"/>
              <a:buAutoNum type="arabicPeriod"/>
            </a:pPr>
            <a:r>
              <a:rPr lang="en-US"/>
              <a:t>Extension Data</a:t>
            </a:r>
          </a:p>
          <a:p>
            <a:pPr marL="342900" indent="-342900">
              <a:buFont typeface="+mj-lt"/>
              <a:buAutoNum type="arabicPeriod"/>
            </a:pPr>
            <a:r>
              <a:rPr lang="en-US"/>
              <a:t>Requirements</a:t>
            </a:r>
          </a:p>
          <a:p>
            <a:pPr marL="342900" indent="-342900">
              <a:buFont typeface="+mj-lt"/>
              <a:buAutoNum type="arabicPeriod"/>
            </a:pPr>
            <a:r>
              <a:rPr lang="en-US"/>
              <a:t>TVC Stress Strain Calculations</a:t>
            </a:r>
          </a:p>
          <a:p>
            <a:pPr marL="342900" indent="-342900">
              <a:buFont typeface="+mj-lt"/>
              <a:buAutoNum type="arabicPeriod"/>
            </a:pPr>
            <a:endParaRPr lang="en-US"/>
          </a:p>
        </p:txBody>
      </p:sp>
    </p:spTree>
    <p:extLst>
      <p:ext uri="{BB962C8B-B14F-4D97-AF65-F5344CB8AC3E}">
        <p14:creationId xmlns:p14="http://schemas.microsoft.com/office/powerpoint/2010/main" val="3160462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DA911-C992-D18F-7BD9-5487EA2581A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D02D47-36D0-413B-A50C-5620B9F9732F}"/>
              </a:ext>
            </a:extLst>
          </p:cNvPr>
          <p:cNvSpPr>
            <a:spLocks noGrp="1"/>
          </p:cNvSpPr>
          <p:nvPr>
            <p:ph type="ftr" sz="quarter" idx="16"/>
          </p:nvPr>
        </p:nvSpPr>
        <p:spPr/>
        <p:txBody>
          <a:bodyPr/>
          <a:lstStyle/>
          <a:p>
            <a:r>
              <a:rPr lang="en-US"/>
              <a:t>TVC PDR</a:t>
            </a:r>
          </a:p>
        </p:txBody>
      </p:sp>
      <p:sp>
        <p:nvSpPr>
          <p:cNvPr id="4" name="Slide Number Placeholder 3">
            <a:extLst>
              <a:ext uri="{FF2B5EF4-FFF2-40B4-BE49-F238E27FC236}">
                <a16:creationId xmlns:a16="http://schemas.microsoft.com/office/drawing/2014/main" id="{EDBB607D-A80C-C5D8-1A68-BDDC4846A318}"/>
              </a:ext>
            </a:extLst>
          </p:cNvPr>
          <p:cNvSpPr>
            <a:spLocks noGrp="1"/>
          </p:cNvSpPr>
          <p:nvPr>
            <p:ph type="sldNum" sz="quarter" idx="17"/>
          </p:nvPr>
        </p:nvSpPr>
        <p:spPr/>
        <p:txBody>
          <a:bodyPr/>
          <a:lstStyle/>
          <a:p>
            <a:r>
              <a:rPr lang="en-US"/>
              <a:t>/   </a:t>
            </a:r>
            <a:fld id="{6C7E6F33-74EE-5541-8108-8353B402F8C1}" type="slidenum">
              <a:rPr lang="en-US" smtClean="0"/>
              <a:pPr/>
              <a:t>8</a:t>
            </a:fld>
            <a:endParaRPr lang="en-US"/>
          </a:p>
        </p:txBody>
      </p:sp>
      <p:sp>
        <p:nvSpPr>
          <p:cNvPr id="5" name="Title 4">
            <a:extLst>
              <a:ext uri="{FF2B5EF4-FFF2-40B4-BE49-F238E27FC236}">
                <a16:creationId xmlns:a16="http://schemas.microsoft.com/office/drawing/2014/main" id="{45C3AC46-25C5-B79D-EA53-FC0EFEDC50B2}"/>
              </a:ext>
            </a:extLst>
          </p:cNvPr>
          <p:cNvSpPr>
            <a:spLocks noGrp="1"/>
          </p:cNvSpPr>
          <p:nvPr>
            <p:ph type="title"/>
          </p:nvPr>
        </p:nvSpPr>
        <p:spPr/>
        <p:txBody>
          <a:bodyPr/>
          <a:lstStyle/>
          <a:p>
            <a:r>
              <a:rPr lang="en-US">
                <a:latin typeface="Munistic"/>
              </a:rPr>
              <a:t>Systems</a:t>
            </a:r>
            <a:endParaRPr lang="en-US"/>
          </a:p>
        </p:txBody>
      </p:sp>
      <p:sp>
        <p:nvSpPr>
          <p:cNvPr id="6" name="Text Placeholder 5">
            <a:extLst>
              <a:ext uri="{FF2B5EF4-FFF2-40B4-BE49-F238E27FC236}">
                <a16:creationId xmlns:a16="http://schemas.microsoft.com/office/drawing/2014/main" id="{11357A53-DACF-5967-DD96-9216B3E01497}"/>
              </a:ext>
            </a:extLst>
          </p:cNvPr>
          <p:cNvSpPr>
            <a:spLocks noGrp="1"/>
          </p:cNvSpPr>
          <p:nvPr>
            <p:ph type="body" sz="quarter" idx="13"/>
          </p:nvPr>
        </p:nvSpPr>
        <p:spPr/>
        <p:txBody>
          <a:bodyPr/>
          <a:lstStyle/>
          <a:p>
            <a:r>
              <a:rPr lang="en-US" sz="1850">
                <a:ea typeface="Source Sans Pro"/>
                <a:cs typeface="Calibri"/>
              </a:rPr>
              <a:t>Concept of Operations(Con-Ops) </a:t>
            </a:r>
            <a:endParaRPr lang="en-US"/>
          </a:p>
        </p:txBody>
      </p:sp>
      <p:sp>
        <p:nvSpPr>
          <p:cNvPr id="7" name="TextBox 6">
            <a:extLst>
              <a:ext uri="{FF2B5EF4-FFF2-40B4-BE49-F238E27FC236}">
                <a16:creationId xmlns:a16="http://schemas.microsoft.com/office/drawing/2014/main" id="{88246DA3-F2ED-68DB-331D-112E99182BF2}"/>
              </a:ext>
            </a:extLst>
          </p:cNvPr>
          <p:cNvSpPr txBox="1"/>
          <p:nvPr/>
        </p:nvSpPr>
        <p:spPr>
          <a:xfrm>
            <a:off x="7713591" y="1528854"/>
            <a:ext cx="4372391" cy="4370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ea typeface="Calibri"/>
                <a:cs typeface="Calibri"/>
              </a:rPr>
              <a:t>Con-Ops Overview:</a:t>
            </a:r>
          </a:p>
          <a:p>
            <a:endParaRPr lang="en-US" sz="2000">
              <a:ea typeface="Calibri"/>
              <a:cs typeface="Calibri"/>
            </a:endParaRPr>
          </a:p>
          <a:p>
            <a:pPr marL="342900" indent="-342900">
              <a:buFont typeface="+mj-lt"/>
              <a:buAutoNum type="arabicPeriod"/>
            </a:pPr>
            <a:r>
              <a:rPr lang="en-US" sz="2000">
                <a:ea typeface="Calibri"/>
                <a:cs typeface="Calibri"/>
              </a:rPr>
              <a:t>Hot Fire begins</a:t>
            </a:r>
          </a:p>
          <a:p>
            <a:pPr marL="342900" indent="-342900">
              <a:buAutoNum type="arabicPeriod"/>
            </a:pPr>
            <a:endParaRPr lang="en-US" sz="2000">
              <a:ea typeface="Calibri"/>
              <a:cs typeface="Calibri"/>
            </a:endParaRPr>
          </a:p>
          <a:p>
            <a:pPr marL="342900" indent="-342900">
              <a:buFont typeface="+mj-lt"/>
              <a:buAutoNum type="arabicPeriod"/>
            </a:pPr>
            <a:r>
              <a:rPr lang="en-US" sz="2000">
                <a:ea typeface="Calibri"/>
                <a:cs typeface="Calibri"/>
              </a:rPr>
              <a:t>Linear Actuators tilt the engine from normal to 7 degrees south</a:t>
            </a:r>
          </a:p>
          <a:p>
            <a:pPr marL="342900" indent="-342900">
              <a:buAutoNum type="arabicPeriod"/>
            </a:pPr>
            <a:endParaRPr lang="en-US" sz="2000">
              <a:ea typeface="Calibri"/>
              <a:cs typeface="Calibri"/>
            </a:endParaRPr>
          </a:p>
          <a:p>
            <a:pPr marL="342900" indent="-342900">
              <a:buFont typeface="+mj-lt"/>
              <a:buAutoNum type="arabicPeriod"/>
            </a:pPr>
            <a:r>
              <a:rPr lang="en-US" sz="2000">
                <a:ea typeface="Calibri"/>
                <a:cs typeface="Calibri"/>
              </a:rPr>
              <a:t>Linear Actuators rotate clockwise 360 degrees to return to South</a:t>
            </a:r>
          </a:p>
          <a:p>
            <a:pPr marL="342900" indent="-342900">
              <a:buAutoNum type="arabicPeriod"/>
            </a:pPr>
            <a:endParaRPr lang="en-US" sz="2000">
              <a:ea typeface="Calibri"/>
              <a:cs typeface="Calibri"/>
            </a:endParaRPr>
          </a:p>
          <a:p>
            <a:pPr marL="342900" indent="-342900">
              <a:buFont typeface="+mj-lt"/>
              <a:buAutoNum type="arabicPeriod"/>
            </a:pPr>
            <a:r>
              <a:rPr lang="en-US" sz="2000">
                <a:ea typeface="Calibri"/>
                <a:cs typeface="Calibri"/>
              </a:rPr>
              <a:t>Engine Returns to normal orientation</a:t>
            </a:r>
          </a:p>
          <a:p>
            <a:pPr marL="342900" indent="-342900">
              <a:buAutoNum type="arabicPeriod"/>
            </a:pPr>
            <a:endParaRPr lang="en-US" sz="2000">
              <a:ea typeface="Calibri"/>
              <a:cs typeface="Calibri"/>
            </a:endParaRPr>
          </a:p>
          <a:p>
            <a:pPr marL="342900" indent="-342900">
              <a:buFont typeface="+mj-lt"/>
              <a:buAutoNum type="arabicPeriod"/>
            </a:pPr>
            <a:r>
              <a:rPr lang="en-US" sz="2000">
                <a:ea typeface="Calibri"/>
                <a:cs typeface="Calibri"/>
              </a:rPr>
              <a:t>Engine off</a:t>
            </a:r>
          </a:p>
          <a:p>
            <a:pPr marL="342900" indent="-342900">
              <a:buFont typeface="+mj-lt"/>
              <a:buAutoNum type="arabicPeriod"/>
            </a:pPr>
            <a:endParaRPr lang="en-US">
              <a:ea typeface="Calibri"/>
              <a:cs typeface="Calibri"/>
            </a:endParaRPr>
          </a:p>
        </p:txBody>
      </p:sp>
      <p:pic>
        <p:nvPicPr>
          <p:cNvPr id="9" name="Picture 8">
            <a:extLst>
              <a:ext uri="{FF2B5EF4-FFF2-40B4-BE49-F238E27FC236}">
                <a16:creationId xmlns:a16="http://schemas.microsoft.com/office/drawing/2014/main" id="{FDB5897A-35D6-00F7-0AD4-E7AAC42075F8}"/>
              </a:ext>
            </a:extLst>
          </p:cNvPr>
          <p:cNvPicPr>
            <a:picLocks noChangeAspect="1"/>
          </p:cNvPicPr>
          <p:nvPr/>
        </p:nvPicPr>
        <p:blipFill>
          <a:blip r:embed="rId2"/>
          <a:stretch>
            <a:fillRect/>
          </a:stretch>
        </p:blipFill>
        <p:spPr>
          <a:xfrm>
            <a:off x="547040" y="1528854"/>
            <a:ext cx="6968238" cy="3917790"/>
          </a:xfrm>
          <a:prstGeom prst="rect">
            <a:avLst/>
          </a:prstGeom>
        </p:spPr>
      </p:pic>
    </p:spTree>
    <p:extLst>
      <p:ext uri="{BB962C8B-B14F-4D97-AF65-F5344CB8AC3E}">
        <p14:creationId xmlns:p14="http://schemas.microsoft.com/office/powerpoint/2010/main" val="1074723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41FAC-8445-22AB-4C20-036B64FA44DB}"/>
              </a:ext>
            </a:extLst>
          </p:cNvPr>
          <p:cNvSpPr>
            <a:spLocks noGrp="1"/>
          </p:cNvSpPr>
          <p:nvPr>
            <p:ph type="title"/>
          </p:nvPr>
        </p:nvSpPr>
        <p:spPr/>
        <p:txBody>
          <a:bodyPr/>
          <a:lstStyle/>
          <a:p>
            <a:r>
              <a:rPr lang="en-US"/>
              <a:t>CAD</a:t>
            </a:r>
          </a:p>
        </p:txBody>
      </p:sp>
      <p:pic>
        <p:nvPicPr>
          <p:cNvPr id="4" name="Picture 3">
            <a:extLst>
              <a:ext uri="{FF2B5EF4-FFF2-40B4-BE49-F238E27FC236}">
                <a16:creationId xmlns:a16="http://schemas.microsoft.com/office/drawing/2014/main" id="{B93F29D1-489B-9ED7-81E2-6508D4227B9E}"/>
              </a:ext>
            </a:extLst>
          </p:cNvPr>
          <p:cNvPicPr>
            <a:picLocks noChangeAspect="1"/>
          </p:cNvPicPr>
          <p:nvPr/>
        </p:nvPicPr>
        <p:blipFill>
          <a:blip r:embed="rId4"/>
          <a:stretch>
            <a:fillRect/>
          </a:stretch>
        </p:blipFill>
        <p:spPr>
          <a:xfrm>
            <a:off x="669442" y="1716936"/>
            <a:ext cx="2904609" cy="1935807"/>
          </a:xfrm>
          <a:prstGeom prst="rect">
            <a:avLst/>
          </a:prstGeom>
        </p:spPr>
      </p:pic>
      <p:sp>
        <p:nvSpPr>
          <p:cNvPr id="6" name="Text Placeholder 5">
            <a:extLst>
              <a:ext uri="{FF2B5EF4-FFF2-40B4-BE49-F238E27FC236}">
                <a16:creationId xmlns:a16="http://schemas.microsoft.com/office/drawing/2014/main" id="{01A96D3E-5776-6DAC-ED2C-9ED9596F7D3C}"/>
              </a:ext>
            </a:extLst>
          </p:cNvPr>
          <p:cNvSpPr>
            <a:spLocks noGrp="1"/>
          </p:cNvSpPr>
          <p:nvPr>
            <p:ph type="body" sz="quarter" idx="11"/>
          </p:nvPr>
        </p:nvSpPr>
        <p:spPr>
          <a:xfrm>
            <a:off x="9891096" y="842964"/>
            <a:ext cx="1131758" cy="359021"/>
          </a:xfrm>
        </p:spPr>
        <p:txBody>
          <a:bodyPr/>
          <a:lstStyle/>
          <a:p>
            <a:r>
              <a:rPr lang="en-US" sz="2400">
                <a:ea typeface="Source Sans Pro"/>
                <a:cs typeface="Calibri"/>
              </a:rPr>
              <a:t>Photos</a:t>
            </a:r>
            <a:endParaRPr lang="en-US" sz="2400"/>
          </a:p>
        </p:txBody>
      </p:sp>
      <p:pic>
        <p:nvPicPr>
          <p:cNvPr id="7" name="Picture 6">
            <a:extLst>
              <a:ext uri="{FF2B5EF4-FFF2-40B4-BE49-F238E27FC236}">
                <a16:creationId xmlns:a16="http://schemas.microsoft.com/office/drawing/2014/main" id="{402F449F-EC02-6893-7711-74762CC1BC00}"/>
              </a:ext>
            </a:extLst>
          </p:cNvPr>
          <p:cNvPicPr>
            <a:picLocks noChangeAspect="1"/>
          </p:cNvPicPr>
          <p:nvPr/>
        </p:nvPicPr>
        <p:blipFill>
          <a:blip r:embed="rId5"/>
          <a:stretch>
            <a:fillRect/>
          </a:stretch>
        </p:blipFill>
        <p:spPr>
          <a:xfrm>
            <a:off x="669505" y="3798473"/>
            <a:ext cx="2898399" cy="2143653"/>
          </a:xfrm>
          <a:prstGeom prst="rect">
            <a:avLst/>
          </a:prstGeom>
        </p:spPr>
      </p:pic>
      <p:pic>
        <p:nvPicPr>
          <p:cNvPr id="5" name="2026-09-15 22-49-42">
            <a:hlinkClick r:id="" action="ppaction://media"/>
            <a:extLst>
              <a:ext uri="{FF2B5EF4-FFF2-40B4-BE49-F238E27FC236}">
                <a16:creationId xmlns:a16="http://schemas.microsoft.com/office/drawing/2014/main" id="{981646BE-BEEA-8C13-D725-0ADF943C95E2}"/>
              </a:ext>
            </a:extLst>
          </p:cNvPr>
          <p:cNvPicPr>
            <a:picLocks noChangeAspect="1"/>
          </p:cNvPicPr>
          <p:nvPr>
            <a:videoFile r:link="rId1"/>
            <p:extLst>
              <p:ext uri="{DAA4B4D4-6D71-4841-9C94-3DE7FCFB9230}">
                <p14:media xmlns:p14="http://schemas.microsoft.com/office/powerpoint/2010/main" r:embed="rId2">
                  <p14:trim st="1160" end="2127"/>
                </p14:media>
              </p:ext>
            </p:extLst>
          </p:nvPr>
        </p:nvPicPr>
        <p:blipFill>
          <a:blip r:embed="rId6"/>
          <a:stretch>
            <a:fillRect/>
          </a:stretch>
        </p:blipFill>
        <p:spPr>
          <a:xfrm>
            <a:off x="3845018" y="1739973"/>
            <a:ext cx="7288614" cy="4168557"/>
          </a:xfrm>
          <a:prstGeom prst="rect">
            <a:avLst/>
          </a:prstGeom>
        </p:spPr>
      </p:pic>
    </p:spTree>
    <p:extLst>
      <p:ext uri="{BB962C8B-B14F-4D97-AF65-F5344CB8AC3E}">
        <p14:creationId xmlns:p14="http://schemas.microsoft.com/office/powerpoint/2010/main" val="483603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8C7F8-76E4-BEBA-6343-BA173CB8B4C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F8F36BC-840F-5318-3803-40E5AAAF226D}"/>
              </a:ext>
            </a:extLst>
          </p:cNvPr>
          <p:cNvSpPr>
            <a:spLocks noGrp="1"/>
          </p:cNvSpPr>
          <p:nvPr>
            <p:ph type="ftr" sz="quarter" idx="16"/>
          </p:nvPr>
        </p:nvSpPr>
        <p:spPr/>
        <p:txBody>
          <a:bodyPr/>
          <a:lstStyle/>
          <a:p>
            <a:r>
              <a:rPr lang="en-US"/>
              <a:t>TVC PDR</a:t>
            </a:r>
          </a:p>
        </p:txBody>
      </p:sp>
      <p:sp>
        <p:nvSpPr>
          <p:cNvPr id="4" name="Slide Number Placeholder 3">
            <a:extLst>
              <a:ext uri="{FF2B5EF4-FFF2-40B4-BE49-F238E27FC236}">
                <a16:creationId xmlns:a16="http://schemas.microsoft.com/office/drawing/2014/main" id="{1A99DC86-D852-1413-B0F8-000FA46D991A}"/>
              </a:ext>
            </a:extLst>
          </p:cNvPr>
          <p:cNvSpPr>
            <a:spLocks noGrp="1"/>
          </p:cNvSpPr>
          <p:nvPr>
            <p:ph type="sldNum" sz="quarter" idx="17"/>
          </p:nvPr>
        </p:nvSpPr>
        <p:spPr/>
        <p:txBody>
          <a:bodyPr/>
          <a:lstStyle/>
          <a:p>
            <a:r>
              <a:rPr lang="en-US"/>
              <a:t>/   </a:t>
            </a:r>
            <a:fld id="{6C7E6F33-74EE-5541-8108-8353B402F8C1}" type="slidenum">
              <a:rPr lang="en-US" smtClean="0"/>
              <a:pPr/>
              <a:t>10</a:t>
            </a:fld>
            <a:endParaRPr lang="en-US"/>
          </a:p>
        </p:txBody>
      </p:sp>
      <p:sp>
        <p:nvSpPr>
          <p:cNvPr id="5" name="Title 4">
            <a:extLst>
              <a:ext uri="{FF2B5EF4-FFF2-40B4-BE49-F238E27FC236}">
                <a16:creationId xmlns:a16="http://schemas.microsoft.com/office/drawing/2014/main" id="{AD3CB321-0DAD-82E8-B7C5-5EB1568F7F84}"/>
              </a:ext>
            </a:extLst>
          </p:cNvPr>
          <p:cNvSpPr>
            <a:spLocks noGrp="1"/>
          </p:cNvSpPr>
          <p:nvPr>
            <p:ph type="title"/>
          </p:nvPr>
        </p:nvSpPr>
        <p:spPr/>
        <p:txBody>
          <a:bodyPr/>
          <a:lstStyle/>
          <a:p>
            <a:r>
              <a:rPr lang="en-US">
                <a:latin typeface="Munistic"/>
              </a:rPr>
              <a:t>CAD</a:t>
            </a:r>
            <a:endParaRPr lang="en-US"/>
          </a:p>
        </p:txBody>
      </p:sp>
      <p:sp>
        <p:nvSpPr>
          <p:cNvPr id="6" name="Text Placeholder 5">
            <a:extLst>
              <a:ext uri="{FF2B5EF4-FFF2-40B4-BE49-F238E27FC236}">
                <a16:creationId xmlns:a16="http://schemas.microsoft.com/office/drawing/2014/main" id="{4757093A-052B-56C3-CF96-523AE2D67F33}"/>
              </a:ext>
            </a:extLst>
          </p:cNvPr>
          <p:cNvSpPr>
            <a:spLocks noGrp="1"/>
          </p:cNvSpPr>
          <p:nvPr>
            <p:ph type="body" sz="quarter" idx="13"/>
          </p:nvPr>
        </p:nvSpPr>
        <p:spPr/>
        <p:txBody>
          <a:bodyPr/>
          <a:lstStyle/>
          <a:p>
            <a:r>
              <a:rPr lang="en-US" sz="1850">
                <a:ea typeface="Source Sans Pro"/>
                <a:cs typeface="Calibri"/>
              </a:rPr>
              <a:t>Cross Sectional View</a:t>
            </a:r>
            <a:endParaRPr lang="en-US" sz="1850">
              <a:cs typeface="Calibri"/>
            </a:endParaRPr>
          </a:p>
        </p:txBody>
      </p:sp>
      <p:pic>
        <p:nvPicPr>
          <p:cNvPr id="7" name="Picture 6">
            <a:extLst>
              <a:ext uri="{FF2B5EF4-FFF2-40B4-BE49-F238E27FC236}">
                <a16:creationId xmlns:a16="http://schemas.microsoft.com/office/drawing/2014/main" id="{A996A560-77A7-BE0C-DB5D-96C1B86A204F}"/>
              </a:ext>
            </a:extLst>
          </p:cNvPr>
          <p:cNvPicPr>
            <a:picLocks noChangeAspect="1"/>
          </p:cNvPicPr>
          <p:nvPr/>
        </p:nvPicPr>
        <p:blipFill>
          <a:blip r:embed="rId2"/>
          <a:srcRect t="6539" b="9471"/>
          <a:stretch>
            <a:fillRect/>
          </a:stretch>
        </p:blipFill>
        <p:spPr>
          <a:xfrm>
            <a:off x="1895563" y="1424217"/>
            <a:ext cx="8394262" cy="4816081"/>
          </a:xfrm>
          <a:prstGeom prst="rect">
            <a:avLst/>
          </a:prstGeom>
        </p:spPr>
      </p:pic>
    </p:spTree>
    <p:extLst>
      <p:ext uri="{BB962C8B-B14F-4D97-AF65-F5344CB8AC3E}">
        <p14:creationId xmlns:p14="http://schemas.microsoft.com/office/powerpoint/2010/main" val="3921852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A68C1-5CEA-FFA2-4971-045D39835E8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B4D574D-1406-79CA-A7EA-888CDFF2FE2A}"/>
              </a:ext>
            </a:extLst>
          </p:cNvPr>
          <p:cNvSpPr>
            <a:spLocks noGrp="1"/>
          </p:cNvSpPr>
          <p:nvPr>
            <p:ph type="ftr" sz="quarter" idx="16"/>
          </p:nvPr>
        </p:nvSpPr>
        <p:spPr/>
        <p:txBody>
          <a:bodyPr/>
          <a:lstStyle/>
          <a:p>
            <a:r>
              <a:rPr lang="en-US"/>
              <a:t>TVC PDR</a:t>
            </a:r>
          </a:p>
        </p:txBody>
      </p:sp>
      <p:sp>
        <p:nvSpPr>
          <p:cNvPr id="4" name="Slide Number Placeholder 3">
            <a:extLst>
              <a:ext uri="{FF2B5EF4-FFF2-40B4-BE49-F238E27FC236}">
                <a16:creationId xmlns:a16="http://schemas.microsoft.com/office/drawing/2014/main" id="{8B1FD05B-02BE-D8FC-59D0-94105C725939}"/>
              </a:ext>
            </a:extLst>
          </p:cNvPr>
          <p:cNvSpPr>
            <a:spLocks noGrp="1"/>
          </p:cNvSpPr>
          <p:nvPr>
            <p:ph type="sldNum" sz="quarter" idx="17"/>
          </p:nvPr>
        </p:nvSpPr>
        <p:spPr/>
        <p:txBody>
          <a:bodyPr/>
          <a:lstStyle/>
          <a:p>
            <a:r>
              <a:rPr lang="en-US"/>
              <a:t>/   </a:t>
            </a:r>
            <a:fld id="{6C7E6F33-74EE-5541-8108-8353B402F8C1}" type="slidenum">
              <a:rPr lang="en-US" smtClean="0"/>
              <a:pPr/>
              <a:t>11</a:t>
            </a:fld>
            <a:endParaRPr lang="en-US"/>
          </a:p>
        </p:txBody>
      </p:sp>
      <p:sp>
        <p:nvSpPr>
          <p:cNvPr id="5" name="Title 4">
            <a:extLst>
              <a:ext uri="{FF2B5EF4-FFF2-40B4-BE49-F238E27FC236}">
                <a16:creationId xmlns:a16="http://schemas.microsoft.com/office/drawing/2014/main" id="{C3B6333E-2C6C-BC3F-3FBF-28BE8B7A8FA1}"/>
              </a:ext>
            </a:extLst>
          </p:cNvPr>
          <p:cNvSpPr>
            <a:spLocks noGrp="1"/>
          </p:cNvSpPr>
          <p:nvPr>
            <p:ph type="title"/>
          </p:nvPr>
        </p:nvSpPr>
        <p:spPr/>
        <p:txBody>
          <a:bodyPr/>
          <a:lstStyle/>
          <a:p>
            <a:r>
              <a:rPr lang="en-US">
                <a:latin typeface="Munistic"/>
              </a:rPr>
              <a:t>CAD</a:t>
            </a:r>
            <a:endParaRPr lang="en-US"/>
          </a:p>
        </p:txBody>
      </p:sp>
      <p:sp>
        <p:nvSpPr>
          <p:cNvPr id="6" name="Text Placeholder 5">
            <a:extLst>
              <a:ext uri="{FF2B5EF4-FFF2-40B4-BE49-F238E27FC236}">
                <a16:creationId xmlns:a16="http://schemas.microsoft.com/office/drawing/2014/main" id="{3FF629F6-6DE8-F9A0-8E26-4ABD52C7DD24}"/>
              </a:ext>
            </a:extLst>
          </p:cNvPr>
          <p:cNvSpPr>
            <a:spLocks noGrp="1"/>
          </p:cNvSpPr>
          <p:nvPr>
            <p:ph type="body" sz="quarter" idx="13"/>
          </p:nvPr>
        </p:nvSpPr>
        <p:spPr/>
        <p:txBody>
          <a:bodyPr/>
          <a:lstStyle/>
          <a:p>
            <a:endParaRPr lang="en-US"/>
          </a:p>
        </p:txBody>
      </p:sp>
      <p:sp>
        <p:nvSpPr>
          <p:cNvPr id="8" name="TextBox 7">
            <a:extLst>
              <a:ext uri="{FF2B5EF4-FFF2-40B4-BE49-F238E27FC236}">
                <a16:creationId xmlns:a16="http://schemas.microsoft.com/office/drawing/2014/main" id="{B66CEB7E-E0B9-CD65-D1B5-94E9114D4105}"/>
              </a:ext>
            </a:extLst>
          </p:cNvPr>
          <p:cNvSpPr txBox="1"/>
          <p:nvPr/>
        </p:nvSpPr>
        <p:spPr>
          <a:xfrm>
            <a:off x="922617" y="1577124"/>
            <a:ext cx="392205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Bill of Materials:</a:t>
            </a:r>
          </a:p>
        </p:txBody>
      </p:sp>
      <p:pic>
        <p:nvPicPr>
          <p:cNvPr id="9" name="Picture 8">
            <a:extLst>
              <a:ext uri="{FF2B5EF4-FFF2-40B4-BE49-F238E27FC236}">
                <a16:creationId xmlns:a16="http://schemas.microsoft.com/office/drawing/2014/main" id="{3B0F62FF-F60D-C304-28BF-0EFC0492D749}"/>
              </a:ext>
            </a:extLst>
          </p:cNvPr>
          <p:cNvPicPr>
            <a:picLocks noChangeAspect="1"/>
          </p:cNvPicPr>
          <p:nvPr/>
        </p:nvPicPr>
        <p:blipFill>
          <a:blip r:embed="rId2"/>
          <a:stretch>
            <a:fillRect/>
          </a:stretch>
        </p:blipFill>
        <p:spPr>
          <a:xfrm>
            <a:off x="2390927" y="2039853"/>
            <a:ext cx="7157949" cy="4044429"/>
          </a:xfrm>
          <a:prstGeom prst="rect">
            <a:avLst/>
          </a:prstGeom>
        </p:spPr>
      </p:pic>
    </p:spTree>
    <p:extLst>
      <p:ext uri="{BB962C8B-B14F-4D97-AF65-F5344CB8AC3E}">
        <p14:creationId xmlns:p14="http://schemas.microsoft.com/office/powerpoint/2010/main" val="290429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3D535-7AD9-E3D7-87A9-EF24EBBE6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0A2E9-314A-89A1-19D9-363EE29B8236}"/>
              </a:ext>
            </a:extLst>
          </p:cNvPr>
          <p:cNvSpPr>
            <a:spLocks noGrp="1"/>
          </p:cNvSpPr>
          <p:nvPr>
            <p:ph type="title"/>
          </p:nvPr>
        </p:nvSpPr>
        <p:spPr/>
        <p:txBody>
          <a:bodyPr/>
          <a:lstStyle/>
          <a:p>
            <a:r>
              <a:rPr lang="en-US">
                <a:latin typeface="Munistic"/>
              </a:rPr>
              <a:t>Engine</a:t>
            </a:r>
            <a:endParaRPr lang="en-US"/>
          </a:p>
        </p:txBody>
      </p:sp>
      <p:sp>
        <p:nvSpPr>
          <p:cNvPr id="3" name="Text Placeholder 2">
            <a:extLst>
              <a:ext uri="{FF2B5EF4-FFF2-40B4-BE49-F238E27FC236}">
                <a16:creationId xmlns:a16="http://schemas.microsoft.com/office/drawing/2014/main" id="{05D4FE80-31DA-06A1-2D6A-581603F0CC97}"/>
              </a:ext>
            </a:extLst>
          </p:cNvPr>
          <p:cNvSpPr>
            <a:spLocks noGrp="1"/>
          </p:cNvSpPr>
          <p:nvPr>
            <p:ph type="body" sz="quarter" idx="11"/>
          </p:nvPr>
        </p:nvSpPr>
        <p:spPr>
          <a:xfrm>
            <a:off x="6392051" y="854495"/>
            <a:ext cx="4612283" cy="342329"/>
          </a:xfrm>
        </p:spPr>
        <p:txBody>
          <a:bodyPr/>
          <a:lstStyle/>
          <a:p>
            <a:r>
              <a:rPr lang="en-US" sz="1850">
                <a:ea typeface="Source Sans Pro"/>
                <a:cs typeface="Calibri"/>
              </a:rPr>
              <a:t>Calcs for Mass Flow &amp; Chamber Length</a:t>
            </a:r>
            <a:endParaRPr lang="en-US"/>
          </a:p>
        </p:txBody>
      </p:sp>
      <p:pic>
        <p:nvPicPr>
          <p:cNvPr id="4" name="Picture 3">
            <a:extLst>
              <a:ext uri="{FF2B5EF4-FFF2-40B4-BE49-F238E27FC236}">
                <a16:creationId xmlns:a16="http://schemas.microsoft.com/office/drawing/2014/main" id="{FDBF49D0-AAB3-F830-96B9-7DF342E59780}"/>
              </a:ext>
            </a:extLst>
          </p:cNvPr>
          <p:cNvPicPr>
            <a:picLocks noChangeAspect="1"/>
          </p:cNvPicPr>
          <p:nvPr/>
        </p:nvPicPr>
        <p:blipFill>
          <a:blip r:embed="rId2"/>
          <a:stretch>
            <a:fillRect/>
          </a:stretch>
        </p:blipFill>
        <p:spPr>
          <a:xfrm>
            <a:off x="489178" y="1817234"/>
            <a:ext cx="6892017" cy="3974646"/>
          </a:xfrm>
          <a:prstGeom prst="rect">
            <a:avLst/>
          </a:prstGeom>
        </p:spPr>
      </p:pic>
      <p:pic>
        <p:nvPicPr>
          <p:cNvPr id="5" name="Picture 4">
            <a:extLst>
              <a:ext uri="{FF2B5EF4-FFF2-40B4-BE49-F238E27FC236}">
                <a16:creationId xmlns:a16="http://schemas.microsoft.com/office/drawing/2014/main" id="{A767BFCD-1A90-EAC7-D54D-581B15D05CFA}"/>
              </a:ext>
            </a:extLst>
          </p:cNvPr>
          <p:cNvPicPr>
            <a:picLocks noChangeAspect="1"/>
          </p:cNvPicPr>
          <p:nvPr/>
        </p:nvPicPr>
        <p:blipFill>
          <a:blip r:embed="rId3"/>
          <a:srcRect l="56" r="56" b="8825"/>
          <a:stretch>
            <a:fillRect/>
          </a:stretch>
        </p:blipFill>
        <p:spPr>
          <a:xfrm>
            <a:off x="3931819" y="2708910"/>
            <a:ext cx="5466308" cy="2406171"/>
          </a:xfrm>
          <a:prstGeom prst="rect">
            <a:avLst/>
          </a:prstGeom>
        </p:spPr>
      </p:pic>
      <p:sp>
        <p:nvSpPr>
          <p:cNvPr id="6" name="TextBox 5">
            <a:extLst>
              <a:ext uri="{FF2B5EF4-FFF2-40B4-BE49-F238E27FC236}">
                <a16:creationId xmlns:a16="http://schemas.microsoft.com/office/drawing/2014/main" id="{C19E2BB4-204E-D481-E831-517215C21DD9}"/>
              </a:ext>
            </a:extLst>
          </p:cNvPr>
          <p:cNvSpPr txBox="1"/>
          <p:nvPr/>
        </p:nvSpPr>
        <p:spPr>
          <a:xfrm>
            <a:off x="9405620" y="2273300"/>
            <a:ext cx="27813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Calibri"/>
                <a:cs typeface="Calibri"/>
              </a:rPr>
              <a:t>Take general equation F = </a:t>
            </a:r>
            <a:r>
              <a:rPr lang="en-US" err="1">
                <a:ea typeface="Calibri"/>
                <a:cs typeface="Calibri"/>
              </a:rPr>
              <a:t>M_dot</a:t>
            </a:r>
            <a:r>
              <a:rPr lang="en-US">
                <a:ea typeface="Calibri"/>
                <a:cs typeface="Calibri"/>
              </a:rPr>
              <a:t> * Ve</a:t>
            </a:r>
          </a:p>
          <a:p>
            <a:pPr marL="285750" indent="-285750">
              <a:buFont typeface="Arial"/>
              <a:buChar char="•"/>
            </a:pPr>
            <a:r>
              <a:rPr lang="en-US">
                <a:ea typeface="Calibri"/>
                <a:cs typeface="Calibri"/>
              </a:rPr>
              <a:t>Solve for Mdot and Ve</a:t>
            </a:r>
          </a:p>
          <a:p>
            <a:pPr marL="285750" indent="-285750">
              <a:buFont typeface="Arial"/>
              <a:buChar char="•"/>
            </a:pPr>
            <a:r>
              <a:rPr lang="en-US">
                <a:ea typeface="Calibri"/>
                <a:cs typeface="Calibri"/>
              </a:rPr>
              <a:t>Then use to solve for F</a:t>
            </a:r>
          </a:p>
          <a:p>
            <a:pPr marL="285750" indent="-285750">
              <a:buFont typeface="Arial"/>
              <a:buChar char="•"/>
            </a:pPr>
            <a:r>
              <a:rPr lang="en-US">
                <a:ea typeface="Calibri"/>
                <a:cs typeface="Calibri"/>
              </a:rPr>
              <a:t>Necessary because we are using a fixed nozzle,</a:t>
            </a:r>
          </a:p>
          <a:p>
            <a:pPr marL="285750" indent="-285750">
              <a:buFont typeface="Arial"/>
              <a:buChar char="•"/>
            </a:pPr>
            <a:r>
              <a:rPr lang="en-US">
                <a:ea typeface="Calibri"/>
                <a:cs typeface="Calibri"/>
              </a:rPr>
              <a:t>If we could design our nozzle we'd be able to use thrust as a fixed value </a:t>
            </a:r>
          </a:p>
        </p:txBody>
      </p:sp>
    </p:spTree>
    <p:extLst>
      <p:ext uri="{BB962C8B-B14F-4D97-AF65-F5344CB8AC3E}">
        <p14:creationId xmlns:p14="http://schemas.microsoft.com/office/powerpoint/2010/main" val="18621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389E7-0BFC-8953-8E02-1CD681685526}"/>
              </a:ext>
            </a:extLst>
          </p:cNvPr>
          <p:cNvSpPr>
            <a:spLocks noGrp="1"/>
          </p:cNvSpPr>
          <p:nvPr>
            <p:ph type="title"/>
          </p:nvPr>
        </p:nvSpPr>
        <p:spPr/>
        <p:txBody>
          <a:bodyPr/>
          <a:lstStyle/>
          <a:p>
            <a:r>
              <a:rPr lang="en-US">
                <a:latin typeface="Munistic"/>
              </a:rPr>
              <a:t>Engine</a:t>
            </a:r>
            <a:endParaRPr lang="en-US"/>
          </a:p>
        </p:txBody>
      </p:sp>
      <p:sp>
        <p:nvSpPr>
          <p:cNvPr id="5" name="Text Placeholder 2">
            <a:extLst>
              <a:ext uri="{FF2B5EF4-FFF2-40B4-BE49-F238E27FC236}">
                <a16:creationId xmlns:a16="http://schemas.microsoft.com/office/drawing/2014/main" id="{C0F4FF69-BEC4-D3FF-CC26-BCB698005E1C}"/>
              </a:ext>
            </a:extLst>
          </p:cNvPr>
          <p:cNvSpPr txBox="1">
            <a:spLocks/>
          </p:cNvSpPr>
          <p:nvPr/>
        </p:nvSpPr>
        <p:spPr>
          <a:xfrm>
            <a:off x="6392051" y="854495"/>
            <a:ext cx="4612283" cy="342329"/>
          </a:xfrm>
          <a:prstGeom prst="rect">
            <a:avLst/>
          </a:prstGeom>
          <a:solidFill>
            <a:schemeClr val="bg1"/>
          </a:solidFill>
        </p:spPr>
        <p:txBody>
          <a:bodyPr vert="horz" lIns="91440" tIns="45720" rIns="91440" bIns="45720" rtlCol="0" anchor="ctr">
            <a:noAutofit/>
          </a:bodyPr>
          <a:lstStyle>
            <a:lvl1pPr marL="0" indent="0" algn="l" defTabSz="914377" rtl="0" eaLnBrk="1" latinLnBrk="0" hangingPunct="1">
              <a:lnSpc>
                <a:spcPct val="100000"/>
              </a:lnSpc>
              <a:spcBef>
                <a:spcPts val="0"/>
              </a:spcBef>
              <a:buSzPct val="75000"/>
              <a:buFont typeface="Arial" panose="020B0604020202020204" pitchFamily="34" charset="0"/>
              <a:buNone/>
              <a:defRPr sz="1867" b="0" i="0" kern="800" cap="none" spc="27" baseline="0">
                <a:solidFill>
                  <a:srgbClr val="214734"/>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50">
                <a:ea typeface="Source Sans Pro"/>
                <a:cs typeface="Calibri"/>
              </a:rPr>
              <a:t>Calcs for Orifice Sizing</a:t>
            </a:r>
            <a:endParaRPr lang="en-US"/>
          </a:p>
        </p:txBody>
      </p:sp>
      <p:pic>
        <p:nvPicPr>
          <p:cNvPr id="7" name="Picture 6">
            <a:extLst>
              <a:ext uri="{FF2B5EF4-FFF2-40B4-BE49-F238E27FC236}">
                <a16:creationId xmlns:a16="http://schemas.microsoft.com/office/drawing/2014/main" id="{2D723DF4-AB3A-CA29-61A2-CBCCEF17B8E2}"/>
              </a:ext>
            </a:extLst>
          </p:cNvPr>
          <p:cNvPicPr>
            <a:picLocks noChangeAspect="1"/>
          </p:cNvPicPr>
          <p:nvPr/>
        </p:nvPicPr>
        <p:blipFill>
          <a:blip r:embed="rId2"/>
          <a:srcRect l="584" r="23241" b="382"/>
          <a:stretch>
            <a:fillRect/>
          </a:stretch>
        </p:blipFill>
        <p:spPr>
          <a:xfrm>
            <a:off x="6002549" y="1549906"/>
            <a:ext cx="6192040" cy="4477089"/>
          </a:xfrm>
          <a:prstGeom prst="rect">
            <a:avLst/>
          </a:prstGeom>
        </p:spPr>
      </p:pic>
      <p:sp>
        <p:nvSpPr>
          <p:cNvPr id="10" name="TextBox 9">
            <a:extLst>
              <a:ext uri="{FF2B5EF4-FFF2-40B4-BE49-F238E27FC236}">
                <a16:creationId xmlns:a16="http://schemas.microsoft.com/office/drawing/2014/main" id="{C4406956-37C3-E3B2-8430-CE5211D70E54}"/>
              </a:ext>
            </a:extLst>
          </p:cNvPr>
          <p:cNvSpPr txBox="1"/>
          <p:nvPr/>
        </p:nvSpPr>
        <p:spPr>
          <a:xfrm>
            <a:off x="643287" y="1363550"/>
            <a:ext cx="521871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ea typeface="Calibri"/>
              <a:cs typeface="Calibri"/>
            </a:endParaRPr>
          </a:p>
          <a:p>
            <a:r>
              <a:rPr lang="en-US">
                <a:ea typeface="+mn-lt"/>
                <a:cs typeface="+mn-lt"/>
              </a:rPr>
              <a:t>Modeling 2 phase flow through an injector is extremely difficult. We saw this with our previous engine Stratum, where it never hit it's design spec of 300lbf likely due to improperly sized orifice holes.</a:t>
            </a:r>
            <a:endParaRPr lang="en-US">
              <a:ea typeface="Calibri"/>
              <a:cs typeface="Calibri"/>
            </a:endParaRPr>
          </a:p>
          <a:p>
            <a:endParaRPr lang="en-US">
              <a:ea typeface="Calibri"/>
              <a:cs typeface="Calibri"/>
            </a:endParaRPr>
          </a:p>
        </p:txBody>
      </p:sp>
      <p:sp>
        <p:nvSpPr>
          <p:cNvPr id="13" name="TextBox 12">
            <a:extLst>
              <a:ext uri="{FF2B5EF4-FFF2-40B4-BE49-F238E27FC236}">
                <a16:creationId xmlns:a16="http://schemas.microsoft.com/office/drawing/2014/main" id="{3BD0C627-7F5B-3C25-7E91-18C56C528B88}"/>
              </a:ext>
            </a:extLst>
          </p:cNvPr>
          <p:cNvSpPr txBox="1"/>
          <p:nvPr/>
        </p:nvSpPr>
        <p:spPr>
          <a:xfrm>
            <a:off x="648377" y="2948681"/>
            <a:ext cx="522409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To solve this, we are using the Dyer Model which combines two other models, SPI &amp; HEM</a:t>
            </a:r>
            <a:endParaRPr lang="en-US"/>
          </a:p>
        </p:txBody>
      </p:sp>
      <p:sp>
        <p:nvSpPr>
          <p:cNvPr id="14" name="TextBox 13">
            <a:extLst>
              <a:ext uri="{FF2B5EF4-FFF2-40B4-BE49-F238E27FC236}">
                <a16:creationId xmlns:a16="http://schemas.microsoft.com/office/drawing/2014/main" id="{8924033C-38D0-8716-729F-B4CC0F692EC1}"/>
              </a:ext>
            </a:extLst>
          </p:cNvPr>
          <p:cNvSpPr txBox="1"/>
          <p:nvPr/>
        </p:nvSpPr>
        <p:spPr>
          <a:xfrm>
            <a:off x="4040012" y="6258107"/>
            <a:ext cx="79937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mn-lt"/>
                <a:cs typeface="+mn-lt"/>
              </a:rPr>
              <a:t>Source: https://wikis.mit.edu/confluence/display/RocketTeam/Modeling</a:t>
            </a:r>
            <a:endParaRPr lang="en-US">
              <a:solidFill>
                <a:schemeClr val="bg1"/>
              </a:solidFill>
              <a:ea typeface="Calibri"/>
              <a:cs typeface="Calibri"/>
            </a:endParaRPr>
          </a:p>
        </p:txBody>
      </p:sp>
      <p:sp>
        <p:nvSpPr>
          <p:cNvPr id="17" name="TextBox 16">
            <a:extLst>
              <a:ext uri="{FF2B5EF4-FFF2-40B4-BE49-F238E27FC236}">
                <a16:creationId xmlns:a16="http://schemas.microsoft.com/office/drawing/2014/main" id="{5AFCCEC9-7902-77C3-8695-D04C0B9FB32E}"/>
              </a:ext>
            </a:extLst>
          </p:cNvPr>
          <p:cNvSpPr txBox="1"/>
          <p:nvPr/>
        </p:nvSpPr>
        <p:spPr>
          <a:xfrm>
            <a:off x="1435879" y="4086122"/>
            <a:ext cx="32268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To create this sizing equation:</a:t>
            </a:r>
            <a:endParaRPr lang="en-US"/>
          </a:p>
        </p:txBody>
      </p:sp>
      <p:pic>
        <p:nvPicPr>
          <p:cNvPr id="19" name="Graphic 18" descr="equation">
            <a:extLst>
              <a:ext uri="{FF2B5EF4-FFF2-40B4-BE49-F238E27FC236}">
                <a16:creationId xmlns:a16="http://schemas.microsoft.com/office/drawing/2014/main" id="{7E3E95D7-5DC0-037F-B509-84BA82418D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70459" y="4537620"/>
            <a:ext cx="2743191" cy="295301"/>
          </a:xfrm>
          <a:prstGeom prst="rect">
            <a:avLst/>
          </a:prstGeom>
        </p:spPr>
      </p:pic>
      <p:sp>
        <p:nvSpPr>
          <p:cNvPr id="20" name="TextBox 19">
            <a:extLst>
              <a:ext uri="{FF2B5EF4-FFF2-40B4-BE49-F238E27FC236}">
                <a16:creationId xmlns:a16="http://schemas.microsoft.com/office/drawing/2014/main" id="{DE30C825-90D3-DCF3-BD04-F324AD2B9405}"/>
              </a:ext>
            </a:extLst>
          </p:cNvPr>
          <p:cNvSpPr txBox="1"/>
          <p:nvPr/>
        </p:nvSpPr>
        <p:spPr>
          <a:xfrm>
            <a:off x="674036" y="4945653"/>
            <a:ext cx="487958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This increased the size of our oxidizer orifice holes by  ~19%</a:t>
            </a:r>
            <a:endParaRPr lang="en-US"/>
          </a:p>
        </p:txBody>
      </p:sp>
      <p:pic>
        <p:nvPicPr>
          <p:cNvPr id="21" name="Graphic 20" descr="equation">
            <a:extLst>
              <a:ext uri="{FF2B5EF4-FFF2-40B4-BE49-F238E27FC236}">
                <a16:creationId xmlns:a16="http://schemas.microsoft.com/office/drawing/2014/main" id="{DD7AA460-59A2-5A02-1C0A-3F07D84049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9928" y="3756711"/>
            <a:ext cx="2181225" cy="209550"/>
          </a:xfrm>
          <a:prstGeom prst="rect">
            <a:avLst/>
          </a:prstGeom>
        </p:spPr>
      </p:pic>
      <p:pic>
        <p:nvPicPr>
          <p:cNvPr id="22" name="Graphic 21" descr="equation">
            <a:extLst>
              <a:ext uri="{FF2B5EF4-FFF2-40B4-BE49-F238E27FC236}">
                <a16:creationId xmlns:a16="http://schemas.microsoft.com/office/drawing/2014/main" id="{31D20180-9BA5-96F3-68D2-7F39FC91ABA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63973" y="3746414"/>
            <a:ext cx="2733675" cy="209550"/>
          </a:xfrm>
          <a:prstGeom prst="rect">
            <a:avLst/>
          </a:prstGeom>
        </p:spPr>
      </p:pic>
    </p:spTree>
    <p:extLst>
      <p:ext uri="{BB962C8B-B14F-4D97-AF65-F5344CB8AC3E}">
        <p14:creationId xmlns:p14="http://schemas.microsoft.com/office/powerpoint/2010/main" val="4067444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1CEC6-0C31-CD8F-0D05-2A5BE9556C8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E991373-FB46-C7CC-379B-F3CFEFA13693}"/>
              </a:ext>
            </a:extLst>
          </p:cNvPr>
          <p:cNvSpPr>
            <a:spLocks noGrp="1"/>
          </p:cNvSpPr>
          <p:nvPr>
            <p:ph type="ftr" sz="quarter" idx="16"/>
          </p:nvPr>
        </p:nvSpPr>
        <p:spPr/>
        <p:txBody>
          <a:bodyPr/>
          <a:lstStyle/>
          <a:p>
            <a:r>
              <a:rPr lang="en-US"/>
              <a:t>TVC PDR</a:t>
            </a:r>
          </a:p>
        </p:txBody>
      </p:sp>
      <p:sp>
        <p:nvSpPr>
          <p:cNvPr id="4" name="Slide Number Placeholder 3">
            <a:extLst>
              <a:ext uri="{FF2B5EF4-FFF2-40B4-BE49-F238E27FC236}">
                <a16:creationId xmlns:a16="http://schemas.microsoft.com/office/drawing/2014/main" id="{7F54BDAB-5210-D0A9-8B1E-A95B0B340CE4}"/>
              </a:ext>
            </a:extLst>
          </p:cNvPr>
          <p:cNvSpPr>
            <a:spLocks noGrp="1"/>
          </p:cNvSpPr>
          <p:nvPr>
            <p:ph type="sldNum" sz="quarter" idx="17"/>
          </p:nvPr>
        </p:nvSpPr>
        <p:spPr/>
        <p:txBody>
          <a:bodyPr/>
          <a:lstStyle/>
          <a:p>
            <a:r>
              <a:rPr lang="en-US"/>
              <a:t>/   </a:t>
            </a:r>
            <a:fld id="{6C7E6F33-74EE-5541-8108-8353B402F8C1}" type="slidenum">
              <a:rPr lang="en-US" smtClean="0"/>
              <a:pPr/>
              <a:t>14</a:t>
            </a:fld>
            <a:endParaRPr lang="en-US"/>
          </a:p>
        </p:txBody>
      </p:sp>
      <p:sp>
        <p:nvSpPr>
          <p:cNvPr id="5" name="Title 4">
            <a:extLst>
              <a:ext uri="{FF2B5EF4-FFF2-40B4-BE49-F238E27FC236}">
                <a16:creationId xmlns:a16="http://schemas.microsoft.com/office/drawing/2014/main" id="{318AF03D-81BF-5D39-F37A-01269CFC4BF8}"/>
              </a:ext>
            </a:extLst>
          </p:cNvPr>
          <p:cNvSpPr>
            <a:spLocks noGrp="1"/>
          </p:cNvSpPr>
          <p:nvPr>
            <p:ph type="title"/>
          </p:nvPr>
        </p:nvSpPr>
        <p:spPr/>
        <p:txBody>
          <a:bodyPr/>
          <a:lstStyle/>
          <a:p>
            <a:r>
              <a:rPr lang="en-US">
                <a:latin typeface="Munistic"/>
              </a:rPr>
              <a:t>Engine</a:t>
            </a:r>
            <a:endParaRPr lang="en-US"/>
          </a:p>
        </p:txBody>
      </p:sp>
      <p:sp>
        <p:nvSpPr>
          <p:cNvPr id="6" name="Text Placeholder 5">
            <a:extLst>
              <a:ext uri="{FF2B5EF4-FFF2-40B4-BE49-F238E27FC236}">
                <a16:creationId xmlns:a16="http://schemas.microsoft.com/office/drawing/2014/main" id="{B81C65EA-7B30-DA71-CB8C-60B5682B2933}"/>
              </a:ext>
            </a:extLst>
          </p:cNvPr>
          <p:cNvSpPr>
            <a:spLocks noGrp="1"/>
          </p:cNvSpPr>
          <p:nvPr>
            <p:ph type="body" sz="quarter" idx="13"/>
          </p:nvPr>
        </p:nvSpPr>
        <p:spPr/>
        <p:txBody>
          <a:bodyPr/>
          <a:lstStyle/>
          <a:p>
            <a:r>
              <a:rPr lang="en-US" sz="1850">
                <a:ea typeface="Source Sans Pro"/>
                <a:cs typeface="Calibri"/>
              </a:rPr>
              <a:t>Physical Design</a:t>
            </a:r>
            <a:endParaRPr lang="en-US"/>
          </a:p>
        </p:txBody>
      </p:sp>
      <p:sp>
        <p:nvSpPr>
          <p:cNvPr id="8" name="TextBox 7">
            <a:extLst>
              <a:ext uri="{FF2B5EF4-FFF2-40B4-BE49-F238E27FC236}">
                <a16:creationId xmlns:a16="http://schemas.microsoft.com/office/drawing/2014/main" id="{DD3CE074-92F5-7F4B-D3A3-3B2C91E921C9}"/>
              </a:ext>
            </a:extLst>
          </p:cNvPr>
          <p:cNvSpPr txBox="1"/>
          <p:nvPr/>
        </p:nvSpPr>
        <p:spPr>
          <a:xfrm>
            <a:off x="7496035" y="1500481"/>
            <a:ext cx="4115328"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Bolts go down the sides both to prevent buckling of Chamber and compress the compression plate.</a:t>
            </a:r>
          </a:p>
          <a:p>
            <a:endParaRPr lang="en-US" sz="1200">
              <a:ea typeface="Calibri"/>
              <a:cs typeface="Calibri"/>
            </a:endParaRPr>
          </a:p>
          <a:p>
            <a:r>
              <a:rPr lang="en-US">
                <a:ea typeface="Calibri"/>
                <a:cs typeface="Calibri"/>
              </a:rPr>
              <a:t>We have a compression plate that doesn’t allow for the rocket nozzle to fall out.</a:t>
            </a:r>
            <a:endParaRPr lang="en-US"/>
          </a:p>
          <a:p>
            <a:endParaRPr lang="en-US" sz="1200">
              <a:ea typeface="Calibri"/>
              <a:cs typeface="Calibri"/>
            </a:endParaRPr>
          </a:p>
          <a:p>
            <a:r>
              <a:rPr lang="en-US">
                <a:ea typeface="Calibri"/>
                <a:cs typeface="Calibri"/>
              </a:rPr>
              <a:t>This compression plate also allows for engine hot swap at Paso.</a:t>
            </a:r>
          </a:p>
          <a:p>
            <a:endParaRPr lang="en-US">
              <a:ea typeface="Calibri"/>
              <a:cs typeface="Calibri"/>
            </a:endParaRPr>
          </a:p>
          <a:p>
            <a:r>
              <a:rPr lang="en-US">
                <a:ea typeface="Calibri"/>
                <a:cs typeface="Calibri"/>
              </a:rPr>
              <a:t>We have O - Rings placed at both ends of the nozzle and will be used to seal combustion chamber gasses from the environment.</a:t>
            </a:r>
          </a:p>
          <a:p>
            <a:r>
              <a:rPr lang="en-US">
                <a:ea typeface="Calibri"/>
                <a:cs typeface="Calibri"/>
              </a:rPr>
              <a:t>Experience testing with a similar injector design has taught us that high-temp resistant O - rings won't melt when exposed to hot combustion gasses.</a:t>
            </a:r>
            <a:endParaRPr lang="en-US" err="1"/>
          </a:p>
        </p:txBody>
      </p:sp>
      <p:pic>
        <p:nvPicPr>
          <p:cNvPr id="9" name="Picture 8">
            <a:extLst>
              <a:ext uri="{FF2B5EF4-FFF2-40B4-BE49-F238E27FC236}">
                <a16:creationId xmlns:a16="http://schemas.microsoft.com/office/drawing/2014/main" id="{DDBD6C4E-2577-4794-938F-8A386F54DB97}"/>
              </a:ext>
            </a:extLst>
          </p:cNvPr>
          <p:cNvPicPr>
            <a:picLocks noChangeAspect="1"/>
          </p:cNvPicPr>
          <p:nvPr/>
        </p:nvPicPr>
        <p:blipFill>
          <a:blip r:embed="rId3"/>
          <a:stretch>
            <a:fillRect/>
          </a:stretch>
        </p:blipFill>
        <p:spPr>
          <a:xfrm>
            <a:off x="83019" y="1495722"/>
            <a:ext cx="5758033" cy="3984782"/>
          </a:xfrm>
          <a:prstGeom prst="rect">
            <a:avLst/>
          </a:prstGeom>
        </p:spPr>
      </p:pic>
      <p:pic>
        <p:nvPicPr>
          <p:cNvPr id="2" name="Picture 1">
            <a:extLst>
              <a:ext uri="{FF2B5EF4-FFF2-40B4-BE49-F238E27FC236}">
                <a16:creationId xmlns:a16="http://schemas.microsoft.com/office/drawing/2014/main" id="{2A45048B-1D38-F343-A6AF-3072465833D7}"/>
              </a:ext>
            </a:extLst>
          </p:cNvPr>
          <p:cNvPicPr>
            <a:picLocks noChangeAspect="1"/>
          </p:cNvPicPr>
          <p:nvPr/>
        </p:nvPicPr>
        <p:blipFill>
          <a:blip r:embed="rId4"/>
          <a:stretch>
            <a:fillRect/>
          </a:stretch>
        </p:blipFill>
        <p:spPr>
          <a:xfrm>
            <a:off x="3140961" y="4509283"/>
            <a:ext cx="4108987" cy="1748395"/>
          </a:xfrm>
          <a:prstGeom prst="rect">
            <a:avLst/>
          </a:prstGeom>
        </p:spPr>
      </p:pic>
      <p:sp>
        <p:nvSpPr>
          <p:cNvPr id="7" name="TextBox 6">
            <a:extLst>
              <a:ext uri="{FF2B5EF4-FFF2-40B4-BE49-F238E27FC236}">
                <a16:creationId xmlns:a16="http://schemas.microsoft.com/office/drawing/2014/main" id="{42369258-28F5-C266-D0B7-EE2DBC65EFBB}"/>
              </a:ext>
            </a:extLst>
          </p:cNvPr>
          <p:cNvSpPr txBox="1"/>
          <p:nvPr/>
        </p:nvSpPr>
        <p:spPr>
          <a:xfrm>
            <a:off x="5339899" y="5660002"/>
            <a:ext cx="15139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525 </a:t>
            </a:r>
            <a:r>
              <a:rPr lang="en-US">
                <a:ea typeface="+mn-lt"/>
                <a:cs typeface="+mn-lt"/>
              </a:rPr>
              <a:t>℉</a:t>
            </a:r>
            <a:endParaRPr lang="en-US" err="1"/>
          </a:p>
        </p:txBody>
      </p:sp>
    </p:spTree>
    <p:extLst>
      <p:ext uri="{BB962C8B-B14F-4D97-AF65-F5344CB8AC3E}">
        <p14:creationId xmlns:p14="http://schemas.microsoft.com/office/powerpoint/2010/main" val="135787015"/>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C46E9-621E-56DD-59F8-DB34DC85FDF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48B50F8-7AF7-1579-EA04-DE519A3AAAF8}"/>
              </a:ext>
            </a:extLst>
          </p:cNvPr>
          <p:cNvSpPr>
            <a:spLocks noGrp="1"/>
          </p:cNvSpPr>
          <p:nvPr>
            <p:ph type="ftr" sz="quarter" idx="16"/>
          </p:nvPr>
        </p:nvSpPr>
        <p:spPr/>
        <p:txBody>
          <a:bodyPr/>
          <a:lstStyle/>
          <a:p>
            <a:r>
              <a:rPr lang="en-US"/>
              <a:t>TVC PDR</a:t>
            </a:r>
          </a:p>
        </p:txBody>
      </p:sp>
      <p:sp>
        <p:nvSpPr>
          <p:cNvPr id="4" name="Slide Number Placeholder 3">
            <a:extLst>
              <a:ext uri="{FF2B5EF4-FFF2-40B4-BE49-F238E27FC236}">
                <a16:creationId xmlns:a16="http://schemas.microsoft.com/office/drawing/2014/main" id="{373D1584-F8E5-76B4-0F4E-7F4B38830CA6}"/>
              </a:ext>
            </a:extLst>
          </p:cNvPr>
          <p:cNvSpPr>
            <a:spLocks noGrp="1"/>
          </p:cNvSpPr>
          <p:nvPr>
            <p:ph type="sldNum" sz="quarter" idx="17"/>
          </p:nvPr>
        </p:nvSpPr>
        <p:spPr/>
        <p:txBody>
          <a:bodyPr/>
          <a:lstStyle/>
          <a:p>
            <a:r>
              <a:rPr lang="en-US"/>
              <a:t>/   </a:t>
            </a:r>
            <a:fld id="{6C7E6F33-74EE-5541-8108-8353B402F8C1}" type="slidenum">
              <a:rPr lang="en-US" smtClean="0"/>
              <a:pPr/>
              <a:t>15</a:t>
            </a:fld>
            <a:endParaRPr lang="en-US"/>
          </a:p>
        </p:txBody>
      </p:sp>
      <p:sp>
        <p:nvSpPr>
          <p:cNvPr id="5" name="Title 4">
            <a:extLst>
              <a:ext uri="{FF2B5EF4-FFF2-40B4-BE49-F238E27FC236}">
                <a16:creationId xmlns:a16="http://schemas.microsoft.com/office/drawing/2014/main" id="{F06EBE2E-0334-865E-D9BB-979F2F426FCD}"/>
              </a:ext>
            </a:extLst>
          </p:cNvPr>
          <p:cNvSpPr>
            <a:spLocks noGrp="1"/>
          </p:cNvSpPr>
          <p:nvPr>
            <p:ph type="title"/>
          </p:nvPr>
        </p:nvSpPr>
        <p:spPr/>
        <p:txBody>
          <a:bodyPr/>
          <a:lstStyle/>
          <a:p>
            <a:r>
              <a:rPr lang="en-US">
                <a:latin typeface="Munistic"/>
              </a:rPr>
              <a:t>Engine</a:t>
            </a:r>
            <a:endParaRPr lang="en-US"/>
          </a:p>
        </p:txBody>
      </p:sp>
      <p:sp>
        <p:nvSpPr>
          <p:cNvPr id="6" name="Text Placeholder 5">
            <a:extLst>
              <a:ext uri="{FF2B5EF4-FFF2-40B4-BE49-F238E27FC236}">
                <a16:creationId xmlns:a16="http://schemas.microsoft.com/office/drawing/2014/main" id="{AAD9DCF4-EA43-79A2-4E04-4104B8BBAB16}"/>
              </a:ext>
            </a:extLst>
          </p:cNvPr>
          <p:cNvSpPr>
            <a:spLocks noGrp="1"/>
          </p:cNvSpPr>
          <p:nvPr>
            <p:ph type="body" sz="quarter" idx="13"/>
          </p:nvPr>
        </p:nvSpPr>
        <p:spPr/>
        <p:txBody>
          <a:bodyPr/>
          <a:lstStyle/>
          <a:p>
            <a:r>
              <a:rPr lang="en-US" sz="1850">
                <a:ea typeface="Source Sans Pro"/>
                <a:cs typeface="Calibri"/>
              </a:rPr>
              <a:t>Propellent TNT Calculation</a:t>
            </a:r>
            <a:endParaRPr lang="en-US"/>
          </a:p>
        </p:txBody>
      </p:sp>
      <p:pic>
        <p:nvPicPr>
          <p:cNvPr id="7" name="Picture 6">
            <a:extLst>
              <a:ext uri="{FF2B5EF4-FFF2-40B4-BE49-F238E27FC236}">
                <a16:creationId xmlns:a16="http://schemas.microsoft.com/office/drawing/2014/main" id="{77DDE09F-F669-D2C8-0DE4-5A7F6B7B97F0}"/>
              </a:ext>
            </a:extLst>
          </p:cNvPr>
          <p:cNvPicPr>
            <a:picLocks noChangeAspect="1"/>
          </p:cNvPicPr>
          <p:nvPr/>
        </p:nvPicPr>
        <p:blipFill>
          <a:blip r:embed="rId2"/>
          <a:stretch>
            <a:fillRect/>
          </a:stretch>
        </p:blipFill>
        <p:spPr>
          <a:xfrm>
            <a:off x="6769550" y="1328920"/>
            <a:ext cx="3946072" cy="5207453"/>
          </a:xfrm>
          <a:prstGeom prst="rect">
            <a:avLst/>
          </a:prstGeom>
        </p:spPr>
      </p:pic>
      <p:sp>
        <p:nvSpPr>
          <p:cNvPr id="8" name="TextBox 7">
            <a:extLst>
              <a:ext uri="{FF2B5EF4-FFF2-40B4-BE49-F238E27FC236}">
                <a16:creationId xmlns:a16="http://schemas.microsoft.com/office/drawing/2014/main" id="{F1C92BE2-1604-A539-99D5-2B75F6764D36}"/>
              </a:ext>
            </a:extLst>
          </p:cNvPr>
          <p:cNvSpPr txBox="1"/>
          <p:nvPr/>
        </p:nvSpPr>
        <p:spPr>
          <a:xfrm>
            <a:off x="952500" y="2272392"/>
            <a:ext cx="4840514"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TNT equivalence must be below 0.5Kg</a:t>
            </a:r>
          </a:p>
          <a:p>
            <a:pPr marL="285750" indent="-285750">
              <a:buFont typeface="Arial"/>
              <a:buChar char="•"/>
            </a:pPr>
            <a:r>
              <a:rPr lang="en-US">
                <a:ea typeface="Calibri"/>
                <a:cs typeface="Calibri"/>
              </a:rPr>
              <a:t>1/4500(kJ/kg) is the ratio to convert the amount of power produced by the IPA or N2O K bottle to TNT.</a:t>
            </a:r>
          </a:p>
          <a:p>
            <a:pPr marL="285750" indent="-285750">
              <a:buFont typeface="Arial"/>
              <a:buChar char="•"/>
            </a:pPr>
            <a:r>
              <a:rPr lang="en-US">
                <a:ea typeface="Calibri"/>
                <a:cs typeface="Calibri"/>
              </a:rPr>
              <a:t>We are well below for both a 10 second and 5 second burn.</a:t>
            </a:r>
          </a:p>
          <a:p>
            <a:pPr marL="285750" indent="-285750">
              <a:buFont typeface="Arial"/>
              <a:buChar char="•"/>
            </a:pPr>
            <a:r>
              <a:rPr lang="en-US">
                <a:ea typeface="Calibri"/>
                <a:cs typeface="Calibri"/>
              </a:rPr>
              <a:t>We must assume the whole N2O K bottle because we can't just use part of it.</a:t>
            </a:r>
          </a:p>
          <a:p>
            <a:pPr marL="285750" indent="-285750">
              <a:buFont typeface="Arial"/>
              <a:buChar char="•"/>
            </a:pPr>
            <a:r>
              <a:rPr lang="en-US">
                <a:ea typeface="Calibri"/>
                <a:cs typeface="Calibri"/>
              </a:rPr>
              <a:t>We are not taking into account the N2 K bottles because they are inert.</a:t>
            </a:r>
          </a:p>
        </p:txBody>
      </p:sp>
    </p:spTree>
    <p:extLst>
      <p:ext uri="{BB962C8B-B14F-4D97-AF65-F5344CB8AC3E}">
        <p14:creationId xmlns:p14="http://schemas.microsoft.com/office/powerpoint/2010/main" val="661665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A325C-E5DF-B96F-EF6E-3D6EB714C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E06FCA-E992-9667-E0D5-3017A9A28022}"/>
              </a:ext>
            </a:extLst>
          </p:cNvPr>
          <p:cNvSpPr>
            <a:spLocks noGrp="1"/>
          </p:cNvSpPr>
          <p:nvPr>
            <p:ph type="title"/>
          </p:nvPr>
        </p:nvSpPr>
        <p:spPr/>
        <p:txBody>
          <a:bodyPr/>
          <a:lstStyle/>
          <a:p>
            <a:r>
              <a:rPr lang="en-US">
                <a:latin typeface="Munistic"/>
              </a:rPr>
              <a:t>Mathematical Model</a:t>
            </a:r>
            <a:endParaRPr lang="en-US"/>
          </a:p>
        </p:txBody>
      </p:sp>
      <p:pic>
        <p:nvPicPr>
          <p:cNvPr id="3" name="Picture 2">
            <a:extLst>
              <a:ext uri="{FF2B5EF4-FFF2-40B4-BE49-F238E27FC236}">
                <a16:creationId xmlns:a16="http://schemas.microsoft.com/office/drawing/2014/main" id="{F8AE7D25-3027-A6E4-BA88-781C12EAA4CE}"/>
              </a:ext>
            </a:extLst>
          </p:cNvPr>
          <p:cNvPicPr>
            <a:picLocks noChangeAspect="1"/>
          </p:cNvPicPr>
          <p:nvPr/>
        </p:nvPicPr>
        <p:blipFill>
          <a:blip r:embed="rId2"/>
          <a:stretch>
            <a:fillRect/>
          </a:stretch>
        </p:blipFill>
        <p:spPr>
          <a:xfrm>
            <a:off x="1642858" y="1712871"/>
            <a:ext cx="3507154" cy="4207282"/>
          </a:xfrm>
          <a:prstGeom prst="rect">
            <a:avLst/>
          </a:prstGeom>
        </p:spPr>
      </p:pic>
      <p:pic>
        <p:nvPicPr>
          <p:cNvPr id="4" name="Picture 3">
            <a:extLst>
              <a:ext uri="{FF2B5EF4-FFF2-40B4-BE49-F238E27FC236}">
                <a16:creationId xmlns:a16="http://schemas.microsoft.com/office/drawing/2014/main" id="{3252A5C3-55C0-E2CB-4109-E8FDCE523B1B}"/>
              </a:ext>
            </a:extLst>
          </p:cNvPr>
          <p:cNvPicPr>
            <a:picLocks noChangeAspect="1"/>
          </p:cNvPicPr>
          <p:nvPr/>
        </p:nvPicPr>
        <p:blipFill>
          <a:blip r:embed="rId3"/>
          <a:stretch>
            <a:fillRect/>
          </a:stretch>
        </p:blipFill>
        <p:spPr>
          <a:xfrm>
            <a:off x="6361889" y="1654256"/>
            <a:ext cx="4126918" cy="4265898"/>
          </a:xfrm>
          <a:prstGeom prst="rect">
            <a:avLst/>
          </a:prstGeom>
        </p:spPr>
      </p:pic>
    </p:spTree>
    <p:extLst>
      <p:ext uri="{BB962C8B-B14F-4D97-AF65-F5344CB8AC3E}">
        <p14:creationId xmlns:p14="http://schemas.microsoft.com/office/powerpoint/2010/main" val="3653172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AA003-33E9-7882-56F8-39CD3727C0C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3A4E4A5-E34D-88A2-A6C8-8E52C7F3FAEC}"/>
              </a:ext>
            </a:extLst>
          </p:cNvPr>
          <p:cNvSpPr>
            <a:spLocks noGrp="1"/>
          </p:cNvSpPr>
          <p:nvPr>
            <p:ph type="ftr" sz="quarter" idx="16"/>
          </p:nvPr>
        </p:nvSpPr>
        <p:spPr/>
        <p:txBody>
          <a:bodyPr/>
          <a:lstStyle/>
          <a:p>
            <a:r>
              <a:rPr lang="en-US"/>
              <a:t>TVC PDR</a:t>
            </a:r>
          </a:p>
        </p:txBody>
      </p:sp>
      <p:sp>
        <p:nvSpPr>
          <p:cNvPr id="4" name="Slide Number Placeholder 3">
            <a:extLst>
              <a:ext uri="{FF2B5EF4-FFF2-40B4-BE49-F238E27FC236}">
                <a16:creationId xmlns:a16="http://schemas.microsoft.com/office/drawing/2014/main" id="{7A7A7D8F-A49F-54DF-A0E3-34D764F3DA64}"/>
              </a:ext>
            </a:extLst>
          </p:cNvPr>
          <p:cNvSpPr>
            <a:spLocks noGrp="1"/>
          </p:cNvSpPr>
          <p:nvPr>
            <p:ph type="sldNum" sz="quarter" idx="17"/>
          </p:nvPr>
        </p:nvSpPr>
        <p:spPr/>
        <p:txBody>
          <a:bodyPr/>
          <a:lstStyle/>
          <a:p>
            <a:r>
              <a:rPr lang="en-US"/>
              <a:t>/   </a:t>
            </a:r>
            <a:fld id="{6C7E6F33-74EE-5541-8108-8353B402F8C1}" type="slidenum">
              <a:rPr lang="en-US" smtClean="0"/>
              <a:pPr/>
              <a:t>17</a:t>
            </a:fld>
            <a:endParaRPr lang="en-US"/>
          </a:p>
        </p:txBody>
      </p:sp>
      <p:sp>
        <p:nvSpPr>
          <p:cNvPr id="5" name="Title 4">
            <a:extLst>
              <a:ext uri="{FF2B5EF4-FFF2-40B4-BE49-F238E27FC236}">
                <a16:creationId xmlns:a16="http://schemas.microsoft.com/office/drawing/2014/main" id="{E53B9885-7304-EB20-32EC-51477FF36707}"/>
              </a:ext>
            </a:extLst>
          </p:cNvPr>
          <p:cNvSpPr>
            <a:spLocks noGrp="1"/>
          </p:cNvSpPr>
          <p:nvPr>
            <p:ph type="title"/>
          </p:nvPr>
        </p:nvSpPr>
        <p:spPr/>
        <p:txBody>
          <a:bodyPr/>
          <a:lstStyle/>
          <a:p>
            <a:r>
              <a:rPr lang="en-US">
                <a:latin typeface="Munistic"/>
              </a:rPr>
              <a:t>Math Model</a:t>
            </a:r>
            <a:endParaRPr lang="en-US"/>
          </a:p>
        </p:txBody>
      </p:sp>
      <p:sp>
        <p:nvSpPr>
          <p:cNvPr id="6" name="Text Placeholder 5">
            <a:extLst>
              <a:ext uri="{FF2B5EF4-FFF2-40B4-BE49-F238E27FC236}">
                <a16:creationId xmlns:a16="http://schemas.microsoft.com/office/drawing/2014/main" id="{833B82AE-A7F2-C8A1-BCA8-5724E12E8933}"/>
              </a:ext>
            </a:extLst>
          </p:cNvPr>
          <p:cNvSpPr>
            <a:spLocks noGrp="1"/>
          </p:cNvSpPr>
          <p:nvPr>
            <p:ph type="body" sz="quarter" idx="13"/>
          </p:nvPr>
        </p:nvSpPr>
        <p:spPr/>
        <p:txBody>
          <a:bodyPr/>
          <a:lstStyle/>
          <a:p>
            <a:r>
              <a:rPr lang="en-US" sz="1850">
                <a:ea typeface="Source Sans Pro"/>
                <a:cs typeface="Calibri"/>
              </a:rPr>
              <a:t>Up To Date CAD</a:t>
            </a:r>
            <a:endParaRPr lang="en-US"/>
          </a:p>
        </p:txBody>
      </p:sp>
      <p:pic>
        <p:nvPicPr>
          <p:cNvPr id="2" name="Picture 1">
            <a:extLst>
              <a:ext uri="{FF2B5EF4-FFF2-40B4-BE49-F238E27FC236}">
                <a16:creationId xmlns:a16="http://schemas.microsoft.com/office/drawing/2014/main" id="{F0D9CC5E-96B1-A62E-3BF0-FB5F44E55F41}"/>
              </a:ext>
            </a:extLst>
          </p:cNvPr>
          <p:cNvPicPr>
            <a:picLocks noChangeAspect="1"/>
          </p:cNvPicPr>
          <p:nvPr/>
        </p:nvPicPr>
        <p:blipFill>
          <a:blip r:embed="rId2"/>
          <a:stretch>
            <a:fillRect/>
          </a:stretch>
        </p:blipFill>
        <p:spPr>
          <a:xfrm>
            <a:off x="7056362" y="1599193"/>
            <a:ext cx="3747398" cy="3894667"/>
          </a:xfrm>
          <a:prstGeom prst="rect">
            <a:avLst/>
          </a:prstGeom>
        </p:spPr>
      </p:pic>
      <p:pic>
        <p:nvPicPr>
          <p:cNvPr id="7" name="Picture 6">
            <a:extLst>
              <a:ext uri="{FF2B5EF4-FFF2-40B4-BE49-F238E27FC236}">
                <a16:creationId xmlns:a16="http://schemas.microsoft.com/office/drawing/2014/main" id="{DD69E4EF-F250-6DA4-EE50-AFCE97C8E08B}"/>
              </a:ext>
            </a:extLst>
          </p:cNvPr>
          <p:cNvPicPr>
            <a:picLocks noChangeAspect="1"/>
          </p:cNvPicPr>
          <p:nvPr/>
        </p:nvPicPr>
        <p:blipFill>
          <a:blip r:embed="rId3"/>
          <a:stretch>
            <a:fillRect/>
          </a:stretch>
        </p:blipFill>
        <p:spPr>
          <a:xfrm>
            <a:off x="1047204" y="1807602"/>
            <a:ext cx="4244066" cy="3463638"/>
          </a:xfrm>
          <a:prstGeom prst="rect">
            <a:avLst/>
          </a:prstGeom>
        </p:spPr>
      </p:pic>
      <p:sp>
        <p:nvSpPr>
          <p:cNvPr id="8" name="TextBox 7">
            <a:extLst>
              <a:ext uri="{FF2B5EF4-FFF2-40B4-BE49-F238E27FC236}">
                <a16:creationId xmlns:a16="http://schemas.microsoft.com/office/drawing/2014/main" id="{F0DED725-1A45-743C-C260-2A7CE9DE6AC6}"/>
              </a:ext>
            </a:extLst>
          </p:cNvPr>
          <p:cNvSpPr txBox="1"/>
          <p:nvPr/>
        </p:nvSpPr>
        <p:spPr>
          <a:xfrm>
            <a:off x="413288" y="5566474"/>
            <a:ext cx="1108128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Aptos"/>
              </a:rPr>
              <a:t>     At 0 degrees. D = 12.852in and E = 5.788in and F = 11.475in             At 0 degrees. A = 3.525in and B = 13.288in and C = 13.747in</a:t>
            </a:r>
            <a:endParaRPr lang="en-US">
              <a:ea typeface="Calibri"/>
              <a:cs typeface="Calibri"/>
            </a:endParaRPr>
          </a:p>
        </p:txBody>
      </p:sp>
    </p:spTree>
    <p:extLst>
      <p:ext uri="{BB962C8B-B14F-4D97-AF65-F5344CB8AC3E}">
        <p14:creationId xmlns:p14="http://schemas.microsoft.com/office/powerpoint/2010/main" val="1338847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0F857-E435-A163-21B3-50CBF35DFC2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B166BD8-F104-5862-94FB-49664722A72B}"/>
              </a:ext>
            </a:extLst>
          </p:cNvPr>
          <p:cNvSpPr>
            <a:spLocks noGrp="1"/>
          </p:cNvSpPr>
          <p:nvPr>
            <p:ph type="ftr" sz="quarter" idx="16"/>
          </p:nvPr>
        </p:nvSpPr>
        <p:spPr/>
        <p:txBody>
          <a:bodyPr/>
          <a:lstStyle/>
          <a:p>
            <a:r>
              <a:rPr lang="en-US"/>
              <a:t>TVC PDR</a:t>
            </a:r>
          </a:p>
        </p:txBody>
      </p:sp>
      <p:sp>
        <p:nvSpPr>
          <p:cNvPr id="4" name="Slide Number Placeholder 3">
            <a:extLst>
              <a:ext uri="{FF2B5EF4-FFF2-40B4-BE49-F238E27FC236}">
                <a16:creationId xmlns:a16="http://schemas.microsoft.com/office/drawing/2014/main" id="{18364045-3469-AC0E-1CEE-65522F8B451A}"/>
              </a:ext>
            </a:extLst>
          </p:cNvPr>
          <p:cNvSpPr>
            <a:spLocks noGrp="1"/>
          </p:cNvSpPr>
          <p:nvPr>
            <p:ph type="sldNum" sz="quarter" idx="17"/>
          </p:nvPr>
        </p:nvSpPr>
        <p:spPr/>
        <p:txBody>
          <a:bodyPr/>
          <a:lstStyle/>
          <a:p>
            <a:r>
              <a:rPr lang="en-US"/>
              <a:t>/   </a:t>
            </a:r>
            <a:fld id="{6C7E6F33-74EE-5541-8108-8353B402F8C1}" type="slidenum">
              <a:rPr lang="en-US" smtClean="0"/>
              <a:pPr/>
              <a:t>18</a:t>
            </a:fld>
            <a:endParaRPr lang="en-US"/>
          </a:p>
        </p:txBody>
      </p:sp>
      <p:sp>
        <p:nvSpPr>
          <p:cNvPr id="5" name="Title 4">
            <a:extLst>
              <a:ext uri="{FF2B5EF4-FFF2-40B4-BE49-F238E27FC236}">
                <a16:creationId xmlns:a16="http://schemas.microsoft.com/office/drawing/2014/main" id="{68C531B1-B9F2-49D8-32DA-AFB3E767ABBF}"/>
              </a:ext>
            </a:extLst>
          </p:cNvPr>
          <p:cNvSpPr>
            <a:spLocks noGrp="1"/>
          </p:cNvSpPr>
          <p:nvPr>
            <p:ph type="title"/>
          </p:nvPr>
        </p:nvSpPr>
        <p:spPr/>
        <p:txBody>
          <a:bodyPr/>
          <a:lstStyle/>
          <a:p>
            <a:r>
              <a:rPr lang="en-US">
                <a:latin typeface="Munistic"/>
              </a:rPr>
              <a:t>Math Model</a:t>
            </a:r>
            <a:endParaRPr lang="en-US"/>
          </a:p>
        </p:txBody>
      </p:sp>
      <p:sp>
        <p:nvSpPr>
          <p:cNvPr id="6" name="Text Placeholder 5">
            <a:extLst>
              <a:ext uri="{FF2B5EF4-FFF2-40B4-BE49-F238E27FC236}">
                <a16:creationId xmlns:a16="http://schemas.microsoft.com/office/drawing/2014/main" id="{65AFE826-358C-6601-F612-3E5AF465450B}"/>
              </a:ext>
            </a:extLst>
          </p:cNvPr>
          <p:cNvSpPr>
            <a:spLocks noGrp="1"/>
          </p:cNvSpPr>
          <p:nvPr>
            <p:ph type="body" sz="quarter" idx="13"/>
          </p:nvPr>
        </p:nvSpPr>
        <p:spPr/>
        <p:txBody>
          <a:bodyPr/>
          <a:lstStyle/>
          <a:p>
            <a:r>
              <a:rPr lang="en-US" sz="1850">
                <a:ea typeface="Source Sans Pro"/>
                <a:cs typeface="Calibri"/>
              </a:rPr>
              <a:t>Movement Plot</a:t>
            </a:r>
            <a:endParaRPr lang="en-US"/>
          </a:p>
        </p:txBody>
      </p:sp>
      <p:pic>
        <p:nvPicPr>
          <p:cNvPr id="7" name="Picture 6">
            <a:extLst>
              <a:ext uri="{FF2B5EF4-FFF2-40B4-BE49-F238E27FC236}">
                <a16:creationId xmlns:a16="http://schemas.microsoft.com/office/drawing/2014/main" id="{8CC6B6C9-0583-9989-E679-6B53FE922502}"/>
              </a:ext>
            </a:extLst>
          </p:cNvPr>
          <p:cNvPicPr>
            <a:picLocks noChangeAspect="1"/>
          </p:cNvPicPr>
          <p:nvPr/>
        </p:nvPicPr>
        <p:blipFill>
          <a:blip r:embed="rId2"/>
          <a:stretch>
            <a:fillRect/>
          </a:stretch>
        </p:blipFill>
        <p:spPr>
          <a:xfrm>
            <a:off x="353512" y="1716427"/>
            <a:ext cx="7141924" cy="4260807"/>
          </a:xfrm>
          <a:prstGeom prst="rect">
            <a:avLst/>
          </a:prstGeom>
        </p:spPr>
      </p:pic>
      <p:pic>
        <p:nvPicPr>
          <p:cNvPr id="2" name="Picture 1">
            <a:extLst>
              <a:ext uri="{FF2B5EF4-FFF2-40B4-BE49-F238E27FC236}">
                <a16:creationId xmlns:a16="http://schemas.microsoft.com/office/drawing/2014/main" id="{2D0688F8-65B6-5396-C4FD-B138B49A850A}"/>
              </a:ext>
            </a:extLst>
          </p:cNvPr>
          <p:cNvPicPr>
            <a:picLocks noChangeAspect="1"/>
          </p:cNvPicPr>
          <p:nvPr/>
        </p:nvPicPr>
        <p:blipFill>
          <a:blip r:embed="rId3"/>
          <a:stretch>
            <a:fillRect/>
          </a:stretch>
        </p:blipFill>
        <p:spPr>
          <a:xfrm>
            <a:off x="7633633" y="1999012"/>
            <a:ext cx="4277538" cy="3701144"/>
          </a:xfrm>
          <a:prstGeom prst="rect">
            <a:avLst/>
          </a:prstGeom>
        </p:spPr>
      </p:pic>
    </p:spTree>
    <p:extLst>
      <p:ext uri="{BB962C8B-B14F-4D97-AF65-F5344CB8AC3E}">
        <p14:creationId xmlns:p14="http://schemas.microsoft.com/office/powerpoint/2010/main" val="3327967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CDDEB-D8F4-6FED-DBB3-2C3F6CFEA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79090-6ED5-784D-A31C-E99CCF949A17}"/>
              </a:ext>
            </a:extLst>
          </p:cNvPr>
          <p:cNvSpPr>
            <a:spLocks noGrp="1"/>
          </p:cNvSpPr>
          <p:nvPr>
            <p:ph type="title"/>
          </p:nvPr>
        </p:nvSpPr>
        <p:spPr/>
        <p:txBody>
          <a:bodyPr/>
          <a:lstStyle/>
          <a:p>
            <a:r>
              <a:rPr lang="en-US">
                <a:latin typeface="Munistic"/>
              </a:rPr>
              <a:t>Structures</a:t>
            </a:r>
            <a:endParaRPr lang="en-US"/>
          </a:p>
        </p:txBody>
      </p:sp>
      <p:pic>
        <p:nvPicPr>
          <p:cNvPr id="4" name="Picture 3">
            <a:extLst>
              <a:ext uri="{FF2B5EF4-FFF2-40B4-BE49-F238E27FC236}">
                <a16:creationId xmlns:a16="http://schemas.microsoft.com/office/drawing/2014/main" id="{D54582CD-9AE8-BBEC-5059-5ADA593FAB29}"/>
              </a:ext>
            </a:extLst>
          </p:cNvPr>
          <p:cNvPicPr>
            <a:picLocks noChangeAspect="1"/>
          </p:cNvPicPr>
          <p:nvPr/>
        </p:nvPicPr>
        <p:blipFill>
          <a:blip r:embed="rId2"/>
          <a:srcRect l="14938" t="18129" r="9886" b="7937"/>
          <a:stretch>
            <a:fillRect/>
          </a:stretch>
        </p:blipFill>
        <p:spPr>
          <a:xfrm>
            <a:off x="135910" y="1939298"/>
            <a:ext cx="2492634" cy="2017608"/>
          </a:xfrm>
          <a:prstGeom prst="rect">
            <a:avLst/>
          </a:prstGeom>
        </p:spPr>
      </p:pic>
      <p:pic>
        <p:nvPicPr>
          <p:cNvPr id="6" name="Picture 5">
            <a:extLst>
              <a:ext uri="{FF2B5EF4-FFF2-40B4-BE49-F238E27FC236}">
                <a16:creationId xmlns:a16="http://schemas.microsoft.com/office/drawing/2014/main" id="{CE0EEC7E-0AD0-FCDB-0A75-CE3F372F91BC}"/>
              </a:ext>
            </a:extLst>
          </p:cNvPr>
          <p:cNvPicPr>
            <a:picLocks noChangeAspect="1"/>
          </p:cNvPicPr>
          <p:nvPr/>
        </p:nvPicPr>
        <p:blipFill>
          <a:blip r:embed="rId3"/>
          <a:srcRect l="8251" t="7566" r="5908" b="14725"/>
          <a:stretch>
            <a:fillRect/>
          </a:stretch>
        </p:blipFill>
        <p:spPr>
          <a:xfrm>
            <a:off x="2737212" y="1935210"/>
            <a:ext cx="2892153" cy="2029867"/>
          </a:xfrm>
          <a:prstGeom prst="rect">
            <a:avLst/>
          </a:prstGeom>
        </p:spPr>
      </p:pic>
      <p:pic>
        <p:nvPicPr>
          <p:cNvPr id="8" name="Picture 7">
            <a:extLst>
              <a:ext uri="{FF2B5EF4-FFF2-40B4-BE49-F238E27FC236}">
                <a16:creationId xmlns:a16="http://schemas.microsoft.com/office/drawing/2014/main" id="{DA9AC878-C041-EBD5-530C-6CDF398D4461}"/>
              </a:ext>
            </a:extLst>
          </p:cNvPr>
          <p:cNvPicPr>
            <a:picLocks noChangeAspect="1"/>
          </p:cNvPicPr>
          <p:nvPr/>
        </p:nvPicPr>
        <p:blipFill>
          <a:blip r:embed="rId4"/>
          <a:srcRect l="12121" t="13589" r="17172" b="10453"/>
          <a:stretch>
            <a:fillRect/>
          </a:stretch>
        </p:blipFill>
        <p:spPr>
          <a:xfrm>
            <a:off x="5817523" y="1943875"/>
            <a:ext cx="3250308" cy="2027492"/>
          </a:xfrm>
          <a:prstGeom prst="rect">
            <a:avLst/>
          </a:prstGeom>
        </p:spPr>
      </p:pic>
      <p:sp>
        <p:nvSpPr>
          <p:cNvPr id="12" name="TextBox 11">
            <a:extLst>
              <a:ext uri="{FF2B5EF4-FFF2-40B4-BE49-F238E27FC236}">
                <a16:creationId xmlns:a16="http://schemas.microsoft.com/office/drawing/2014/main" id="{06918B71-B836-93A9-FEF5-BF30FB7423E7}"/>
              </a:ext>
            </a:extLst>
          </p:cNvPr>
          <p:cNvSpPr txBox="1"/>
          <p:nvPr/>
        </p:nvSpPr>
        <p:spPr>
          <a:xfrm>
            <a:off x="621005" y="4423691"/>
            <a:ext cx="21215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Actuator Plate</a:t>
            </a:r>
            <a:endParaRPr lang="en-US" sz="2400"/>
          </a:p>
        </p:txBody>
      </p:sp>
      <p:sp>
        <p:nvSpPr>
          <p:cNvPr id="13" name="TextBox 12">
            <a:extLst>
              <a:ext uri="{FF2B5EF4-FFF2-40B4-BE49-F238E27FC236}">
                <a16:creationId xmlns:a16="http://schemas.microsoft.com/office/drawing/2014/main" id="{D30B5417-544C-E7D9-FD72-95066607463D}"/>
              </a:ext>
            </a:extLst>
          </p:cNvPr>
          <p:cNvSpPr txBox="1"/>
          <p:nvPr/>
        </p:nvSpPr>
        <p:spPr>
          <a:xfrm>
            <a:off x="3638924" y="4423690"/>
            <a:ext cx="17907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Base Plate</a:t>
            </a:r>
            <a:endParaRPr lang="en-US" sz="2400"/>
          </a:p>
        </p:txBody>
      </p:sp>
      <p:sp>
        <p:nvSpPr>
          <p:cNvPr id="14" name="TextBox 13">
            <a:extLst>
              <a:ext uri="{FF2B5EF4-FFF2-40B4-BE49-F238E27FC236}">
                <a16:creationId xmlns:a16="http://schemas.microsoft.com/office/drawing/2014/main" id="{6B96F190-C550-CCAF-C408-CF4EE8439468}"/>
              </a:ext>
            </a:extLst>
          </p:cNvPr>
          <p:cNvSpPr txBox="1"/>
          <p:nvPr/>
        </p:nvSpPr>
        <p:spPr>
          <a:xfrm>
            <a:off x="6667548" y="4245216"/>
            <a:ext cx="17907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Aluminum Extrusions</a:t>
            </a:r>
            <a:endParaRPr lang="en-US" sz="2400"/>
          </a:p>
        </p:txBody>
      </p:sp>
      <p:pic>
        <p:nvPicPr>
          <p:cNvPr id="3" name="Picture 2">
            <a:extLst>
              <a:ext uri="{FF2B5EF4-FFF2-40B4-BE49-F238E27FC236}">
                <a16:creationId xmlns:a16="http://schemas.microsoft.com/office/drawing/2014/main" id="{73FB8A73-EEAC-1979-DDD7-472C0CED708F}"/>
              </a:ext>
            </a:extLst>
          </p:cNvPr>
          <p:cNvPicPr>
            <a:picLocks noChangeAspect="1"/>
          </p:cNvPicPr>
          <p:nvPr/>
        </p:nvPicPr>
        <p:blipFill>
          <a:blip r:embed="rId5"/>
          <a:srcRect l="12301" t="8860" r="12895" b="4418"/>
          <a:stretch>
            <a:fillRect/>
          </a:stretch>
        </p:blipFill>
        <p:spPr>
          <a:xfrm>
            <a:off x="9179589" y="1917913"/>
            <a:ext cx="2914710" cy="2058110"/>
          </a:xfrm>
          <a:prstGeom prst="rect">
            <a:avLst/>
          </a:prstGeom>
        </p:spPr>
      </p:pic>
      <p:sp>
        <p:nvSpPr>
          <p:cNvPr id="5" name="TextBox 4">
            <a:extLst>
              <a:ext uri="{FF2B5EF4-FFF2-40B4-BE49-F238E27FC236}">
                <a16:creationId xmlns:a16="http://schemas.microsoft.com/office/drawing/2014/main" id="{4ACA866B-D462-46FA-F3C8-F863005293DD}"/>
              </a:ext>
            </a:extLst>
          </p:cNvPr>
          <p:cNvSpPr txBox="1"/>
          <p:nvPr/>
        </p:nvSpPr>
        <p:spPr>
          <a:xfrm>
            <a:off x="9744216" y="4423690"/>
            <a:ext cx="17907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TVC Gimble Bracket</a:t>
            </a:r>
          </a:p>
        </p:txBody>
      </p:sp>
    </p:spTree>
    <p:extLst>
      <p:ext uri="{BB962C8B-B14F-4D97-AF65-F5344CB8AC3E}">
        <p14:creationId xmlns:p14="http://schemas.microsoft.com/office/powerpoint/2010/main" val="16406586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A3216-3480-58A5-E58E-85054378D31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C8AD7FC-5618-152F-652F-0228BD2F64F0}"/>
              </a:ext>
            </a:extLst>
          </p:cNvPr>
          <p:cNvSpPr>
            <a:spLocks noGrp="1"/>
          </p:cNvSpPr>
          <p:nvPr>
            <p:ph type="title"/>
          </p:nvPr>
        </p:nvSpPr>
        <p:spPr/>
        <p:txBody>
          <a:bodyPr/>
          <a:lstStyle/>
          <a:p>
            <a:r>
              <a:rPr lang="en-US">
                <a:latin typeface="Munistic"/>
              </a:rPr>
              <a:t>Structures</a:t>
            </a:r>
            <a:endParaRPr lang="en-US"/>
          </a:p>
        </p:txBody>
      </p:sp>
      <p:sp>
        <p:nvSpPr>
          <p:cNvPr id="6" name="Text Placeholder 5">
            <a:extLst>
              <a:ext uri="{FF2B5EF4-FFF2-40B4-BE49-F238E27FC236}">
                <a16:creationId xmlns:a16="http://schemas.microsoft.com/office/drawing/2014/main" id="{79CAF050-B43A-44B3-E4E5-46D04F184E3C}"/>
              </a:ext>
            </a:extLst>
          </p:cNvPr>
          <p:cNvSpPr>
            <a:spLocks noGrp="1"/>
          </p:cNvSpPr>
          <p:nvPr>
            <p:ph type="body" sz="quarter" idx="13"/>
          </p:nvPr>
        </p:nvSpPr>
        <p:spPr/>
        <p:txBody>
          <a:bodyPr/>
          <a:lstStyle/>
          <a:p>
            <a:r>
              <a:rPr lang="en-US" sz="1850">
                <a:ea typeface="Source Sans Pro"/>
                <a:cs typeface="Calibri"/>
              </a:rPr>
              <a:t>Material of choice</a:t>
            </a:r>
            <a:endParaRPr lang="en-US"/>
          </a:p>
        </p:txBody>
      </p:sp>
      <p:pic>
        <p:nvPicPr>
          <p:cNvPr id="15" name="Picture 14">
            <a:extLst>
              <a:ext uri="{FF2B5EF4-FFF2-40B4-BE49-F238E27FC236}">
                <a16:creationId xmlns:a16="http://schemas.microsoft.com/office/drawing/2014/main" id="{391AF9E7-E779-68BF-A20A-094C90315E57}"/>
              </a:ext>
            </a:extLst>
          </p:cNvPr>
          <p:cNvPicPr>
            <a:picLocks noChangeAspect="1"/>
          </p:cNvPicPr>
          <p:nvPr/>
        </p:nvPicPr>
        <p:blipFill>
          <a:blip r:embed="rId2"/>
          <a:stretch>
            <a:fillRect/>
          </a:stretch>
        </p:blipFill>
        <p:spPr>
          <a:xfrm>
            <a:off x="250107" y="1624031"/>
            <a:ext cx="7307351" cy="1554544"/>
          </a:xfrm>
          <a:prstGeom prst="rect">
            <a:avLst/>
          </a:prstGeom>
        </p:spPr>
      </p:pic>
      <p:pic>
        <p:nvPicPr>
          <p:cNvPr id="4" name="Picture 3">
            <a:extLst>
              <a:ext uri="{FF2B5EF4-FFF2-40B4-BE49-F238E27FC236}">
                <a16:creationId xmlns:a16="http://schemas.microsoft.com/office/drawing/2014/main" id="{F92142D1-0AEB-19BB-3AEF-D91D5A55E52D}"/>
              </a:ext>
            </a:extLst>
          </p:cNvPr>
          <p:cNvPicPr>
            <a:picLocks noChangeAspect="1"/>
          </p:cNvPicPr>
          <p:nvPr/>
        </p:nvPicPr>
        <p:blipFill>
          <a:blip r:embed="rId3"/>
          <a:srcRect r="178" b="65550"/>
          <a:stretch>
            <a:fillRect/>
          </a:stretch>
        </p:blipFill>
        <p:spPr>
          <a:xfrm>
            <a:off x="205787" y="3232795"/>
            <a:ext cx="7288224" cy="1164153"/>
          </a:xfrm>
          <a:prstGeom prst="rect">
            <a:avLst/>
          </a:prstGeom>
        </p:spPr>
      </p:pic>
      <p:pic>
        <p:nvPicPr>
          <p:cNvPr id="7" name="Picture 6" descr="A screenshot of a white grid&#10;&#10;AI-generated content may be incorrect.">
            <a:extLst>
              <a:ext uri="{FF2B5EF4-FFF2-40B4-BE49-F238E27FC236}">
                <a16:creationId xmlns:a16="http://schemas.microsoft.com/office/drawing/2014/main" id="{1A2B0BF8-22B3-338B-1296-169ADDE2BA10}"/>
              </a:ext>
            </a:extLst>
          </p:cNvPr>
          <p:cNvPicPr>
            <a:picLocks noChangeAspect="1"/>
          </p:cNvPicPr>
          <p:nvPr/>
        </p:nvPicPr>
        <p:blipFill>
          <a:blip r:embed="rId3"/>
          <a:srcRect t="62953" r="129" b="278"/>
          <a:stretch>
            <a:fillRect/>
          </a:stretch>
        </p:blipFill>
        <p:spPr>
          <a:xfrm>
            <a:off x="205054" y="4333933"/>
            <a:ext cx="7292476" cy="1247339"/>
          </a:xfrm>
          <a:prstGeom prst="rect">
            <a:avLst/>
          </a:prstGeom>
        </p:spPr>
      </p:pic>
      <mc:AlternateContent xmlns:mc="http://schemas.openxmlformats.org/markup-compatibility/2006" xmlns:p14="http://schemas.microsoft.com/office/powerpoint/2010/main">
        <mc:Choice Requires="p14">
          <p:contentPart p14:bwMode="auto" r:id="rId4">
            <p14:nvContentPartPr>
              <p14:cNvPr id="17" name="Ink 16">
                <a:extLst>
                  <a:ext uri="{FF2B5EF4-FFF2-40B4-BE49-F238E27FC236}">
                    <a16:creationId xmlns:a16="http://schemas.microsoft.com/office/drawing/2014/main" id="{E7C96583-74A1-B0ED-5DF4-F83F3E36984D}"/>
                  </a:ext>
                </a:extLst>
              </p14:cNvPr>
              <p14:cNvContentPartPr/>
              <p14:nvPr/>
            </p14:nvContentPartPr>
            <p14:xfrm>
              <a:off x="5173856" y="4797062"/>
              <a:ext cx="555533" cy="371931"/>
            </p14:xfrm>
          </p:contentPart>
        </mc:Choice>
        <mc:Fallback xmlns="">
          <p:pic>
            <p:nvPicPr>
              <p:cNvPr id="17" name="Ink 16">
                <a:extLst>
                  <a:ext uri="{FF2B5EF4-FFF2-40B4-BE49-F238E27FC236}">
                    <a16:creationId xmlns:a16="http://schemas.microsoft.com/office/drawing/2014/main" id="{E7C96583-74A1-B0ED-5DF4-F83F3E36984D}"/>
                  </a:ext>
                </a:extLst>
              </p:cNvPr>
              <p:cNvPicPr/>
              <p:nvPr/>
            </p:nvPicPr>
            <p:blipFill>
              <a:blip r:embed="rId5"/>
              <a:stretch>
                <a:fillRect/>
              </a:stretch>
            </p:blipFill>
            <p:spPr>
              <a:xfrm>
                <a:off x="5155866" y="4779077"/>
                <a:ext cx="591153" cy="407541"/>
              </a:xfrm>
              <a:prstGeom prst="rect">
                <a:avLst/>
              </a:prstGeom>
            </p:spPr>
          </p:pic>
        </mc:Fallback>
      </mc:AlternateContent>
      <p:pic>
        <p:nvPicPr>
          <p:cNvPr id="3" name="Picture 2">
            <a:extLst>
              <a:ext uri="{FF2B5EF4-FFF2-40B4-BE49-F238E27FC236}">
                <a16:creationId xmlns:a16="http://schemas.microsoft.com/office/drawing/2014/main" id="{62F96C88-D23E-33DD-054A-44BBC8095AE3}"/>
              </a:ext>
            </a:extLst>
          </p:cNvPr>
          <p:cNvPicPr>
            <a:picLocks noChangeAspect="1"/>
          </p:cNvPicPr>
          <p:nvPr/>
        </p:nvPicPr>
        <p:blipFill>
          <a:blip r:embed="rId6"/>
          <a:srcRect l="25630" t="48617" r="24889" b="5731"/>
          <a:stretch>
            <a:fillRect/>
          </a:stretch>
        </p:blipFill>
        <p:spPr>
          <a:xfrm>
            <a:off x="7648320" y="2076450"/>
            <a:ext cx="4368810" cy="3099962"/>
          </a:xfrm>
          <a:prstGeom prst="rect">
            <a:avLst/>
          </a:prstGeom>
        </p:spPr>
      </p:pic>
      <p:cxnSp>
        <p:nvCxnSpPr>
          <p:cNvPr id="8" name="Straight Arrow Connector 7">
            <a:extLst>
              <a:ext uri="{FF2B5EF4-FFF2-40B4-BE49-F238E27FC236}">
                <a16:creationId xmlns:a16="http://schemas.microsoft.com/office/drawing/2014/main" id="{A519407A-4E64-FF11-D4DD-0712439E5D88}"/>
              </a:ext>
            </a:extLst>
          </p:cNvPr>
          <p:cNvCxnSpPr/>
          <p:nvPr/>
        </p:nvCxnSpPr>
        <p:spPr>
          <a:xfrm flipV="1">
            <a:off x="10117666" y="3589443"/>
            <a:ext cx="10160" cy="304800"/>
          </a:xfrm>
          <a:prstGeom prst="straightConnector1">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1D04DA8-4B22-E7B5-5873-6FD8CD938D48}"/>
              </a:ext>
            </a:extLst>
          </p:cNvPr>
          <p:cNvCxnSpPr>
            <a:cxnSpLocks/>
          </p:cNvCxnSpPr>
          <p:nvPr/>
        </p:nvCxnSpPr>
        <p:spPr>
          <a:xfrm flipH="1" flipV="1">
            <a:off x="9873826" y="3731682"/>
            <a:ext cx="274320" cy="162560"/>
          </a:xfrm>
          <a:prstGeom prst="straightConnector1">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681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F2ECF-41F2-5469-328A-C338F4D287D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BE7174E-E371-8BB3-D5F3-805A83D9A49F}"/>
              </a:ext>
            </a:extLst>
          </p:cNvPr>
          <p:cNvSpPr>
            <a:spLocks noGrp="1"/>
          </p:cNvSpPr>
          <p:nvPr>
            <p:ph type="ftr" sz="quarter" idx="16"/>
          </p:nvPr>
        </p:nvSpPr>
        <p:spPr/>
        <p:txBody>
          <a:bodyPr/>
          <a:lstStyle/>
          <a:p>
            <a:r>
              <a:rPr lang="en-US"/>
              <a:t>TVC PDR</a:t>
            </a:r>
          </a:p>
        </p:txBody>
      </p:sp>
      <p:sp>
        <p:nvSpPr>
          <p:cNvPr id="4" name="Slide Number Placeholder 3">
            <a:extLst>
              <a:ext uri="{FF2B5EF4-FFF2-40B4-BE49-F238E27FC236}">
                <a16:creationId xmlns:a16="http://schemas.microsoft.com/office/drawing/2014/main" id="{CD8CD6A4-E856-8CDE-2385-0A13DC343D92}"/>
              </a:ext>
            </a:extLst>
          </p:cNvPr>
          <p:cNvSpPr>
            <a:spLocks noGrp="1"/>
          </p:cNvSpPr>
          <p:nvPr>
            <p:ph type="sldNum" sz="quarter" idx="17"/>
          </p:nvPr>
        </p:nvSpPr>
        <p:spPr/>
        <p:txBody>
          <a:bodyPr/>
          <a:lstStyle/>
          <a:p>
            <a:r>
              <a:rPr lang="en-US"/>
              <a:t>/   </a:t>
            </a:r>
            <a:fld id="{6C7E6F33-74EE-5541-8108-8353B402F8C1}" type="slidenum">
              <a:rPr lang="en-US" smtClean="0"/>
              <a:pPr/>
              <a:t>21</a:t>
            </a:fld>
            <a:endParaRPr lang="en-US"/>
          </a:p>
        </p:txBody>
      </p:sp>
      <p:sp>
        <p:nvSpPr>
          <p:cNvPr id="5" name="Title 4">
            <a:extLst>
              <a:ext uri="{FF2B5EF4-FFF2-40B4-BE49-F238E27FC236}">
                <a16:creationId xmlns:a16="http://schemas.microsoft.com/office/drawing/2014/main" id="{7A51F525-7DF5-70F0-4538-B3C037822F1F}"/>
              </a:ext>
            </a:extLst>
          </p:cNvPr>
          <p:cNvSpPr>
            <a:spLocks noGrp="1"/>
          </p:cNvSpPr>
          <p:nvPr>
            <p:ph type="title"/>
          </p:nvPr>
        </p:nvSpPr>
        <p:spPr/>
        <p:txBody>
          <a:bodyPr/>
          <a:lstStyle/>
          <a:p>
            <a:r>
              <a:rPr lang="en-US">
                <a:latin typeface="Munistic"/>
              </a:rPr>
              <a:t>Structures</a:t>
            </a:r>
            <a:endParaRPr lang="en-US"/>
          </a:p>
        </p:txBody>
      </p:sp>
      <p:sp>
        <p:nvSpPr>
          <p:cNvPr id="6" name="Text Placeholder 5">
            <a:extLst>
              <a:ext uri="{FF2B5EF4-FFF2-40B4-BE49-F238E27FC236}">
                <a16:creationId xmlns:a16="http://schemas.microsoft.com/office/drawing/2014/main" id="{B572B533-75AA-172B-5B61-C19EC21E1C5A}"/>
              </a:ext>
            </a:extLst>
          </p:cNvPr>
          <p:cNvSpPr>
            <a:spLocks noGrp="1"/>
          </p:cNvSpPr>
          <p:nvPr>
            <p:ph type="body" sz="quarter" idx="13"/>
          </p:nvPr>
        </p:nvSpPr>
        <p:spPr/>
        <p:txBody>
          <a:bodyPr/>
          <a:lstStyle/>
          <a:p>
            <a:r>
              <a:rPr lang="en-US" sz="1850">
                <a:ea typeface="Source Sans Pro"/>
                <a:cs typeface="Calibri"/>
              </a:rPr>
              <a:t>Actuator Plate</a:t>
            </a:r>
            <a:endParaRPr lang="en-US"/>
          </a:p>
        </p:txBody>
      </p:sp>
      <p:pic>
        <p:nvPicPr>
          <p:cNvPr id="8" name="Picture 7">
            <a:extLst>
              <a:ext uri="{FF2B5EF4-FFF2-40B4-BE49-F238E27FC236}">
                <a16:creationId xmlns:a16="http://schemas.microsoft.com/office/drawing/2014/main" id="{7D8986F7-BDDE-1FBF-32AE-4D0AE20506E4}"/>
              </a:ext>
            </a:extLst>
          </p:cNvPr>
          <p:cNvPicPr>
            <a:picLocks noChangeAspect="1"/>
          </p:cNvPicPr>
          <p:nvPr/>
        </p:nvPicPr>
        <p:blipFill>
          <a:blip r:embed="rId2"/>
          <a:srcRect l="19205" t="15476" r="23939" b="5988"/>
          <a:stretch>
            <a:fillRect/>
          </a:stretch>
        </p:blipFill>
        <p:spPr>
          <a:xfrm rot="5400000">
            <a:off x="277987" y="1752585"/>
            <a:ext cx="2168451" cy="2172669"/>
          </a:xfrm>
          <a:prstGeom prst="rect">
            <a:avLst/>
          </a:prstGeom>
        </p:spPr>
      </p:pic>
      <p:sp>
        <p:nvSpPr>
          <p:cNvPr id="11" name="TextBox 10">
            <a:extLst>
              <a:ext uri="{FF2B5EF4-FFF2-40B4-BE49-F238E27FC236}">
                <a16:creationId xmlns:a16="http://schemas.microsoft.com/office/drawing/2014/main" id="{86C487EA-1325-D956-4058-B63D53A8C17A}"/>
              </a:ext>
            </a:extLst>
          </p:cNvPr>
          <p:cNvSpPr txBox="1"/>
          <p:nvPr/>
        </p:nvSpPr>
        <p:spPr>
          <a:xfrm>
            <a:off x="765141" y="488321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M = Pd</a:t>
            </a:r>
            <a:endParaRPr lang="en-US"/>
          </a:p>
        </p:txBody>
      </p:sp>
      <p:sp>
        <p:nvSpPr>
          <p:cNvPr id="13" name="TextBox 12">
            <a:extLst>
              <a:ext uri="{FF2B5EF4-FFF2-40B4-BE49-F238E27FC236}">
                <a16:creationId xmlns:a16="http://schemas.microsoft.com/office/drawing/2014/main" id="{017AB176-B7B6-A9D4-2D52-4B516C226EE9}"/>
              </a:ext>
            </a:extLst>
          </p:cNvPr>
          <p:cNvSpPr txBox="1"/>
          <p:nvPr/>
        </p:nvSpPr>
        <p:spPr>
          <a:xfrm>
            <a:off x="160521" y="5204175"/>
            <a:ext cx="32171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Bending Stress = Mc/I</a:t>
            </a:r>
            <a:endParaRPr lang="en-US"/>
          </a:p>
        </p:txBody>
      </p:sp>
      <p:sp>
        <p:nvSpPr>
          <p:cNvPr id="14" name="TextBox 13">
            <a:extLst>
              <a:ext uri="{FF2B5EF4-FFF2-40B4-BE49-F238E27FC236}">
                <a16:creationId xmlns:a16="http://schemas.microsoft.com/office/drawing/2014/main" id="{0EAB2066-2023-90E5-76FE-035B47D0F10B}"/>
              </a:ext>
            </a:extLst>
          </p:cNvPr>
          <p:cNvSpPr txBox="1"/>
          <p:nvPr/>
        </p:nvSpPr>
        <p:spPr>
          <a:xfrm>
            <a:off x="441010" y="4116257"/>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Equations Used:</a:t>
            </a:r>
          </a:p>
        </p:txBody>
      </p:sp>
      <p:sp>
        <p:nvSpPr>
          <p:cNvPr id="17" name="TextBox 16">
            <a:extLst>
              <a:ext uri="{FF2B5EF4-FFF2-40B4-BE49-F238E27FC236}">
                <a16:creationId xmlns:a16="http://schemas.microsoft.com/office/drawing/2014/main" id="{B0CE55F3-9312-FC84-B324-26F8D9439F3F}"/>
              </a:ext>
            </a:extLst>
          </p:cNvPr>
          <p:cNvSpPr txBox="1"/>
          <p:nvPr/>
        </p:nvSpPr>
        <p:spPr>
          <a:xfrm>
            <a:off x="3101443" y="4094822"/>
            <a:ext cx="224139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Bending Stress</a:t>
            </a:r>
            <a:endParaRPr lang="en-US"/>
          </a:p>
        </p:txBody>
      </p:sp>
      <p:sp>
        <p:nvSpPr>
          <p:cNvPr id="18" name="TextBox 17">
            <a:extLst>
              <a:ext uri="{FF2B5EF4-FFF2-40B4-BE49-F238E27FC236}">
                <a16:creationId xmlns:a16="http://schemas.microsoft.com/office/drawing/2014/main" id="{864A3AC9-B2FD-595A-F884-DA3240418E39}"/>
              </a:ext>
            </a:extLst>
          </p:cNvPr>
          <p:cNvSpPr txBox="1"/>
          <p:nvPr/>
        </p:nvSpPr>
        <p:spPr>
          <a:xfrm>
            <a:off x="3476645" y="4551085"/>
            <a:ext cx="149798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17.3  </a:t>
            </a:r>
            <a:r>
              <a:rPr lang="en-US" sz="2400" err="1">
                <a:ea typeface="Calibri"/>
                <a:cs typeface="Calibri"/>
              </a:rPr>
              <a:t>ksi</a:t>
            </a:r>
            <a:endParaRPr lang="en-US" err="1"/>
          </a:p>
        </p:txBody>
      </p:sp>
      <p:sp>
        <p:nvSpPr>
          <p:cNvPr id="19" name="TextBox 18">
            <a:extLst>
              <a:ext uri="{FF2B5EF4-FFF2-40B4-BE49-F238E27FC236}">
                <a16:creationId xmlns:a16="http://schemas.microsoft.com/office/drawing/2014/main" id="{865ED371-2606-4C80-E625-39336B4C515E}"/>
              </a:ext>
            </a:extLst>
          </p:cNvPr>
          <p:cNvSpPr txBox="1"/>
          <p:nvPr/>
        </p:nvSpPr>
        <p:spPr>
          <a:xfrm>
            <a:off x="5424613" y="4094822"/>
            <a:ext cx="224139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Shear Stress</a:t>
            </a:r>
            <a:endParaRPr lang="en-US"/>
          </a:p>
        </p:txBody>
      </p:sp>
      <p:sp>
        <p:nvSpPr>
          <p:cNvPr id="20" name="TextBox 19">
            <a:extLst>
              <a:ext uri="{FF2B5EF4-FFF2-40B4-BE49-F238E27FC236}">
                <a16:creationId xmlns:a16="http://schemas.microsoft.com/office/drawing/2014/main" id="{525DE0B3-64E0-78ED-C3DD-ABE200F10839}"/>
              </a:ext>
            </a:extLst>
          </p:cNvPr>
          <p:cNvSpPr txBox="1"/>
          <p:nvPr/>
        </p:nvSpPr>
        <p:spPr>
          <a:xfrm>
            <a:off x="5719156" y="4551085"/>
            <a:ext cx="149798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466 psi</a:t>
            </a:r>
            <a:endParaRPr lang="en-US">
              <a:ea typeface="Calibri" panose="020F0502020204030204"/>
              <a:cs typeface="Calibri" panose="020F0502020204030204"/>
            </a:endParaRPr>
          </a:p>
        </p:txBody>
      </p:sp>
      <p:sp>
        <p:nvSpPr>
          <p:cNvPr id="21" name="TextBox 20">
            <a:extLst>
              <a:ext uri="{FF2B5EF4-FFF2-40B4-BE49-F238E27FC236}">
                <a16:creationId xmlns:a16="http://schemas.microsoft.com/office/drawing/2014/main" id="{CB7898A3-51E2-E4CE-5351-017D535CC6BC}"/>
              </a:ext>
            </a:extLst>
          </p:cNvPr>
          <p:cNvSpPr txBox="1"/>
          <p:nvPr/>
        </p:nvSpPr>
        <p:spPr>
          <a:xfrm>
            <a:off x="4077174" y="5079846"/>
            <a:ext cx="224139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Tensile Stress</a:t>
            </a:r>
            <a:endParaRPr lang="en-US"/>
          </a:p>
        </p:txBody>
      </p:sp>
      <p:sp>
        <p:nvSpPr>
          <p:cNvPr id="22" name="TextBox 21">
            <a:extLst>
              <a:ext uri="{FF2B5EF4-FFF2-40B4-BE49-F238E27FC236}">
                <a16:creationId xmlns:a16="http://schemas.microsoft.com/office/drawing/2014/main" id="{68B8272E-5E6B-960C-889A-8D0EBD3AA90B}"/>
              </a:ext>
            </a:extLst>
          </p:cNvPr>
          <p:cNvSpPr txBox="1"/>
          <p:nvPr/>
        </p:nvSpPr>
        <p:spPr>
          <a:xfrm>
            <a:off x="4518044" y="5536109"/>
            <a:ext cx="149798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930 psi</a:t>
            </a:r>
          </a:p>
        </p:txBody>
      </p:sp>
      <p:sp>
        <p:nvSpPr>
          <p:cNvPr id="23" name="TextBox 22">
            <a:extLst>
              <a:ext uri="{FF2B5EF4-FFF2-40B4-BE49-F238E27FC236}">
                <a16:creationId xmlns:a16="http://schemas.microsoft.com/office/drawing/2014/main" id="{64DAD4ED-EB42-DD26-5814-3A0959353C0E}"/>
              </a:ext>
            </a:extLst>
          </p:cNvPr>
          <p:cNvSpPr txBox="1"/>
          <p:nvPr/>
        </p:nvSpPr>
        <p:spPr>
          <a:xfrm>
            <a:off x="6956295" y="5352060"/>
            <a:ext cx="224139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Tensile Stress</a:t>
            </a:r>
            <a:endParaRPr lang="en-US"/>
          </a:p>
        </p:txBody>
      </p:sp>
      <p:sp>
        <p:nvSpPr>
          <p:cNvPr id="24" name="TextBox 23">
            <a:extLst>
              <a:ext uri="{FF2B5EF4-FFF2-40B4-BE49-F238E27FC236}">
                <a16:creationId xmlns:a16="http://schemas.microsoft.com/office/drawing/2014/main" id="{C87D9FF3-710C-B64C-70B5-FADDE9E58EC5}"/>
              </a:ext>
            </a:extLst>
          </p:cNvPr>
          <p:cNvSpPr txBox="1"/>
          <p:nvPr/>
        </p:nvSpPr>
        <p:spPr>
          <a:xfrm>
            <a:off x="7443257" y="5808323"/>
            <a:ext cx="149798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623 psi</a:t>
            </a:r>
            <a:endParaRPr lang="en-US"/>
          </a:p>
        </p:txBody>
      </p:sp>
      <p:sp>
        <p:nvSpPr>
          <p:cNvPr id="25" name="TextBox 24">
            <a:extLst>
              <a:ext uri="{FF2B5EF4-FFF2-40B4-BE49-F238E27FC236}">
                <a16:creationId xmlns:a16="http://schemas.microsoft.com/office/drawing/2014/main" id="{5B89098B-8363-230B-B907-DF6BE0720A4B}"/>
              </a:ext>
            </a:extLst>
          </p:cNvPr>
          <p:cNvSpPr txBox="1"/>
          <p:nvPr/>
        </p:nvSpPr>
        <p:spPr>
          <a:xfrm>
            <a:off x="276440" y="3343777"/>
            <a:ext cx="98688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00000"/>
                </a:solidFill>
                <a:ea typeface="Calibri"/>
                <a:cs typeface="Calibri"/>
              </a:rPr>
              <a:t>300 </a:t>
            </a:r>
            <a:r>
              <a:rPr lang="en-US" err="1">
                <a:solidFill>
                  <a:srgbClr val="000000"/>
                </a:solidFill>
                <a:ea typeface="Calibri"/>
                <a:cs typeface="Calibri"/>
              </a:rPr>
              <a:t>lbf</a:t>
            </a:r>
          </a:p>
        </p:txBody>
      </p:sp>
      <p:sp>
        <p:nvSpPr>
          <p:cNvPr id="26" name="TextBox 25">
            <a:extLst>
              <a:ext uri="{FF2B5EF4-FFF2-40B4-BE49-F238E27FC236}">
                <a16:creationId xmlns:a16="http://schemas.microsoft.com/office/drawing/2014/main" id="{C7614C71-86E2-F468-D44C-A0C54E26B466}"/>
              </a:ext>
            </a:extLst>
          </p:cNvPr>
          <p:cNvSpPr txBox="1"/>
          <p:nvPr/>
        </p:nvSpPr>
        <p:spPr>
          <a:xfrm>
            <a:off x="1149952" y="3715484"/>
            <a:ext cx="98688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00000"/>
                </a:solidFill>
                <a:ea typeface="Calibri"/>
                <a:cs typeface="Calibri"/>
              </a:rPr>
              <a:t>300 </a:t>
            </a:r>
            <a:r>
              <a:rPr lang="en-US" err="1">
                <a:solidFill>
                  <a:srgbClr val="000000"/>
                </a:solidFill>
                <a:ea typeface="Calibri"/>
                <a:cs typeface="Calibri"/>
              </a:rPr>
              <a:t>lbf</a:t>
            </a:r>
            <a:endParaRPr lang="en-US">
              <a:solidFill>
                <a:srgbClr val="000000"/>
              </a:solidFill>
              <a:ea typeface="Calibri"/>
              <a:cs typeface="Calibri"/>
            </a:endParaRPr>
          </a:p>
        </p:txBody>
      </p:sp>
      <p:sp>
        <p:nvSpPr>
          <p:cNvPr id="27" name="TextBox 26">
            <a:extLst>
              <a:ext uri="{FF2B5EF4-FFF2-40B4-BE49-F238E27FC236}">
                <a16:creationId xmlns:a16="http://schemas.microsoft.com/office/drawing/2014/main" id="{14E0269B-897E-3F74-AF22-A69C7A8F8E22}"/>
              </a:ext>
            </a:extLst>
          </p:cNvPr>
          <p:cNvSpPr txBox="1"/>
          <p:nvPr/>
        </p:nvSpPr>
        <p:spPr>
          <a:xfrm>
            <a:off x="587737" y="5588396"/>
            <a:ext cx="19405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I = (bh^3)/12</a:t>
            </a:r>
          </a:p>
        </p:txBody>
      </p:sp>
      <p:sp>
        <p:nvSpPr>
          <p:cNvPr id="28" name="TextBox 27">
            <a:extLst>
              <a:ext uri="{FF2B5EF4-FFF2-40B4-BE49-F238E27FC236}">
                <a16:creationId xmlns:a16="http://schemas.microsoft.com/office/drawing/2014/main" id="{93C1D469-38AA-E587-F50F-7BF3239D39A8}"/>
              </a:ext>
            </a:extLst>
          </p:cNvPr>
          <p:cNvSpPr txBox="1"/>
          <p:nvPr/>
        </p:nvSpPr>
        <p:spPr>
          <a:xfrm>
            <a:off x="587737" y="448454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Stress = F/A</a:t>
            </a:r>
            <a:endParaRPr lang="en-US"/>
          </a:p>
        </p:txBody>
      </p:sp>
      <p:pic>
        <p:nvPicPr>
          <p:cNvPr id="9" name="Picture 8">
            <a:extLst>
              <a:ext uri="{FF2B5EF4-FFF2-40B4-BE49-F238E27FC236}">
                <a16:creationId xmlns:a16="http://schemas.microsoft.com/office/drawing/2014/main" id="{AC6A48D1-EA37-9425-CB6F-F3B938AB11D9}"/>
              </a:ext>
            </a:extLst>
          </p:cNvPr>
          <p:cNvPicPr>
            <a:picLocks noChangeAspect="1"/>
          </p:cNvPicPr>
          <p:nvPr/>
        </p:nvPicPr>
        <p:blipFill>
          <a:blip r:embed="rId3"/>
          <a:srcRect l="19108" t="18074" r="5775" b="21604"/>
          <a:stretch>
            <a:fillRect/>
          </a:stretch>
        </p:blipFill>
        <p:spPr>
          <a:xfrm>
            <a:off x="8295518" y="1686560"/>
            <a:ext cx="3727157" cy="2216650"/>
          </a:xfrm>
          <a:prstGeom prst="rect">
            <a:avLst/>
          </a:prstGeom>
        </p:spPr>
      </p:pic>
      <p:pic>
        <p:nvPicPr>
          <p:cNvPr id="10" name="Picture 9">
            <a:extLst>
              <a:ext uri="{FF2B5EF4-FFF2-40B4-BE49-F238E27FC236}">
                <a16:creationId xmlns:a16="http://schemas.microsoft.com/office/drawing/2014/main" id="{7AE9F7AB-99CA-008C-E74B-CF81499BE137}"/>
              </a:ext>
            </a:extLst>
          </p:cNvPr>
          <p:cNvPicPr>
            <a:picLocks noChangeAspect="1"/>
          </p:cNvPicPr>
          <p:nvPr/>
        </p:nvPicPr>
        <p:blipFill>
          <a:blip r:embed="rId4"/>
          <a:srcRect l="13010" t="28656" r="21176" b="11847"/>
          <a:stretch>
            <a:fillRect/>
          </a:stretch>
        </p:blipFill>
        <p:spPr>
          <a:xfrm>
            <a:off x="8811948" y="3956050"/>
            <a:ext cx="3202879" cy="2206779"/>
          </a:xfrm>
          <a:prstGeom prst="rect">
            <a:avLst/>
          </a:prstGeom>
        </p:spPr>
      </p:pic>
      <p:sp>
        <p:nvSpPr>
          <p:cNvPr id="12" name="TextBox 11">
            <a:extLst>
              <a:ext uri="{FF2B5EF4-FFF2-40B4-BE49-F238E27FC236}">
                <a16:creationId xmlns:a16="http://schemas.microsoft.com/office/drawing/2014/main" id="{E122C561-3453-1255-DB3C-A703ED97702F}"/>
              </a:ext>
            </a:extLst>
          </p:cNvPr>
          <p:cNvSpPr txBox="1"/>
          <p:nvPr/>
        </p:nvSpPr>
        <p:spPr>
          <a:xfrm>
            <a:off x="164253" y="5952490"/>
            <a:ext cx="32105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Heywood/Howland Eqn.</a:t>
            </a:r>
            <a:endParaRPr lang="en-US">
              <a:solidFill>
                <a:srgbClr val="000000"/>
              </a:solidFill>
              <a:ea typeface="Calibri"/>
              <a:cs typeface="Calibri"/>
            </a:endParaRPr>
          </a:p>
        </p:txBody>
      </p:sp>
      <p:pic>
        <p:nvPicPr>
          <p:cNvPr id="30" name="Picture 29">
            <a:extLst>
              <a:ext uri="{FF2B5EF4-FFF2-40B4-BE49-F238E27FC236}">
                <a16:creationId xmlns:a16="http://schemas.microsoft.com/office/drawing/2014/main" id="{7A350E97-A513-A042-1CE1-3E64D77F1B57}"/>
              </a:ext>
            </a:extLst>
          </p:cNvPr>
          <p:cNvPicPr>
            <a:picLocks noChangeAspect="1"/>
          </p:cNvPicPr>
          <p:nvPr/>
        </p:nvPicPr>
        <p:blipFill>
          <a:blip r:embed="rId5"/>
          <a:srcRect l="148" t="31028" r="17020" b="26520"/>
          <a:stretch>
            <a:fillRect/>
          </a:stretch>
        </p:blipFill>
        <p:spPr>
          <a:xfrm>
            <a:off x="2524760" y="1741170"/>
            <a:ext cx="5680579" cy="2183520"/>
          </a:xfrm>
          <a:prstGeom prst="rect">
            <a:avLst/>
          </a:prstGeom>
        </p:spPr>
      </p:pic>
      <p:cxnSp>
        <p:nvCxnSpPr>
          <p:cNvPr id="31" name="Straight Arrow Connector 30">
            <a:extLst>
              <a:ext uri="{FF2B5EF4-FFF2-40B4-BE49-F238E27FC236}">
                <a16:creationId xmlns:a16="http://schemas.microsoft.com/office/drawing/2014/main" id="{E1B3401A-EF94-12A3-5781-012859B6AA74}"/>
              </a:ext>
            </a:extLst>
          </p:cNvPr>
          <p:cNvCxnSpPr/>
          <p:nvPr/>
        </p:nvCxnSpPr>
        <p:spPr>
          <a:xfrm flipV="1">
            <a:off x="7101416" y="2480734"/>
            <a:ext cx="977900" cy="27516"/>
          </a:xfrm>
          <a:prstGeom prst="straightConnector1">
            <a:avLst/>
          </a:prstGeom>
          <a:ln w="28575">
            <a:solidFill>
              <a:schemeClr val="tx2">
                <a:lumMod val="50000"/>
              </a:schemeClr>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A11D162B-667F-696E-09CB-70213FA2DCBF}"/>
              </a:ext>
            </a:extLst>
          </p:cNvPr>
          <p:cNvSpPr txBox="1"/>
          <p:nvPr/>
        </p:nvSpPr>
        <p:spPr>
          <a:xfrm>
            <a:off x="7496141" y="2427881"/>
            <a:ext cx="127211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ea typeface="Calibri"/>
                <a:cs typeface="Calibri"/>
              </a:rPr>
              <a:t>Fx</a:t>
            </a:r>
            <a:r>
              <a:rPr lang="en-US">
                <a:ea typeface="Calibri"/>
                <a:cs typeface="Calibri"/>
              </a:rPr>
              <a:t> = 316 </a:t>
            </a:r>
            <a:r>
              <a:rPr lang="en-US" err="1">
                <a:ea typeface="Calibri"/>
                <a:cs typeface="Calibri"/>
              </a:rPr>
              <a:t>lbf</a:t>
            </a:r>
            <a:endParaRPr lang="en-US" err="1"/>
          </a:p>
        </p:txBody>
      </p:sp>
    </p:spTree>
    <p:extLst>
      <p:ext uri="{BB962C8B-B14F-4D97-AF65-F5344CB8AC3E}">
        <p14:creationId xmlns:p14="http://schemas.microsoft.com/office/powerpoint/2010/main" val="21344086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AD191-E36C-9599-FD4B-0F5EAED9A27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112E45A-3ECC-597C-F93B-681FAD40FE34}"/>
              </a:ext>
            </a:extLst>
          </p:cNvPr>
          <p:cNvSpPr>
            <a:spLocks noGrp="1"/>
          </p:cNvSpPr>
          <p:nvPr>
            <p:ph type="ftr" sz="quarter" idx="16"/>
          </p:nvPr>
        </p:nvSpPr>
        <p:spPr/>
        <p:txBody>
          <a:bodyPr/>
          <a:lstStyle/>
          <a:p>
            <a:r>
              <a:rPr lang="en-US"/>
              <a:t>TVC PDR</a:t>
            </a:r>
          </a:p>
        </p:txBody>
      </p:sp>
      <p:sp>
        <p:nvSpPr>
          <p:cNvPr id="4" name="Slide Number Placeholder 3">
            <a:extLst>
              <a:ext uri="{FF2B5EF4-FFF2-40B4-BE49-F238E27FC236}">
                <a16:creationId xmlns:a16="http://schemas.microsoft.com/office/drawing/2014/main" id="{D3F42BED-42BE-455C-3F5C-BC3B9AEED299}"/>
              </a:ext>
            </a:extLst>
          </p:cNvPr>
          <p:cNvSpPr>
            <a:spLocks noGrp="1"/>
          </p:cNvSpPr>
          <p:nvPr>
            <p:ph type="sldNum" sz="quarter" idx="17"/>
          </p:nvPr>
        </p:nvSpPr>
        <p:spPr/>
        <p:txBody>
          <a:bodyPr/>
          <a:lstStyle/>
          <a:p>
            <a:r>
              <a:rPr lang="en-US"/>
              <a:t>/   </a:t>
            </a:r>
            <a:fld id="{6C7E6F33-74EE-5541-8108-8353B402F8C1}" type="slidenum">
              <a:rPr lang="en-US" smtClean="0"/>
              <a:pPr/>
              <a:t>22</a:t>
            </a:fld>
            <a:endParaRPr lang="en-US"/>
          </a:p>
        </p:txBody>
      </p:sp>
      <p:sp>
        <p:nvSpPr>
          <p:cNvPr id="5" name="Title 4">
            <a:extLst>
              <a:ext uri="{FF2B5EF4-FFF2-40B4-BE49-F238E27FC236}">
                <a16:creationId xmlns:a16="http://schemas.microsoft.com/office/drawing/2014/main" id="{BDC18A9A-06CE-9F97-911C-253B5111481C}"/>
              </a:ext>
            </a:extLst>
          </p:cNvPr>
          <p:cNvSpPr>
            <a:spLocks noGrp="1"/>
          </p:cNvSpPr>
          <p:nvPr>
            <p:ph type="title"/>
          </p:nvPr>
        </p:nvSpPr>
        <p:spPr/>
        <p:txBody>
          <a:bodyPr/>
          <a:lstStyle/>
          <a:p>
            <a:r>
              <a:rPr lang="en-US">
                <a:latin typeface="Munistic"/>
              </a:rPr>
              <a:t>Structures</a:t>
            </a:r>
            <a:endParaRPr lang="en-US"/>
          </a:p>
        </p:txBody>
      </p:sp>
      <p:sp>
        <p:nvSpPr>
          <p:cNvPr id="6" name="Text Placeholder 5">
            <a:extLst>
              <a:ext uri="{FF2B5EF4-FFF2-40B4-BE49-F238E27FC236}">
                <a16:creationId xmlns:a16="http://schemas.microsoft.com/office/drawing/2014/main" id="{AAC32BCB-7E6A-CDEF-2310-FFE3798F039E}"/>
              </a:ext>
            </a:extLst>
          </p:cNvPr>
          <p:cNvSpPr>
            <a:spLocks noGrp="1"/>
          </p:cNvSpPr>
          <p:nvPr>
            <p:ph type="body" sz="quarter" idx="13"/>
          </p:nvPr>
        </p:nvSpPr>
        <p:spPr/>
        <p:txBody>
          <a:bodyPr/>
          <a:lstStyle/>
          <a:p>
            <a:r>
              <a:rPr lang="en-US" sz="1850">
                <a:ea typeface="Source Sans Pro"/>
                <a:cs typeface="Calibri"/>
              </a:rPr>
              <a:t>Base Plate</a:t>
            </a:r>
            <a:endParaRPr lang="en-US"/>
          </a:p>
        </p:txBody>
      </p:sp>
      <p:pic>
        <p:nvPicPr>
          <p:cNvPr id="8" name="Picture 7">
            <a:extLst>
              <a:ext uri="{FF2B5EF4-FFF2-40B4-BE49-F238E27FC236}">
                <a16:creationId xmlns:a16="http://schemas.microsoft.com/office/drawing/2014/main" id="{E784DAC9-63BF-ED8F-2826-5571F9455471}"/>
              </a:ext>
            </a:extLst>
          </p:cNvPr>
          <p:cNvPicPr>
            <a:picLocks noChangeAspect="1"/>
          </p:cNvPicPr>
          <p:nvPr/>
        </p:nvPicPr>
        <p:blipFill>
          <a:blip r:embed="rId2"/>
          <a:srcRect l="21376" t="15592" r="28550" b="7812"/>
          <a:stretch>
            <a:fillRect/>
          </a:stretch>
        </p:blipFill>
        <p:spPr>
          <a:xfrm rot="5400000">
            <a:off x="4890204" y="1518414"/>
            <a:ext cx="2421371" cy="2846812"/>
          </a:xfrm>
          <a:prstGeom prst="rect">
            <a:avLst/>
          </a:prstGeom>
        </p:spPr>
      </p:pic>
      <p:sp>
        <p:nvSpPr>
          <p:cNvPr id="16" name="TextBox 15">
            <a:extLst>
              <a:ext uri="{FF2B5EF4-FFF2-40B4-BE49-F238E27FC236}">
                <a16:creationId xmlns:a16="http://schemas.microsoft.com/office/drawing/2014/main" id="{CD96A86F-06A4-967A-1EA1-7CC72B94E846}"/>
              </a:ext>
            </a:extLst>
          </p:cNvPr>
          <p:cNvSpPr txBox="1"/>
          <p:nvPr/>
        </p:nvSpPr>
        <p:spPr>
          <a:xfrm>
            <a:off x="4724571" y="4406110"/>
            <a:ext cx="272265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Compressive Stress</a:t>
            </a:r>
            <a:endParaRPr lang="en-US"/>
          </a:p>
        </p:txBody>
      </p:sp>
      <p:sp>
        <p:nvSpPr>
          <p:cNvPr id="18" name="TextBox 17">
            <a:extLst>
              <a:ext uri="{FF2B5EF4-FFF2-40B4-BE49-F238E27FC236}">
                <a16:creationId xmlns:a16="http://schemas.microsoft.com/office/drawing/2014/main" id="{57259341-9CD9-A07E-0ED2-84C46DD34FA2}"/>
              </a:ext>
            </a:extLst>
          </p:cNvPr>
          <p:cNvSpPr txBox="1"/>
          <p:nvPr/>
        </p:nvSpPr>
        <p:spPr>
          <a:xfrm>
            <a:off x="5339068" y="4862374"/>
            <a:ext cx="149798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10.18 psi</a:t>
            </a:r>
            <a:endParaRPr lang="en-US"/>
          </a:p>
        </p:txBody>
      </p:sp>
      <p:sp>
        <p:nvSpPr>
          <p:cNvPr id="21" name="TextBox 20">
            <a:extLst>
              <a:ext uri="{FF2B5EF4-FFF2-40B4-BE49-F238E27FC236}">
                <a16:creationId xmlns:a16="http://schemas.microsoft.com/office/drawing/2014/main" id="{D4D15753-84BC-207C-E6B3-EE098E7C264E}"/>
              </a:ext>
            </a:extLst>
          </p:cNvPr>
          <p:cNvSpPr txBox="1"/>
          <p:nvPr/>
        </p:nvSpPr>
        <p:spPr>
          <a:xfrm>
            <a:off x="7978086" y="4401351"/>
            <a:ext cx="17980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Shear Stress</a:t>
            </a:r>
            <a:endParaRPr lang="en-US"/>
          </a:p>
        </p:txBody>
      </p:sp>
      <p:sp>
        <p:nvSpPr>
          <p:cNvPr id="22" name="TextBox 21">
            <a:extLst>
              <a:ext uri="{FF2B5EF4-FFF2-40B4-BE49-F238E27FC236}">
                <a16:creationId xmlns:a16="http://schemas.microsoft.com/office/drawing/2014/main" id="{8B2E6874-8BDF-8AE9-10A0-73E8FD0F8832}"/>
              </a:ext>
            </a:extLst>
          </p:cNvPr>
          <p:cNvSpPr txBox="1"/>
          <p:nvPr/>
        </p:nvSpPr>
        <p:spPr>
          <a:xfrm>
            <a:off x="8271741" y="4847455"/>
            <a:ext cx="149798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632  psi</a:t>
            </a:r>
          </a:p>
        </p:txBody>
      </p:sp>
      <p:pic>
        <p:nvPicPr>
          <p:cNvPr id="2" name="Picture 1">
            <a:extLst>
              <a:ext uri="{FF2B5EF4-FFF2-40B4-BE49-F238E27FC236}">
                <a16:creationId xmlns:a16="http://schemas.microsoft.com/office/drawing/2014/main" id="{F59C5429-C80D-0842-9D33-409E4C72B293}"/>
              </a:ext>
            </a:extLst>
          </p:cNvPr>
          <p:cNvPicPr>
            <a:picLocks noChangeAspect="1"/>
          </p:cNvPicPr>
          <p:nvPr/>
        </p:nvPicPr>
        <p:blipFill>
          <a:blip r:embed="rId3"/>
          <a:srcRect l="13771" t="17766" r="-348" b="12690"/>
          <a:stretch>
            <a:fillRect/>
          </a:stretch>
        </p:blipFill>
        <p:spPr>
          <a:xfrm>
            <a:off x="180098" y="1727200"/>
            <a:ext cx="4277265" cy="2367284"/>
          </a:xfrm>
          <a:prstGeom prst="rect">
            <a:avLst/>
          </a:prstGeom>
        </p:spPr>
      </p:pic>
      <p:sp>
        <p:nvSpPr>
          <p:cNvPr id="10" name="TextBox 9">
            <a:extLst>
              <a:ext uri="{FF2B5EF4-FFF2-40B4-BE49-F238E27FC236}">
                <a16:creationId xmlns:a16="http://schemas.microsoft.com/office/drawing/2014/main" id="{E99AD637-1EF3-D709-423D-66E179B04884}"/>
              </a:ext>
            </a:extLst>
          </p:cNvPr>
          <p:cNvSpPr txBox="1"/>
          <p:nvPr/>
        </p:nvSpPr>
        <p:spPr>
          <a:xfrm>
            <a:off x="765141" y="488321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M = Pd</a:t>
            </a:r>
            <a:endParaRPr lang="en-US"/>
          </a:p>
        </p:txBody>
      </p:sp>
      <p:sp>
        <p:nvSpPr>
          <p:cNvPr id="12" name="TextBox 11">
            <a:extLst>
              <a:ext uri="{FF2B5EF4-FFF2-40B4-BE49-F238E27FC236}">
                <a16:creationId xmlns:a16="http://schemas.microsoft.com/office/drawing/2014/main" id="{45393FBA-8989-23DF-69AF-B509F65C081E}"/>
              </a:ext>
            </a:extLst>
          </p:cNvPr>
          <p:cNvSpPr txBox="1"/>
          <p:nvPr/>
        </p:nvSpPr>
        <p:spPr>
          <a:xfrm>
            <a:off x="160521" y="5204175"/>
            <a:ext cx="32171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Bending Stress = Mc/I</a:t>
            </a:r>
            <a:endParaRPr lang="en-US"/>
          </a:p>
        </p:txBody>
      </p:sp>
      <p:sp>
        <p:nvSpPr>
          <p:cNvPr id="14" name="TextBox 13">
            <a:extLst>
              <a:ext uri="{FF2B5EF4-FFF2-40B4-BE49-F238E27FC236}">
                <a16:creationId xmlns:a16="http://schemas.microsoft.com/office/drawing/2014/main" id="{06AA89B1-1241-AC1C-F6C8-886F35BC2640}"/>
              </a:ext>
            </a:extLst>
          </p:cNvPr>
          <p:cNvSpPr txBox="1"/>
          <p:nvPr/>
        </p:nvSpPr>
        <p:spPr>
          <a:xfrm>
            <a:off x="441010" y="4116257"/>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Equations Used:</a:t>
            </a:r>
          </a:p>
        </p:txBody>
      </p:sp>
      <p:sp>
        <p:nvSpPr>
          <p:cNvPr id="17" name="TextBox 16">
            <a:extLst>
              <a:ext uri="{FF2B5EF4-FFF2-40B4-BE49-F238E27FC236}">
                <a16:creationId xmlns:a16="http://schemas.microsoft.com/office/drawing/2014/main" id="{18063A2E-8DF9-260A-F5D3-F0AB2C21FE53}"/>
              </a:ext>
            </a:extLst>
          </p:cNvPr>
          <p:cNvSpPr txBox="1"/>
          <p:nvPr/>
        </p:nvSpPr>
        <p:spPr>
          <a:xfrm>
            <a:off x="587737" y="5588396"/>
            <a:ext cx="19405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I = (bh^3)/12</a:t>
            </a:r>
          </a:p>
        </p:txBody>
      </p:sp>
      <p:sp>
        <p:nvSpPr>
          <p:cNvPr id="20" name="TextBox 19">
            <a:extLst>
              <a:ext uri="{FF2B5EF4-FFF2-40B4-BE49-F238E27FC236}">
                <a16:creationId xmlns:a16="http://schemas.microsoft.com/office/drawing/2014/main" id="{3DE05609-5E1D-1700-D4F3-B65B724CB4E5}"/>
              </a:ext>
            </a:extLst>
          </p:cNvPr>
          <p:cNvSpPr txBox="1"/>
          <p:nvPr/>
        </p:nvSpPr>
        <p:spPr>
          <a:xfrm>
            <a:off x="587737" y="448454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Stress = F/A</a:t>
            </a:r>
            <a:endParaRPr lang="en-US"/>
          </a:p>
        </p:txBody>
      </p:sp>
      <p:sp>
        <p:nvSpPr>
          <p:cNvPr id="24" name="TextBox 23">
            <a:extLst>
              <a:ext uri="{FF2B5EF4-FFF2-40B4-BE49-F238E27FC236}">
                <a16:creationId xmlns:a16="http://schemas.microsoft.com/office/drawing/2014/main" id="{10A2A8B8-37F6-4FFD-CED3-C7808AC79C14}"/>
              </a:ext>
            </a:extLst>
          </p:cNvPr>
          <p:cNvSpPr txBox="1"/>
          <p:nvPr/>
        </p:nvSpPr>
        <p:spPr>
          <a:xfrm>
            <a:off x="164253" y="5952490"/>
            <a:ext cx="32105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Heywood/Howland Eqn.</a:t>
            </a:r>
            <a:endParaRPr lang="en-US">
              <a:solidFill>
                <a:srgbClr val="000000"/>
              </a:solidFill>
              <a:ea typeface="Calibri"/>
              <a:cs typeface="Calibri"/>
            </a:endParaRPr>
          </a:p>
        </p:txBody>
      </p:sp>
      <p:pic>
        <p:nvPicPr>
          <p:cNvPr id="25" name="Picture 24">
            <a:extLst>
              <a:ext uri="{FF2B5EF4-FFF2-40B4-BE49-F238E27FC236}">
                <a16:creationId xmlns:a16="http://schemas.microsoft.com/office/drawing/2014/main" id="{87A9D5A4-9C3B-4B08-BACF-99D1A6A32278}"/>
              </a:ext>
            </a:extLst>
          </p:cNvPr>
          <p:cNvPicPr>
            <a:picLocks noChangeAspect="1"/>
          </p:cNvPicPr>
          <p:nvPr/>
        </p:nvPicPr>
        <p:blipFill>
          <a:blip r:embed="rId4"/>
          <a:srcRect l="14518" t="30435" r="27431" b="30903"/>
          <a:stretch>
            <a:fillRect/>
          </a:stretch>
        </p:blipFill>
        <p:spPr>
          <a:xfrm>
            <a:off x="7675880" y="1832610"/>
            <a:ext cx="4428138" cy="2222277"/>
          </a:xfrm>
          <a:prstGeom prst="rect">
            <a:avLst/>
          </a:prstGeom>
        </p:spPr>
      </p:pic>
      <p:sp>
        <p:nvSpPr>
          <p:cNvPr id="28" name="TextBox 27">
            <a:extLst>
              <a:ext uri="{FF2B5EF4-FFF2-40B4-BE49-F238E27FC236}">
                <a16:creationId xmlns:a16="http://schemas.microsoft.com/office/drawing/2014/main" id="{15C8AA25-80E2-270D-E5F3-6E9E7A0B3606}"/>
              </a:ext>
            </a:extLst>
          </p:cNvPr>
          <p:cNvSpPr txBox="1"/>
          <p:nvPr/>
        </p:nvSpPr>
        <p:spPr>
          <a:xfrm>
            <a:off x="10020246" y="4411511"/>
            <a:ext cx="201145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Bending Stress</a:t>
            </a:r>
            <a:endParaRPr lang="en-US"/>
          </a:p>
        </p:txBody>
      </p:sp>
      <p:sp>
        <p:nvSpPr>
          <p:cNvPr id="29" name="TextBox 28">
            <a:extLst>
              <a:ext uri="{FF2B5EF4-FFF2-40B4-BE49-F238E27FC236}">
                <a16:creationId xmlns:a16="http://schemas.microsoft.com/office/drawing/2014/main" id="{EA26A6DE-8144-FEE0-0C83-6E82FCB6E703}"/>
              </a:ext>
            </a:extLst>
          </p:cNvPr>
          <p:cNvSpPr txBox="1"/>
          <p:nvPr/>
        </p:nvSpPr>
        <p:spPr>
          <a:xfrm>
            <a:off x="10313901" y="4888094"/>
            <a:ext cx="149798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12.344 </a:t>
            </a:r>
            <a:r>
              <a:rPr lang="en-US" sz="2400" err="1">
                <a:ea typeface="Calibri"/>
                <a:cs typeface="Calibri"/>
              </a:rPr>
              <a:t>ksi</a:t>
            </a:r>
          </a:p>
        </p:txBody>
      </p:sp>
    </p:spTree>
    <p:extLst>
      <p:ext uri="{BB962C8B-B14F-4D97-AF65-F5344CB8AC3E}">
        <p14:creationId xmlns:p14="http://schemas.microsoft.com/office/powerpoint/2010/main" val="2638470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AE707AB-DA84-C179-A90B-F40D68BC6837}"/>
              </a:ext>
            </a:extLst>
          </p:cNvPr>
          <p:cNvSpPr>
            <a:spLocks noGrp="1"/>
          </p:cNvSpPr>
          <p:nvPr>
            <p:ph type="body" sz="quarter" idx="15"/>
          </p:nvPr>
        </p:nvSpPr>
        <p:spPr>
          <a:xfrm>
            <a:off x="857572" y="2279442"/>
            <a:ext cx="10515600" cy="4033401"/>
          </a:xfrm>
        </p:spPr>
        <p:txBody>
          <a:bodyPr/>
          <a:lstStyle/>
          <a:p>
            <a:endParaRPr lang="en-US"/>
          </a:p>
        </p:txBody>
      </p:sp>
      <p:sp>
        <p:nvSpPr>
          <p:cNvPr id="3" name="Footer Placeholder 2">
            <a:extLst>
              <a:ext uri="{FF2B5EF4-FFF2-40B4-BE49-F238E27FC236}">
                <a16:creationId xmlns:a16="http://schemas.microsoft.com/office/drawing/2014/main" id="{77DBB8FB-216D-6AA6-57AF-6F933C41F8A7}"/>
              </a:ext>
            </a:extLst>
          </p:cNvPr>
          <p:cNvSpPr>
            <a:spLocks noGrp="1"/>
          </p:cNvSpPr>
          <p:nvPr>
            <p:ph type="ftr" sz="quarter" idx="16"/>
          </p:nvPr>
        </p:nvSpPr>
        <p:spPr/>
        <p:txBody>
          <a:bodyPr/>
          <a:lstStyle/>
          <a:p>
            <a:r>
              <a:rPr lang="en-US"/>
              <a:t>TVC PDR</a:t>
            </a:r>
          </a:p>
        </p:txBody>
      </p:sp>
      <p:sp>
        <p:nvSpPr>
          <p:cNvPr id="4" name="Slide Number Placeholder 3">
            <a:extLst>
              <a:ext uri="{FF2B5EF4-FFF2-40B4-BE49-F238E27FC236}">
                <a16:creationId xmlns:a16="http://schemas.microsoft.com/office/drawing/2014/main" id="{F120823C-478C-ADA5-CEAB-250032D76570}"/>
              </a:ext>
            </a:extLst>
          </p:cNvPr>
          <p:cNvSpPr>
            <a:spLocks noGrp="1"/>
          </p:cNvSpPr>
          <p:nvPr>
            <p:ph type="sldNum" sz="quarter" idx="17"/>
          </p:nvPr>
        </p:nvSpPr>
        <p:spPr/>
        <p:txBody>
          <a:bodyPr/>
          <a:lstStyle/>
          <a:p>
            <a:r>
              <a:rPr lang="en-US"/>
              <a:t>/   </a:t>
            </a:r>
            <a:fld id="{6C7E6F33-74EE-5541-8108-8353B402F8C1}" type="slidenum">
              <a:rPr lang="en-US" smtClean="0"/>
              <a:pPr/>
              <a:t>23</a:t>
            </a:fld>
            <a:endParaRPr lang="en-US"/>
          </a:p>
        </p:txBody>
      </p:sp>
      <p:sp>
        <p:nvSpPr>
          <p:cNvPr id="5" name="Title 4">
            <a:extLst>
              <a:ext uri="{FF2B5EF4-FFF2-40B4-BE49-F238E27FC236}">
                <a16:creationId xmlns:a16="http://schemas.microsoft.com/office/drawing/2014/main" id="{C2528B84-A2BB-6DAD-6625-97035FD891A3}"/>
              </a:ext>
            </a:extLst>
          </p:cNvPr>
          <p:cNvSpPr>
            <a:spLocks noGrp="1"/>
          </p:cNvSpPr>
          <p:nvPr>
            <p:ph type="title"/>
          </p:nvPr>
        </p:nvSpPr>
        <p:spPr/>
        <p:txBody>
          <a:bodyPr/>
          <a:lstStyle/>
          <a:p>
            <a:r>
              <a:rPr lang="en-US">
                <a:latin typeface="Munistic"/>
              </a:rPr>
              <a:t>Structures</a:t>
            </a:r>
            <a:endParaRPr lang="en-US"/>
          </a:p>
        </p:txBody>
      </p:sp>
      <p:sp>
        <p:nvSpPr>
          <p:cNvPr id="6" name="Text Placeholder 5">
            <a:extLst>
              <a:ext uri="{FF2B5EF4-FFF2-40B4-BE49-F238E27FC236}">
                <a16:creationId xmlns:a16="http://schemas.microsoft.com/office/drawing/2014/main" id="{85E50795-240B-1538-27B0-A219C3F0F9BA}"/>
              </a:ext>
            </a:extLst>
          </p:cNvPr>
          <p:cNvSpPr>
            <a:spLocks noGrp="1"/>
          </p:cNvSpPr>
          <p:nvPr>
            <p:ph type="body" sz="quarter" idx="13"/>
          </p:nvPr>
        </p:nvSpPr>
        <p:spPr/>
        <p:txBody>
          <a:bodyPr/>
          <a:lstStyle/>
          <a:p>
            <a:r>
              <a:rPr lang="en-US" sz="1850">
                <a:ea typeface="Source Sans Pro"/>
                <a:cs typeface="Calibri"/>
              </a:rPr>
              <a:t>Aluminum Extrusions (6063 T6)</a:t>
            </a:r>
            <a:endParaRPr lang="en-US"/>
          </a:p>
        </p:txBody>
      </p:sp>
      <p:pic>
        <p:nvPicPr>
          <p:cNvPr id="8" name="Picture 7">
            <a:extLst>
              <a:ext uri="{FF2B5EF4-FFF2-40B4-BE49-F238E27FC236}">
                <a16:creationId xmlns:a16="http://schemas.microsoft.com/office/drawing/2014/main" id="{54A17CD8-30C7-4B49-920C-E6BDC410A864}"/>
              </a:ext>
            </a:extLst>
          </p:cNvPr>
          <p:cNvPicPr>
            <a:picLocks noChangeAspect="1"/>
          </p:cNvPicPr>
          <p:nvPr/>
        </p:nvPicPr>
        <p:blipFill>
          <a:blip r:embed="rId2"/>
          <a:stretch>
            <a:fillRect/>
          </a:stretch>
        </p:blipFill>
        <p:spPr>
          <a:xfrm>
            <a:off x="4630660" y="1381161"/>
            <a:ext cx="3580447" cy="2961900"/>
          </a:xfrm>
          <a:prstGeom prst="rect">
            <a:avLst/>
          </a:prstGeom>
        </p:spPr>
      </p:pic>
      <p:pic>
        <p:nvPicPr>
          <p:cNvPr id="10" name="Picture 9" descr="A drawing of a machine&#10;&#10;AI-generated content may be incorrect.">
            <a:extLst>
              <a:ext uri="{FF2B5EF4-FFF2-40B4-BE49-F238E27FC236}">
                <a16:creationId xmlns:a16="http://schemas.microsoft.com/office/drawing/2014/main" id="{B7729579-A717-C619-4F1E-CB3A262712CA}"/>
              </a:ext>
            </a:extLst>
          </p:cNvPr>
          <p:cNvPicPr>
            <a:picLocks noChangeAspect="1"/>
          </p:cNvPicPr>
          <p:nvPr/>
        </p:nvPicPr>
        <p:blipFill>
          <a:blip r:embed="rId3"/>
          <a:stretch>
            <a:fillRect/>
          </a:stretch>
        </p:blipFill>
        <p:spPr>
          <a:xfrm>
            <a:off x="8305277" y="1542368"/>
            <a:ext cx="3718464" cy="2521954"/>
          </a:xfrm>
          <a:prstGeom prst="rect">
            <a:avLst/>
          </a:prstGeom>
        </p:spPr>
      </p:pic>
      <p:sp>
        <p:nvSpPr>
          <p:cNvPr id="7" name="TextBox 6">
            <a:extLst>
              <a:ext uri="{FF2B5EF4-FFF2-40B4-BE49-F238E27FC236}">
                <a16:creationId xmlns:a16="http://schemas.microsoft.com/office/drawing/2014/main" id="{5A4431C4-1BB6-24B8-8F96-E97F4DED121D}"/>
              </a:ext>
            </a:extLst>
          </p:cNvPr>
          <p:cNvSpPr txBox="1"/>
          <p:nvPr/>
        </p:nvSpPr>
        <p:spPr>
          <a:xfrm>
            <a:off x="3312763" y="6431795"/>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ea typeface="Calibri"/>
              <a:cs typeface="Calibri"/>
            </a:endParaRPr>
          </a:p>
        </p:txBody>
      </p:sp>
      <p:pic>
        <p:nvPicPr>
          <p:cNvPr id="9" name="Picture 8">
            <a:extLst>
              <a:ext uri="{FF2B5EF4-FFF2-40B4-BE49-F238E27FC236}">
                <a16:creationId xmlns:a16="http://schemas.microsoft.com/office/drawing/2014/main" id="{C7BD5196-40F5-0FFD-36D1-7D164B34E157}"/>
              </a:ext>
            </a:extLst>
          </p:cNvPr>
          <p:cNvPicPr>
            <a:picLocks noChangeAspect="1"/>
          </p:cNvPicPr>
          <p:nvPr/>
        </p:nvPicPr>
        <p:blipFill>
          <a:blip r:embed="rId4"/>
          <a:stretch>
            <a:fillRect/>
          </a:stretch>
        </p:blipFill>
        <p:spPr>
          <a:xfrm>
            <a:off x="187271" y="3840624"/>
            <a:ext cx="4210373" cy="1269025"/>
          </a:xfrm>
          <a:prstGeom prst="rect">
            <a:avLst/>
          </a:prstGeom>
        </p:spPr>
      </p:pic>
      <p:pic>
        <p:nvPicPr>
          <p:cNvPr id="11" name="Picture 10">
            <a:extLst>
              <a:ext uri="{FF2B5EF4-FFF2-40B4-BE49-F238E27FC236}">
                <a16:creationId xmlns:a16="http://schemas.microsoft.com/office/drawing/2014/main" id="{1B75B897-087E-5405-91E3-D9C78FCBA872}"/>
              </a:ext>
            </a:extLst>
          </p:cNvPr>
          <p:cNvPicPr>
            <a:picLocks noChangeAspect="1"/>
          </p:cNvPicPr>
          <p:nvPr/>
        </p:nvPicPr>
        <p:blipFill>
          <a:blip r:embed="rId5"/>
          <a:stretch>
            <a:fillRect/>
          </a:stretch>
        </p:blipFill>
        <p:spPr>
          <a:xfrm>
            <a:off x="-1745" y="1545267"/>
            <a:ext cx="2698643" cy="2098729"/>
          </a:xfrm>
          <a:prstGeom prst="rect">
            <a:avLst/>
          </a:prstGeom>
        </p:spPr>
      </p:pic>
      <p:sp>
        <p:nvSpPr>
          <p:cNvPr id="12" name="TextBox 11">
            <a:extLst>
              <a:ext uri="{FF2B5EF4-FFF2-40B4-BE49-F238E27FC236}">
                <a16:creationId xmlns:a16="http://schemas.microsoft.com/office/drawing/2014/main" id="{97ED0BF3-58C1-2304-80A9-4B89C305AC0B}"/>
              </a:ext>
            </a:extLst>
          </p:cNvPr>
          <p:cNvSpPr txBox="1"/>
          <p:nvPr/>
        </p:nvSpPr>
        <p:spPr>
          <a:xfrm>
            <a:off x="5899585" y="5232622"/>
            <a:ext cx="589615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Compressive Stress per beam = 1.22 </a:t>
            </a:r>
            <a:r>
              <a:rPr lang="en-US" err="1">
                <a:ea typeface="Calibri"/>
                <a:cs typeface="Calibri"/>
              </a:rPr>
              <a:t>ksi</a:t>
            </a:r>
            <a:endParaRPr lang="en-US" err="1"/>
          </a:p>
        </p:txBody>
      </p:sp>
      <p:sp>
        <p:nvSpPr>
          <p:cNvPr id="13" name="TextBox 12">
            <a:extLst>
              <a:ext uri="{FF2B5EF4-FFF2-40B4-BE49-F238E27FC236}">
                <a16:creationId xmlns:a16="http://schemas.microsoft.com/office/drawing/2014/main" id="{39D41C56-AC00-229F-0DF9-B45D0A69AF09}"/>
              </a:ext>
            </a:extLst>
          </p:cNvPr>
          <p:cNvSpPr txBox="1"/>
          <p:nvPr/>
        </p:nvSpPr>
        <p:spPr>
          <a:xfrm>
            <a:off x="5899414" y="5601334"/>
            <a:ext cx="59036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Shear Stress per beam = 0 (force is purely axial)</a:t>
            </a:r>
            <a:endParaRPr lang="en-US"/>
          </a:p>
        </p:txBody>
      </p:sp>
      <p:sp>
        <p:nvSpPr>
          <p:cNvPr id="17" name="TextBox 16">
            <a:extLst>
              <a:ext uri="{FF2B5EF4-FFF2-40B4-BE49-F238E27FC236}">
                <a16:creationId xmlns:a16="http://schemas.microsoft.com/office/drawing/2014/main" id="{7F90C282-2BD8-3CD0-2F98-2F5BC5EEE5B8}"/>
              </a:ext>
            </a:extLst>
          </p:cNvPr>
          <p:cNvSpPr txBox="1"/>
          <p:nvPr/>
        </p:nvSpPr>
        <p:spPr>
          <a:xfrm>
            <a:off x="5902443" y="6016393"/>
            <a:ext cx="480127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Worst case scenario: All 300 </a:t>
            </a:r>
            <a:r>
              <a:rPr lang="en-US" err="1">
                <a:ea typeface="Calibri"/>
                <a:cs typeface="Calibri"/>
              </a:rPr>
              <a:t>lb</a:t>
            </a:r>
            <a:r>
              <a:rPr lang="en-US">
                <a:ea typeface="Calibri"/>
                <a:cs typeface="Calibri"/>
              </a:rPr>
              <a:t> in one beam</a:t>
            </a:r>
          </a:p>
          <a:p>
            <a:r>
              <a:rPr lang="en-US">
                <a:ea typeface="Calibri"/>
                <a:cs typeface="Calibri"/>
              </a:rPr>
              <a:t>Compressive Stress = 4.895 </a:t>
            </a:r>
            <a:r>
              <a:rPr lang="en-US" err="1">
                <a:ea typeface="Calibri"/>
                <a:cs typeface="Calibri"/>
              </a:rPr>
              <a:t>ksi</a:t>
            </a:r>
          </a:p>
        </p:txBody>
      </p:sp>
      <p:sp>
        <p:nvSpPr>
          <p:cNvPr id="18" name="TextBox 17">
            <a:extLst>
              <a:ext uri="{FF2B5EF4-FFF2-40B4-BE49-F238E27FC236}">
                <a16:creationId xmlns:a16="http://schemas.microsoft.com/office/drawing/2014/main" id="{CC0F5D25-3F3B-16B6-E6A7-6FFB62F61F20}"/>
              </a:ext>
            </a:extLst>
          </p:cNvPr>
          <p:cNvSpPr txBox="1"/>
          <p:nvPr/>
        </p:nvSpPr>
        <p:spPr>
          <a:xfrm>
            <a:off x="5894728" y="4553027"/>
            <a:ext cx="319635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Yield Strength = ~ 25 </a:t>
            </a:r>
            <a:r>
              <a:rPr lang="en-US" err="1">
                <a:ea typeface="Calibri"/>
                <a:cs typeface="Calibri"/>
              </a:rPr>
              <a:t>ksi</a:t>
            </a:r>
            <a:endParaRPr lang="en-US" err="1"/>
          </a:p>
        </p:txBody>
      </p:sp>
      <p:sp>
        <p:nvSpPr>
          <p:cNvPr id="19" name="TextBox 18">
            <a:extLst>
              <a:ext uri="{FF2B5EF4-FFF2-40B4-BE49-F238E27FC236}">
                <a16:creationId xmlns:a16="http://schemas.microsoft.com/office/drawing/2014/main" id="{A9BD2958-28D5-F047-88B9-DB6A35A9BE65}"/>
              </a:ext>
            </a:extLst>
          </p:cNvPr>
          <p:cNvSpPr txBox="1"/>
          <p:nvPr/>
        </p:nvSpPr>
        <p:spPr>
          <a:xfrm>
            <a:off x="941435" y="3644771"/>
            <a:ext cx="30378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Equations Used:</a:t>
            </a:r>
            <a:endParaRPr lang="en-US">
              <a:solidFill>
                <a:srgbClr val="000000"/>
              </a:solidFill>
              <a:ea typeface="Calibri"/>
              <a:cs typeface="Calibri"/>
            </a:endParaRPr>
          </a:p>
        </p:txBody>
      </p:sp>
      <p:pic>
        <p:nvPicPr>
          <p:cNvPr id="20" name="Picture 19">
            <a:extLst>
              <a:ext uri="{FF2B5EF4-FFF2-40B4-BE49-F238E27FC236}">
                <a16:creationId xmlns:a16="http://schemas.microsoft.com/office/drawing/2014/main" id="{43C0B239-8D8F-81E1-73BA-09DE21BE3752}"/>
              </a:ext>
            </a:extLst>
          </p:cNvPr>
          <p:cNvPicPr>
            <a:picLocks noChangeAspect="1"/>
          </p:cNvPicPr>
          <p:nvPr/>
        </p:nvPicPr>
        <p:blipFill>
          <a:blip r:embed="rId6"/>
          <a:stretch>
            <a:fillRect/>
          </a:stretch>
        </p:blipFill>
        <p:spPr>
          <a:xfrm>
            <a:off x="670785" y="4833774"/>
            <a:ext cx="2642786" cy="1278126"/>
          </a:xfrm>
          <a:prstGeom prst="rect">
            <a:avLst/>
          </a:prstGeom>
        </p:spPr>
      </p:pic>
      <p:sp>
        <p:nvSpPr>
          <p:cNvPr id="22" name="TextBox 21">
            <a:extLst>
              <a:ext uri="{FF2B5EF4-FFF2-40B4-BE49-F238E27FC236}">
                <a16:creationId xmlns:a16="http://schemas.microsoft.com/office/drawing/2014/main" id="{DFA88DC0-DAB1-47F6-DDFD-B343E8957B79}"/>
              </a:ext>
            </a:extLst>
          </p:cNvPr>
          <p:cNvSpPr txBox="1"/>
          <p:nvPr/>
        </p:nvSpPr>
        <p:spPr>
          <a:xfrm>
            <a:off x="1517199" y="5986218"/>
            <a:ext cx="42536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Critical Load for Buckling = 3084.36 kips</a:t>
            </a:r>
            <a:endParaRPr lang="en-US"/>
          </a:p>
        </p:txBody>
      </p:sp>
      <p:sp>
        <p:nvSpPr>
          <p:cNvPr id="23" name="TextBox 22">
            <a:extLst>
              <a:ext uri="{FF2B5EF4-FFF2-40B4-BE49-F238E27FC236}">
                <a16:creationId xmlns:a16="http://schemas.microsoft.com/office/drawing/2014/main" id="{EB23D0D9-0593-E4D2-0632-8D475C4BDC3F}"/>
              </a:ext>
            </a:extLst>
          </p:cNvPr>
          <p:cNvSpPr txBox="1"/>
          <p:nvPr/>
        </p:nvSpPr>
        <p:spPr>
          <a:xfrm>
            <a:off x="5877755" y="4923227"/>
            <a:ext cx="466640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Force Applied to each beam = 75 </a:t>
            </a:r>
            <a:r>
              <a:rPr lang="en-US" err="1">
                <a:ea typeface="Calibri"/>
                <a:cs typeface="Calibri"/>
              </a:rPr>
              <a:t>lb</a:t>
            </a:r>
            <a:endParaRPr lang="en-US" err="1"/>
          </a:p>
        </p:txBody>
      </p:sp>
      <p:sp>
        <p:nvSpPr>
          <p:cNvPr id="24" name="TextBox 23">
            <a:extLst>
              <a:ext uri="{FF2B5EF4-FFF2-40B4-BE49-F238E27FC236}">
                <a16:creationId xmlns:a16="http://schemas.microsoft.com/office/drawing/2014/main" id="{6E668567-92E2-F805-134A-EB173D2789F8}"/>
              </a:ext>
            </a:extLst>
          </p:cNvPr>
          <p:cNvSpPr txBox="1"/>
          <p:nvPr/>
        </p:nvSpPr>
        <p:spPr>
          <a:xfrm>
            <a:off x="214107" y="1357518"/>
            <a:ext cx="22446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Cross Sectional Area:</a:t>
            </a:r>
            <a:endParaRPr lang="en-US"/>
          </a:p>
        </p:txBody>
      </p:sp>
      <p:pic>
        <p:nvPicPr>
          <p:cNvPr id="14" name="Picture 13">
            <a:extLst>
              <a:ext uri="{FF2B5EF4-FFF2-40B4-BE49-F238E27FC236}">
                <a16:creationId xmlns:a16="http://schemas.microsoft.com/office/drawing/2014/main" id="{CFDC2039-D719-E23A-BE0F-694878026D11}"/>
              </a:ext>
            </a:extLst>
          </p:cNvPr>
          <p:cNvPicPr>
            <a:picLocks noChangeAspect="1"/>
          </p:cNvPicPr>
          <p:nvPr/>
        </p:nvPicPr>
        <p:blipFill>
          <a:blip r:embed="rId7"/>
          <a:srcRect t="4455" r="779" b="558"/>
          <a:stretch>
            <a:fillRect/>
          </a:stretch>
        </p:blipFill>
        <p:spPr>
          <a:xfrm>
            <a:off x="2701100" y="1381760"/>
            <a:ext cx="1990488" cy="2254221"/>
          </a:xfrm>
          <a:prstGeom prst="rect">
            <a:avLst/>
          </a:prstGeom>
        </p:spPr>
      </p:pic>
    </p:spTree>
    <p:extLst>
      <p:ext uri="{BB962C8B-B14F-4D97-AF65-F5344CB8AC3E}">
        <p14:creationId xmlns:p14="http://schemas.microsoft.com/office/powerpoint/2010/main" val="3662511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C2799-28A7-4738-3E07-79FD19B84A2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AD2A0D2-1D25-F11D-ABB9-19E9DF7FDA8C}"/>
              </a:ext>
            </a:extLst>
          </p:cNvPr>
          <p:cNvSpPr>
            <a:spLocks noGrp="1"/>
          </p:cNvSpPr>
          <p:nvPr>
            <p:ph type="body" sz="quarter" idx="15"/>
          </p:nvPr>
        </p:nvSpPr>
        <p:spPr>
          <a:xfrm>
            <a:off x="928436" y="2751529"/>
            <a:ext cx="9623258" cy="3080901"/>
          </a:xfrm>
        </p:spPr>
        <p:txBody>
          <a:bodyPr vert="horz" lIns="91440" tIns="45720" rIns="91440" bIns="45720" numCol="2" spcCol="457200" rtlCol="0" anchor="t">
            <a:noAutofit/>
          </a:bodyPr>
          <a:lstStyle/>
          <a:p>
            <a:pPr marL="121920" indent="0">
              <a:buNone/>
            </a:pPr>
            <a:r>
              <a:rPr lang="en-US" sz="1850">
                <a:ea typeface="Source Sans Pro"/>
                <a:cs typeface="Calibri" panose="020F0502020204030204"/>
              </a:rPr>
              <a:t>Aluminum Extrusions</a:t>
            </a:r>
            <a:endParaRPr lang="en-US"/>
          </a:p>
        </p:txBody>
      </p:sp>
      <p:sp>
        <p:nvSpPr>
          <p:cNvPr id="3" name="Footer Placeholder 2">
            <a:extLst>
              <a:ext uri="{FF2B5EF4-FFF2-40B4-BE49-F238E27FC236}">
                <a16:creationId xmlns:a16="http://schemas.microsoft.com/office/drawing/2014/main" id="{62D25470-3757-2FD3-E5E9-9E588F148475}"/>
              </a:ext>
            </a:extLst>
          </p:cNvPr>
          <p:cNvSpPr>
            <a:spLocks noGrp="1"/>
          </p:cNvSpPr>
          <p:nvPr>
            <p:ph type="ftr" sz="quarter" idx="16"/>
          </p:nvPr>
        </p:nvSpPr>
        <p:spPr/>
        <p:txBody>
          <a:bodyPr/>
          <a:lstStyle/>
          <a:p>
            <a:r>
              <a:rPr lang="en-US"/>
              <a:t>TVC PDR</a:t>
            </a:r>
          </a:p>
        </p:txBody>
      </p:sp>
      <p:sp>
        <p:nvSpPr>
          <p:cNvPr id="4" name="Slide Number Placeholder 3">
            <a:extLst>
              <a:ext uri="{FF2B5EF4-FFF2-40B4-BE49-F238E27FC236}">
                <a16:creationId xmlns:a16="http://schemas.microsoft.com/office/drawing/2014/main" id="{C358DE8F-25F0-440C-8978-F53599DB9308}"/>
              </a:ext>
            </a:extLst>
          </p:cNvPr>
          <p:cNvSpPr>
            <a:spLocks noGrp="1"/>
          </p:cNvSpPr>
          <p:nvPr>
            <p:ph type="sldNum" sz="quarter" idx="17"/>
          </p:nvPr>
        </p:nvSpPr>
        <p:spPr/>
        <p:txBody>
          <a:bodyPr/>
          <a:lstStyle/>
          <a:p>
            <a:r>
              <a:rPr lang="en-US"/>
              <a:t>/   </a:t>
            </a:r>
            <a:fld id="{6C7E6F33-74EE-5541-8108-8353B402F8C1}" type="slidenum">
              <a:rPr lang="en-US" smtClean="0"/>
              <a:pPr/>
              <a:t>24</a:t>
            </a:fld>
            <a:endParaRPr lang="en-US"/>
          </a:p>
        </p:txBody>
      </p:sp>
      <p:sp>
        <p:nvSpPr>
          <p:cNvPr id="5" name="Title 4">
            <a:extLst>
              <a:ext uri="{FF2B5EF4-FFF2-40B4-BE49-F238E27FC236}">
                <a16:creationId xmlns:a16="http://schemas.microsoft.com/office/drawing/2014/main" id="{CCCF835B-D0DF-FA21-A0F6-10254D828830}"/>
              </a:ext>
            </a:extLst>
          </p:cNvPr>
          <p:cNvSpPr>
            <a:spLocks noGrp="1"/>
          </p:cNvSpPr>
          <p:nvPr>
            <p:ph type="title"/>
          </p:nvPr>
        </p:nvSpPr>
        <p:spPr/>
        <p:txBody>
          <a:bodyPr/>
          <a:lstStyle/>
          <a:p>
            <a:r>
              <a:rPr lang="en-US">
                <a:latin typeface="Munistic"/>
              </a:rPr>
              <a:t>Structures</a:t>
            </a:r>
            <a:endParaRPr lang="en-US"/>
          </a:p>
        </p:txBody>
      </p:sp>
      <p:sp>
        <p:nvSpPr>
          <p:cNvPr id="6" name="Text Placeholder 5">
            <a:extLst>
              <a:ext uri="{FF2B5EF4-FFF2-40B4-BE49-F238E27FC236}">
                <a16:creationId xmlns:a16="http://schemas.microsoft.com/office/drawing/2014/main" id="{1FB7297C-B8AD-34E8-8A2C-5AFB9D086EE6}"/>
              </a:ext>
            </a:extLst>
          </p:cNvPr>
          <p:cNvSpPr>
            <a:spLocks noGrp="1"/>
          </p:cNvSpPr>
          <p:nvPr>
            <p:ph type="body" sz="quarter" idx="13"/>
          </p:nvPr>
        </p:nvSpPr>
        <p:spPr/>
        <p:txBody>
          <a:bodyPr/>
          <a:lstStyle/>
          <a:p>
            <a:r>
              <a:rPr lang="en-US" sz="1850">
                <a:ea typeface="Source Sans Pro"/>
                <a:cs typeface="Calibri"/>
              </a:rPr>
              <a:t>Aluminum Extrusions </a:t>
            </a:r>
            <a:r>
              <a:rPr lang="en-US" sz="1900">
                <a:ea typeface="Calibri"/>
                <a:cs typeface="Calibri"/>
              </a:rPr>
              <a:t>(6063 T6)</a:t>
            </a:r>
            <a:endParaRPr lang="en-US"/>
          </a:p>
        </p:txBody>
      </p:sp>
      <p:pic>
        <p:nvPicPr>
          <p:cNvPr id="8" name="Picture 7">
            <a:extLst>
              <a:ext uri="{FF2B5EF4-FFF2-40B4-BE49-F238E27FC236}">
                <a16:creationId xmlns:a16="http://schemas.microsoft.com/office/drawing/2014/main" id="{5A138EF6-B432-D36C-BC5B-0E2082F9E3E6}"/>
              </a:ext>
            </a:extLst>
          </p:cNvPr>
          <p:cNvPicPr>
            <a:picLocks noChangeAspect="1"/>
          </p:cNvPicPr>
          <p:nvPr/>
        </p:nvPicPr>
        <p:blipFill>
          <a:blip r:embed="rId2"/>
          <a:stretch>
            <a:fillRect/>
          </a:stretch>
        </p:blipFill>
        <p:spPr>
          <a:xfrm>
            <a:off x="533163" y="1340319"/>
            <a:ext cx="4579729" cy="3741797"/>
          </a:xfrm>
          <a:prstGeom prst="rect">
            <a:avLst/>
          </a:prstGeom>
        </p:spPr>
      </p:pic>
      <p:pic>
        <p:nvPicPr>
          <p:cNvPr id="10" name="Picture 9" descr="A math equations on a white board&#10;&#10;AI-generated content may be incorrect.">
            <a:extLst>
              <a:ext uri="{FF2B5EF4-FFF2-40B4-BE49-F238E27FC236}">
                <a16:creationId xmlns:a16="http://schemas.microsoft.com/office/drawing/2014/main" id="{58D26714-488C-884C-36CA-621CD0C47BF3}"/>
              </a:ext>
            </a:extLst>
          </p:cNvPr>
          <p:cNvPicPr>
            <a:picLocks noChangeAspect="1"/>
          </p:cNvPicPr>
          <p:nvPr/>
        </p:nvPicPr>
        <p:blipFill>
          <a:blip r:embed="rId3"/>
          <a:stretch>
            <a:fillRect/>
          </a:stretch>
        </p:blipFill>
        <p:spPr>
          <a:xfrm>
            <a:off x="2351351" y="4561984"/>
            <a:ext cx="4210373" cy="1269025"/>
          </a:xfrm>
          <a:prstGeom prst="rect">
            <a:avLst/>
          </a:prstGeom>
        </p:spPr>
      </p:pic>
      <p:sp>
        <p:nvSpPr>
          <p:cNvPr id="11" name="TextBox 10">
            <a:extLst>
              <a:ext uri="{FF2B5EF4-FFF2-40B4-BE49-F238E27FC236}">
                <a16:creationId xmlns:a16="http://schemas.microsoft.com/office/drawing/2014/main" id="{18D08C28-6307-B153-B65B-15D9D34B4E4C}"/>
              </a:ext>
            </a:extLst>
          </p:cNvPr>
          <p:cNvSpPr txBox="1"/>
          <p:nvPr/>
        </p:nvSpPr>
        <p:spPr>
          <a:xfrm>
            <a:off x="720048" y="5009208"/>
            <a:ext cx="258916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Equations used:</a:t>
            </a:r>
            <a:endParaRPr lang="en-US"/>
          </a:p>
        </p:txBody>
      </p:sp>
      <p:pic>
        <p:nvPicPr>
          <p:cNvPr id="12" name="Picture 11">
            <a:extLst>
              <a:ext uri="{FF2B5EF4-FFF2-40B4-BE49-F238E27FC236}">
                <a16:creationId xmlns:a16="http://schemas.microsoft.com/office/drawing/2014/main" id="{4ABCC96D-72BD-0BED-0C0F-338BAA3398B4}"/>
              </a:ext>
            </a:extLst>
          </p:cNvPr>
          <p:cNvPicPr>
            <a:picLocks noChangeAspect="1"/>
          </p:cNvPicPr>
          <p:nvPr/>
        </p:nvPicPr>
        <p:blipFill>
          <a:blip r:embed="rId4"/>
          <a:srcRect t="14851" r="9599" b="12851"/>
          <a:stretch>
            <a:fillRect/>
          </a:stretch>
        </p:blipFill>
        <p:spPr>
          <a:xfrm>
            <a:off x="2948622" y="5974398"/>
            <a:ext cx="1520646" cy="748777"/>
          </a:xfrm>
          <a:prstGeom prst="rect">
            <a:avLst/>
          </a:prstGeom>
        </p:spPr>
      </p:pic>
      <p:sp>
        <p:nvSpPr>
          <p:cNvPr id="13" name="TextBox 12">
            <a:extLst>
              <a:ext uri="{FF2B5EF4-FFF2-40B4-BE49-F238E27FC236}">
                <a16:creationId xmlns:a16="http://schemas.microsoft.com/office/drawing/2014/main" id="{F13AD1C1-EB0F-AD52-C752-91CFFE1D4256}"/>
              </a:ext>
            </a:extLst>
          </p:cNvPr>
          <p:cNvSpPr txBox="1"/>
          <p:nvPr/>
        </p:nvSpPr>
        <p:spPr>
          <a:xfrm>
            <a:off x="6708222" y="1709501"/>
            <a:ext cx="4449424"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Normal Force per beam = 74.44 </a:t>
            </a:r>
            <a:r>
              <a:rPr lang="en-US" err="1">
                <a:ea typeface="Calibri"/>
                <a:cs typeface="Calibri"/>
              </a:rPr>
              <a:t>lb</a:t>
            </a:r>
            <a:endParaRPr lang="en-US">
              <a:ea typeface="Calibri"/>
              <a:cs typeface="Calibri"/>
            </a:endParaRPr>
          </a:p>
          <a:p>
            <a:endParaRPr lang="en-US">
              <a:ea typeface="Calibri"/>
              <a:cs typeface="Calibri"/>
            </a:endParaRPr>
          </a:p>
          <a:p>
            <a:r>
              <a:rPr lang="en-US">
                <a:ea typeface="Calibri"/>
                <a:cs typeface="Calibri"/>
              </a:rPr>
              <a:t>Shear Force per beam = 9.14 </a:t>
            </a:r>
            <a:r>
              <a:rPr lang="en-US" err="1">
                <a:ea typeface="Calibri"/>
                <a:cs typeface="Calibri"/>
              </a:rPr>
              <a:t>lb</a:t>
            </a:r>
            <a:endParaRPr lang="en-US">
              <a:ea typeface="Calibri"/>
              <a:cs typeface="Calibri"/>
            </a:endParaRPr>
          </a:p>
          <a:p>
            <a:endParaRPr lang="en-US">
              <a:ea typeface="Calibri"/>
              <a:cs typeface="Calibri"/>
            </a:endParaRPr>
          </a:p>
          <a:p>
            <a:r>
              <a:rPr lang="en-US">
                <a:ea typeface="Calibri"/>
                <a:cs typeface="Calibri"/>
              </a:rPr>
              <a:t>Compressive Stress = 1.21 </a:t>
            </a:r>
            <a:r>
              <a:rPr lang="en-US" err="1">
                <a:ea typeface="Calibri"/>
                <a:cs typeface="Calibri"/>
              </a:rPr>
              <a:t>ksi</a:t>
            </a:r>
            <a:endParaRPr lang="en-US">
              <a:ea typeface="Calibri"/>
              <a:cs typeface="Calibri"/>
            </a:endParaRPr>
          </a:p>
          <a:p>
            <a:endParaRPr lang="en-US">
              <a:ea typeface="Calibri"/>
              <a:cs typeface="Calibri"/>
            </a:endParaRPr>
          </a:p>
          <a:p>
            <a:r>
              <a:rPr lang="en-US">
                <a:ea typeface="Calibri"/>
                <a:cs typeface="Calibri"/>
              </a:rPr>
              <a:t>Shear Stress = 8.09 psi</a:t>
            </a:r>
          </a:p>
          <a:p>
            <a:endParaRPr lang="en-US">
              <a:ea typeface="Calibri"/>
              <a:cs typeface="Calibri"/>
            </a:endParaRPr>
          </a:p>
          <a:p>
            <a:r>
              <a:rPr lang="en-US">
                <a:ea typeface="Calibri"/>
                <a:cs typeface="Calibri"/>
              </a:rPr>
              <a:t>Yield Strength = ~ 25 </a:t>
            </a:r>
            <a:r>
              <a:rPr lang="en-US" err="1">
                <a:ea typeface="Calibri"/>
                <a:cs typeface="Calibri"/>
              </a:rPr>
              <a:t>ksi</a:t>
            </a:r>
            <a:endParaRPr lang="en-US">
              <a:ea typeface="Calibri"/>
              <a:cs typeface="Calibri"/>
            </a:endParaRPr>
          </a:p>
          <a:p>
            <a:endParaRPr lang="en-US">
              <a:ea typeface="Calibri"/>
              <a:cs typeface="Calibri"/>
            </a:endParaRPr>
          </a:p>
          <a:p>
            <a:r>
              <a:rPr lang="en-US">
                <a:ea typeface="Calibri"/>
                <a:cs typeface="Calibri"/>
              </a:rPr>
              <a:t>Ultimate Shear Strength = ~ 14.4 </a:t>
            </a:r>
            <a:r>
              <a:rPr lang="en-US" err="1">
                <a:ea typeface="Calibri"/>
                <a:cs typeface="Calibri"/>
              </a:rPr>
              <a:t>ksi</a:t>
            </a:r>
            <a:endParaRPr lang="en-US">
              <a:ea typeface="Calibri"/>
              <a:cs typeface="Calibri"/>
            </a:endParaRPr>
          </a:p>
          <a:p>
            <a:endParaRPr lang="en-US">
              <a:ea typeface="Calibri"/>
              <a:cs typeface="Calibri"/>
            </a:endParaRPr>
          </a:p>
          <a:p>
            <a:r>
              <a:rPr lang="en-US">
                <a:ea typeface="Calibri"/>
                <a:cs typeface="Calibri"/>
              </a:rPr>
              <a:t>Worst case scenario: All 300 </a:t>
            </a:r>
            <a:r>
              <a:rPr lang="en-US" err="1">
                <a:ea typeface="Calibri"/>
                <a:cs typeface="Calibri"/>
              </a:rPr>
              <a:t>lb</a:t>
            </a:r>
            <a:r>
              <a:rPr lang="en-US">
                <a:ea typeface="Calibri"/>
                <a:cs typeface="Calibri"/>
              </a:rPr>
              <a:t> in one beam</a:t>
            </a:r>
            <a:endParaRPr lang="en-US"/>
          </a:p>
          <a:p>
            <a:r>
              <a:rPr lang="en-US">
                <a:ea typeface="Calibri"/>
                <a:cs typeface="Calibri"/>
              </a:rPr>
              <a:t>Compressive Stress = 4.86 </a:t>
            </a:r>
            <a:r>
              <a:rPr lang="en-US" err="1">
                <a:ea typeface="Calibri"/>
                <a:cs typeface="Calibri"/>
              </a:rPr>
              <a:t>ksi</a:t>
            </a:r>
          </a:p>
          <a:p>
            <a:r>
              <a:rPr lang="en-US">
                <a:ea typeface="Calibri"/>
                <a:cs typeface="Calibri"/>
              </a:rPr>
              <a:t>Shear Stress = 32.36 psi</a:t>
            </a:r>
          </a:p>
        </p:txBody>
      </p:sp>
      <p:pic>
        <p:nvPicPr>
          <p:cNvPr id="14" name="Picture 13">
            <a:extLst>
              <a:ext uri="{FF2B5EF4-FFF2-40B4-BE49-F238E27FC236}">
                <a16:creationId xmlns:a16="http://schemas.microsoft.com/office/drawing/2014/main" id="{85E29AF9-0C3B-EDDF-3B8E-497DEFC43D1A}"/>
              </a:ext>
            </a:extLst>
          </p:cNvPr>
          <p:cNvPicPr>
            <a:picLocks noChangeAspect="1"/>
          </p:cNvPicPr>
          <p:nvPr/>
        </p:nvPicPr>
        <p:blipFill>
          <a:blip r:embed="rId5"/>
          <a:stretch>
            <a:fillRect/>
          </a:stretch>
        </p:blipFill>
        <p:spPr>
          <a:xfrm>
            <a:off x="4541838" y="5597525"/>
            <a:ext cx="2021205" cy="1261110"/>
          </a:xfrm>
          <a:prstGeom prst="rect">
            <a:avLst/>
          </a:prstGeom>
        </p:spPr>
      </p:pic>
      <p:pic>
        <p:nvPicPr>
          <p:cNvPr id="15" name="Picture 14">
            <a:extLst>
              <a:ext uri="{FF2B5EF4-FFF2-40B4-BE49-F238E27FC236}">
                <a16:creationId xmlns:a16="http://schemas.microsoft.com/office/drawing/2014/main" id="{8D253EEF-9BA8-62F1-EF33-5744D41FE6E7}"/>
              </a:ext>
            </a:extLst>
          </p:cNvPr>
          <p:cNvPicPr>
            <a:picLocks noChangeAspect="1"/>
          </p:cNvPicPr>
          <p:nvPr/>
        </p:nvPicPr>
        <p:blipFill>
          <a:blip r:embed="rId6"/>
          <a:stretch>
            <a:fillRect/>
          </a:stretch>
        </p:blipFill>
        <p:spPr>
          <a:xfrm>
            <a:off x="4991126" y="1402080"/>
            <a:ext cx="1498548" cy="3159760"/>
          </a:xfrm>
          <a:prstGeom prst="rect">
            <a:avLst/>
          </a:prstGeom>
        </p:spPr>
      </p:pic>
    </p:spTree>
    <p:extLst>
      <p:ext uri="{BB962C8B-B14F-4D97-AF65-F5344CB8AC3E}">
        <p14:creationId xmlns:p14="http://schemas.microsoft.com/office/powerpoint/2010/main" val="9531398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C2799-28A7-4738-3E07-79FD19B84A2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2D25470-3757-2FD3-E5E9-9E588F148475}"/>
              </a:ext>
            </a:extLst>
          </p:cNvPr>
          <p:cNvSpPr>
            <a:spLocks noGrp="1"/>
          </p:cNvSpPr>
          <p:nvPr>
            <p:ph type="ftr" sz="quarter" idx="16"/>
          </p:nvPr>
        </p:nvSpPr>
        <p:spPr/>
        <p:txBody>
          <a:bodyPr/>
          <a:lstStyle/>
          <a:p>
            <a:r>
              <a:rPr lang="en-US"/>
              <a:t>TVC PDR</a:t>
            </a:r>
          </a:p>
        </p:txBody>
      </p:sp>
      <p:sp>
        <p:nvSpPr>
          <p:cNvPr id="4" name="Slide Number Placeholder 3">
            <a:extLst>
              <a:ext uri="{FF2B5EF4-FFF2-40B4-BE49-F238E27FC236}">
                <a16:creationId xmlns:a16="http://schemas.microsoft.com/office/drawing/2014/main" id="{C358DE8F-25F0-440C-8978-F53599DB9308}"/>
              </a:ext>
            </a:extLst>
          </p:cNvPr>
          <p:cNvSpPr>
            <a:spLocks noGrp="1"/>
          </p:cNvSpPr>
          <p:nvPr>
            <p:ph type="sldNum" sz="quarter" idx="17"/>
          </p:nvPr>
        </p:nvSpPr>
        <p:spPr/>
        <p:txBody>
          <a:bodyPr/>
          <a:lstStyle/>
          <a:p>
            <a:r>
              <a:rPr lang="en-US"/>
              <a:t>/   </a:t>
            </a:r>
            <a:fld id="{6C7E6F33-74EE-5541-8108-8353B402F8C1}" type="slidenum">
              <a:rPr lang="en-US" smtClean="0"/>
              <a:pPr/>
              <a:t>25</a:t>
            </a:fld>
            <a:endParaRPr lang="en-US"/>
          </a:p>
        </p:txBody>
      </p:sp>
      <p:sp>
        <p:nvSpPr>
          <p:cNvPr id="5" name="Title 4">
            <a:extLst>
              <a:ext uri="{FF2B5EF4-FFF2-40B4-BE49-F238E27FC236}">
                <a16:creationId xmlns:a16="http://schemas.microsoft.com/office/drawing/2014/main" id="{CCCF835B-D0DF-FA21-A0F6-10254D828830}"/>
              </a:ext>
            </a:extLst>
          </p:cNvPr>
          <p:cNvSpPr>
            <a:spLocks noGrp="1"/>
          </p:cNvSpPr>
          <p:nvPr>
            <p:ph type="title"/>
          </p:nvPr>
        </p:nvSpPr>
        <p:spPr/>
        <p:txBody>
          <a:bodyPr/>
          <a:lstStyle/>
          <a:p>
            <a:r>
              <a:rPr lang="en-US">
                <a:latin typeface="Munistic"/>
              </a:rPr>
              <a:t>Structures</a:t>
            </a:r>
            <a:endParaRPr lang="en-US"/>
          </a:p>
        </p:txBody>
      </p:sp>
      <p:sp>
        <p:nvSpPr>
          <p:cNvPr id="6" name="Text Placeholder 5">
            <a:extLst>
              <a:ext uri="{FF2B5EF4-FFF2-40B4-BE49-F238E27FC236}">
                <a16:creationId xmlns:a16="http://schemas.microsoft.com/office/drawing/2014/main" id="{1FB7297C-B8AD-34E8-8A2C-5AFB9D086EE6}"/>
              </a:ext>
            </a:extLst>
          </p:cNvPr>
          <p:cNvSpPr>
            <a:spLocks noGrp="1"/>
          </p:cNvSpPr>
          <p:nvPr>
            <p:ph type="body" sz="quarter" idx="13"/>
          </p:nvPr>
        </p:nvSpPr>
        <p:spPr/>
        <p:txBody>
          <a:bodyPr/>
          <a:lstStyle/>
          <a:p>
            <a:r>
              <a:rPr lang="en-US" sz="1850">
                <a:ea typeface="Source Sans Pro"/>
                <a:cs typeface="Calibri"/>
              </a:rPr>
              <a:t>TVC Gimble Bracket</a:t>
            </a:r>
            <a:endParaRPr lang="en-US"/>
          </a:p>
        </p:txBody>
      </p:sp>
      <p:pic>
        <p:nvPicPr>
          <p:cNvPr id="7" name="Picture 6">
            <a:extLst>
              <a:ext uri="{FF2B5EF4-FFF2-40B4-BE49-F238E27FC236}">
                <a16:creationId xmlns:a16="http://schemas.microsoft.com/office/drawing/2014/main" id="{2CB07193-E503-4E66-F656-789C652466BF}"/>
              </a:ext>
            </a:extLst>
          </p:cNvPr>
          <p:cNvPicPr>
            <a:picLocks noChangeAspect="1"/>
          </p:cNvPicPr>
          <p:nvPr/>
        </p:nvPicPr>
        <p:blipFill>
          <a:blip r:embed="rId2"/>
          <a:stretch>
            <a:fillRect/>
          </a:stretch>
        </p:blipFill>
        <p:spPr>
          <a:xfrm>
            <a:off x="422219" y="1424215"/>
            <a:ext cx="7074920" cy="4771572"/>
          </a:xfrm>
          <a:prstGeom prst="rect">
            <a:avLst/>
          </a:prstGeom>
        </p:spPr>
      </p:pic>
      <p:pic>
        <p:nvPicPr>
          <p:cNvPr id="10" name="Picture 9">
            <a:extLst>
              <a:ext uri="{FF2B5EF4-FFF2-40B4-BE49-F238E27FC236}">
                <a16:creationId xmlns:a16="http://schemas.microsoft.com/office/drawing/2014/main" id="{0E977212-5AA1-7378-6689-E4109349C508}"/>
              </a:ext>
            </a:extLst>
          </p:cNvPr>
          <p:cNvPicPr>
            <a:picLocks noChangeAspect="1"/>
          </p:cNvPicPr>
          <p:nvPr/>
        </p:nvPicPr>
        <p:blipFill>
          <a:blip r:embed="rId3"/>
          <a:stretch>
            <a:fillRect/>
          </a:stretch>
        </p:blipFill>
        <p:spPr>
          <a:xfrm>
            <a:off x="7494587" y="1874157"/>
            <a:ext cx="4605111" cy="3871686"/>
          </a:xfrm>
          <a:prstGeom prst="rect">
            <a:avLst/>
          </a:prstGeom>
        </p:spPr>
      </p:pic>
    </p:spTree>
    <p:extLst>
      <p:ext uri="{BB962C8B-B14F-4D97-AF65-F5344CB8AC3E}">
        <p14:creationId xmlns:p14="http://schemas.microsoft.com/office/powerpoint/2010/main" val="24546083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5A88C-F66F-E5A2-CDD6-2C48FD0D398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C1C067E-6E91-E108-6F6F-3474D34FD035}"/>
              </a:ext>
            </a:extLst>
          </p:cNvPr>
          <p:cNvSpPr>
            <a:spLocks noGrp="1"/>
          </p:cNvSpPr>
          <p:nvPr>
            <p:ph type="ftr" sz="quarter" idx="16"/>
          </p:nvPr>
        </p:nvSpPr>
        <p:spPr/>
        <p:txBody>
          <a:bodyPr/>
          <a:lstStyle/>
          <a:p>
            <a:r>
              <a:rPr lang="en-US"/>
              <a:t>TVC PDR</a:t>
            </a:r>
          </a:p>
        </p:txBody>
      </p:sp>
      <p:sp>
        <p:nvSpPr>
          <p:cNvPr id="4" name="Slide Number Placeholder 3">
            <a:extLst>
              <a:ext uri="{FF2B5EF4-FFF2-40B4-BE49-F238E27FC236}">
                <a16:creationId xmlns:a16="http://schemas.microsoft.com/office/drawing/2014/main" id="{5D903E1D-74CE-0013-B84C-018C149666C2}"/>
              </a:ext>
            </a:extLst>
          </p:cNvPr>
          <p:cNvSpPr>
            <a:spLocks noGrp="1"/>
          </p:cNvSpPr>
          <p:nvPr>
            <p:ph type="sldNum" sz="quarter" idx="17"/>
          </p:nvPr>
        </p:nvSpPr>
        <p:spPr/>
        <p:txBody>
          <a:bodyPr/>
          <a:lstStyle/>
          <a:p>
            <a:r>
              <a:rPr lang="en-US"/>
              <a:t>/   </a:t>
            </a:r>
            <a:fld id="{6C7E6F33-74EE-5541-8108-8353B402F8C1}" type="slidenum">
              <a:rPr lang="en-US" smtClean="0"/>
              <a:pPr/>
              <a:t>26</a:t>
            </a:fld>
            <a:endParaRPr lang="en-US"/>
          </a:p>
        </p:txBody>
      </p:sp>
      <p:sp>
        <p:nvSpPr>
          <p:cNvPr id="5" name="Title 4">
            <a:extLst>
              <a:ext uri="{FF2B5EF4-FFF2-40B4-BE49-F238E27FC236}">
                <a16:creationId xmlns:a16="http://schemas.microsoft.com/office/drawing/2014/main" id="{85828D11-50A6-18D2-5BFE-D0CED1F4D5B1}"/>
              </a:ext>
            </a:extLst>
          </p:cNvPr>
          <p:cNvSpPr>
            <a:spLocks noGrp="1"/>
          </p:cNvSpPr>
          <p:nvPr>
            <p:ph type="title"/>
          </p:nvPr>
        </p:nvSpPr>
        <p:spPr/>
        <p:txBody>
          <a:bodyPr/>
          <a:lstStyle/>
          <a:p>
            <a:r>
              <a:rPr lang="en-US">
                <a:latin typeface="Munistic"/>
              </a:rPr>
              <a:t>Structures</a:t>
            </a:r>
            <a:endParaRPr lang="en-US"/>
          </a:p>
        </p:txBody>
      </p:sp>
      <p:sp>
        <p:nvSpPr>
          <p:cNvPr id="6" name="Text Placeholder 5">
            <a:extLst>
              <a:ext uri="{FF2B5EF4-FFF2-40B4-BE49-F238E27FC236}">
                <a16:creationId xmlns:a16="http://schemas.microsoft.com/office/drawing/2014/main" id="{B35040E2-4267-7B6C-93F8-D2AD2FFDD380}"/>
              </a:ext>
            </a:extLst>
          </p:cNvPr>
          <p:cNvSpPr>
            <a:spLocks noGrp="1"/>
          </p:cNvSpPr>
          <p:nvPr>
            <p:ph type="body" sz="quarter" idx="13"/>
          </p:nvPr>
        </p:nvSpPr>
        <p:spPr/>
        <p:txBody>
          <a:bodyPr/>
          <a:lstStyle/>
          <a:p>
            <a:r>
              <a:rPr lang="en-US" sz="1850">
                <a:ea typeface="Source Sans Pro"/>
                <a:cs typeface="Calibri"/>
              </a:rPr>
              <a:t>Other Components (Taken From Spec Sheet)</a:t>
            </a:r>
            <a:endParaRPr lang="en-US" sz="1850">
              <a:cs typeface="Calibri"/>
            </a:endParaRPr>
          </a:p>
        </p:txBody>
      </p:sp>
      <p:pic>
        <p:nvPicPr>
          <p:cNvPr id="2" name="Picture 1">
            <a:extLst>
              <a:ext uri="{FF2B5EF4-FFF2-40B4-BE49-F238E27FC236}">
                <a16:creationId xmlns:a16="http://schemas.microsoft.com/office/drawing/2014/main" id="{8DB3F34C-A10C-4A54-47E2-CC29F2FEADA1}"/>
              </a:ext>
            </a:extLst>
          </p:cNvPr>
          <p:cNvPicPr>
            <a:picLocks noChangeAspect="1"/>
          </p:cNvPicPr>
          <p:nvPr/>
        </p:nvPicPr>
        <p:blipFill>
          <a:blip r:embed="rId2"/>
          <a:stretch>
            <a:fillRect/>
          </a:stretch>
        </p:blipFill>
        <p:spPr>
          <a:xfrm>
            <a:off x="285192" y="2498458"/>
            <a:ext cx="2769885" cy="2198224"/>
          </a:xfrm>
          <a:prstGeom prst="rect">
            <a:avLst/>
          </a:prstGeom>
        </p:spPr>
      </p:pic>
      <p:sp>
        <p:nvSpPr>
          <p:cNvPr id="7" name="TextBox 6">
            <a:extLst>
              <a:ext uri="{FF2B5EF4-FFF2-40B4-BE49-F238E27FC236}">
                <a16:creationId xmlns:a16="http://schemas.microsoft.com/office/drawing/2014/main" id="{B6CB2B56-5159-153F-DD06-F9D24F447D99}"/>
              </a:ext>
            </a:extLst>
          </p:cNvPr>
          <p:cNvSpPr txBox="1"/>
          <p:nvPr/>
        </p:nvSpPr>
        <p:spPr>
          <a:xfrm>
            <a:off x="-1" y="1499260"/>
            <a:ext cx="277421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0" i="0">
                <a:solidFill>
                  <a:srgbClr val="444444"/>
                </a:solidFill>
                <a:latin typeface="Montserrat"/>
                <a:ea typeface="Montserrat"/>
                <a:cs typeface="Montserrat"/>
              </a:rPr>
              <a:t>12V Super-Duty Linear Actuator (560lb Thrust, 2.6"/sec, 6" Stroke)</a:t>
            </a:r>
            <a:endParaRPr lang="en-US"/>
          </a:p>
          <a:p>
            <a:pPr algn="ctr"/>
            <a:endParaRPr lang="en-US"/>
          </a:p>
        </p:txBody>
      </p:sp>
      <p:pic>
        <p:nvPicPr>
          <p:cNvPr id="9" name="Picture 8">
            <a:extLst>
              <a:ext uri="{FF2B5EF4-FFF2-40B4-BE49-F238E27FC236}">
                <a16:creationId xmlns:a16="http://schemas.microsoft.com/office/drawing/2014/main" id="{570CD0B8-B0C3-7827-EF98-DB283B1EC445}"/>
              </a:ext>
            </a:extLst>
          </p:cNvPr>
          <p:cNvPicPr>
            <a:picLocks noChangeAspect="1"/>
          </p:cNvPicPr>
          <p:nvPr/>
        </p:nvPicPr>
        <p:blipFill>
          <a:blip r:embed="rId3"/>
          <a:stretch>
            <a:fillRect/>
          </a:stretch>
        </p:blipFill>
        <p:spPr>
          <a:xfrm>
            <a:off x="3307936" y="1345333"/>
            <a:ext cx="2324431" cy="2380261"/>
          </a:xfrm>
          <a:prstGeom prst="rect">
            <a:avLst/>
          </a:prstGeom>
        </p:spPr>
      </p:pic>
      <p:sp>
        <p:nvSpPr>
          <p:cNvPr id="10" name="TextBox 9">
            <a:extLst>
              <a:ext uri="{FF2B5EF4-FFF2-40B4-BE49-F238E27FC236}">
                <a16:creationId xmlns:a16="http://schemas.microsoft.com/office/drawing/2014/main" id="{3343B8C9-95D8-268E-C18E-95FBEBC351FA}"/>
              </a:ext>
            </a:extLst>
          </p:cNvPr>
          <p:cNvSpPr txBox="1"/>
          <p:nvPr/>
        </p:nvSpPr>
        <p:spPr>
          <a:xfrm>
            <a:off x="2866567" y="3966688"/>
            <a:ext cx="322778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rgbClr val="444444"/>
                </a:solidFill>
                <a:latin typeface="Montserrat"/>
              </a:rPr>
              <a:t>Rated for same amount of thrust as linear actuators (Sold by same company as package deal)</a:t>
            </a:r>
            <a:endParaRPr lang="en-US"/>
          </a:p>
          <a:p>
            <a:pPr algn="ctr"/>
            <a:endParaRPr lang="en-US"/>
          </a:p>
        </p:txBody>
      </p:sp>
      <p:pic>
        <p:nvPicPr>
          <p:cNvPr id="11" name="Picture 10">
            <a:extLst>
              <a:ext uri="{FF2B5EF4-FFF2-40B4-BE49-F238E27FC236}">
                <a16:creationId xmlns:a16="http://schemas.microsoft.com/office/drawing/2014/main" id="{DB97EFCD-E54A-9400-82E1-25819B58CA55}"/>
              </a:ext>
            </a:extLst>
          </p:cNvPr>
          <p:cNvPicPr>
            <a:picLocks noChangeAspect="1"/>
          </p:cNvPicPr>
          <p:nvPr/>
        </p:nvPicPr>
        <p:blipFill>
          <a:blip r:embed="rId4"/>
          <a:stretch>
            <a:fillRect/>
          </a:stretch>
        </p:blipFill>
        <p:spPr>
          <a:xfrm>
            <a:off x="6241143" y="2840492"/>
            <a:ext cx="2286000" cy="2428875"/>
          </a:xfrm>
          <a:prstGeom prst="rect">
            <a:avLst/>
          </a:prstGeom>
        </p:spPr>
      </p:pic>
      <p:sp>
        <p:nvSpPr>
          <p:cNvPr id="14" name="TextBox 13">
            <a:extLst>
              <a:ext uri="{FF2B5EF4-FFF2-40B4-BE49-F238E27FC236}">
                <a16:creationId xmlns:a16="http://schemas.microsoft.com/office/drawing/2014/main" id="{AFA3ABEE-F6D4-32A7-5737-404EE497F36B}"/>
              </a:ext>
            </a:extLst>
          </p:cNvPr>
          <p:cNvSpPr txBox="1"/>
          <p:nvPr/>
        </p:nvSpPr>
        <p:spPr>
          <a:xfrm>
            <a:off x="5941782" y="1716973"/>
            <a:ext cx="267442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rgbClr val="444444"/>
                </a:solidFill>
                <a:latin typeface="Montserrat"/>
              </a:rPr>
              <a:t>S Load Cells Rated for 500kg roughly 1100Ibf</a:t>
            </a:r>
            <a:endParaRPr lang="en-US">
              <a:solidFill>
                <a:srgbClr val="444444"/>
              </a:solidFill>
              <a:latin typeface="Calibri"/>
              <a:ea typeface="Calibri"/>
              <a:cs typeface="Calibri"/>
            </a:endParaRPr>
          </a:p>
          <a:p>
            <a:pPr algn="ctr"/>
            <a:endParaRPr lang="en-US"/>
          </a:p>
        </p:txBody>
      </p:sp>
      <p:pic>
        <p:nvPicPr>
          <p:cNvPr id="15" name="Picture 14">
            <a:extLst>
              <a:ext uri="{FF2B5EF4-FFF2-40B4-BE49-F238E27FC236}">
                <a16:creationId xmlns:a16="http://schemas.microsoft.com/office/drawing/2014/main" id="{262663AF-9611-57FA-C0C6-378733DBA99B}"/>
              </a:ext>
            </a:extLst>
          </p:cNvPr>
          <p:cNvPicPr>
            <a:picLocks noChangeAspect="1"/>
          </p:cNvPicPr>
          <p:nvPr/>
        </p:nvPicPr>
        <p:blipFill>
          <a:blip r:embed="rId5"/>
          <a:stretch>
            <a:fillRect/>
          </a:stretch>
        </p:blipFill>
        <p:spPr>
          <a:xfrm>
            <a:off x="8832168" y="1846941"/>
            <a:ext cx="2673805" cy="1894115"/>
          </a:xfrm>
          <a:prstGeom prst="rect">
            <a:avLst/>
          </a:prstGeom>
        </p:spPr>
      </p:pic>
      <p:sp>
        <p:nvSpPr>
          <p:cNvPr id="16" name="TextBox 15">
            <a:extLst>
              <a:ext uri="{FF2B5EF4-FFF2-40B4-BE49-F238E27FC236}">
                <a16:creationId xmlns:a16="http://schemas.microsoft.com/office/drawing/2014/main" id="{71F9B44D-3F9C-2D84-022F-262F2AD94714}"/>
              </a:ext>
            </a:extLst>
          </p:cNvPr>
          <p:cNvSpPr txBox="1"/>
          <p:nvPr/>
        </p:nvSpPr>
        <p:spPr>
          <a:xfrm>
            <a:off x="8826495" y="4057401"/>
            <a:ext cx="267442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rgbClr val="444444"/>
                </a:solidFill>
                <a:latin typeface="Montserrat"/>
              </a:rPr>
              <a:t>Static Radial Load Capacity of 10,000lbs</a:t>
            </a:r>
            <a:endParaRPr lang="en-US"/>
          </a:p>
          <a:p>
            <a:pPr algn="ctr"/>
            <a:endParaRPr lang="en-US"/>
          </a:p>
        </p:txBody>
      </p:sp>
      <p:sp>
        <p:nvSpPr>
          <p:cNvPr id="17" name="TextBox 16">
            <a:extLst>
              <a:ext uri="{FF2B5EF4-FFF2-40B4-BE49-F238E27FC236}">
                <a16:creationId xmlns:a16="http://schemas.microsoft.com/office/drawing/2014/main" id="{A4E44813-D504-07BB-7CB5-950ABCFE99E5}"/>
              </a:ext>
            </a:extLst>
          </p:cNvPr>
          <p:cNvSpPr txBox="1"/>
          <p:nvPr/>
        </p:nvSpPr>
        <p:spPr>
          <a:xfrm>
            <a:off x="4378967" y="5621653"/>
            <a:ext cx="373303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NILE test stand is rated to support Hot Fires of 1000lbf</a:t>
            </a:r>
          </a:p>
        </p:txBody>
      </p:sp>
    </p:spTree>
    <p:extLst>
      <p:ext uri="{BB962C8B-B14F-4D97-AF65-F5344CB8AC3E}">
        <p14:creationId xmlns:p14="http://schemas.microsoft.com/office/powerpoint/2010/main" val="5917865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25005-264B-1CF6-C71B-0474ACE40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196BFC-1BBC-6EB2-5AB7-74B0B775B63D}"/>
              </a:ext>
            </a:extLst>
          </p:cNvPr>
          <p:cNvSpPr>
            <a:spLocks noGrp="1"/>
          </p:cNvSpPr>
          <p:nvPr>
            <p:ph type="title"/>
          </p:nvPr>
        </p:nvSpPr>
        <p:spPr/>
        <p:txBody>
          <a:bodyPr/>
          <a:lstStyle/>
          <a:p>
            <a:r>
              <a:rPr lang="en-US">
                <a:latin typeface="Munistic"/>
              </a:rPr>
              <a:t>Electronics Overview</a:t>
            </a:r>
            <a:endParaRPr lang="en-US" err="1"/>
          </a:p>
        </p:txBody>
      </p:sp>
      <p:graphicFrame>
        <p:nvGraphicFramePr>
          <p:cNvPr id="5" name="Table 4">
            <a:extLst>
              <a:ext uri="{FF2B5EF4-FFF2-40B4-BE49-F238E27FC236}">
                <a16:creationId xmlns:a16="http://schemas.microsoft.com/office/drawing/2014/main" id="{5B6A9235-ACD2-F042-77F1-1B0D1EA94798}"/>
              </a:ext>
            </a:extLst>
          </p:cNvPr>
          <p:cNvGraphicFramePr>
            <a:graphicFrameLocks noGrp="1"/>
          </p:cNvGraphicFramePr>
          <p:nvPr>
            <p:extLst>
              <p:ext uri="{D42A27DB-BD31-4B8C-83A1-F6EECF244321}">
                <p14:modId xmlns:p14="http://schemas.microsoft.com/office/powerpoint/2010/main" val="2479845409"/>
              </p:ext>
            </p:extLst>
          </p:nvPr>
        </p:nvGraphicFramePr>
        <p:xfrm>
          <a:off x="104383" y="1711890"/>
          <a:ext cx="12002306" cy="4227259"/>
        </p:xfrm>
        <a:graphic>
          <a:graphicData uri="http://schemas.openxmlformats.org/drawingml/2006/table">
            <a:tbl>
              <a:tblPr firstRow="1" bandRow="1">
                <a:tableStyleId>{5C22544A-7EE6-4342-B048-85BDC9FD1C3A}</a:tableStyleId>
              </a:tblPr>
              <a:tblGrid>
                <a:gridCol w="2717974">
                  <a:extLst>
                    <a:ext uri="{9D8B030D-6E8A-4147-A177-3AD203B41FA5}">
                      <a16:colId xmlns:a16="http://schemas.microsoft.com/office/drawing/2014/main" val="34313604"/>
                    </a:ext>
                  </a:extLst>
                </a:gridCol>
                <a:gridCol w="1282796">
                  <a:extLst>
                    <a:ext uri="{9D8B030D-6E8A-4147-A177-3AD203B41FA5}">
                      <a16:colId xmlns:a16="http://schemas.microsoft.com/office/drawing/2014/main" val="3129348685"/>
                    </a:ext>
                  </a:extLst>
                </a:gridCol>
                <a:gridCol w="2000384">
                  <a:extLst>
                    <a:ext uri="{9D8B030D-6E8A-4147-A177-3AD203B41FA5}">
                      <a16:colId xmlns:a16="http://schemas.microsoft.com/office/drawing/2014/main" val="1861377866"/>
                    </a:ext>
                  </a:extLst>
                </a:gridCol>
                <a:gridCol w="2000384">
                  <a:extLst>
                    <a:ext uri="{9D8B030D-6E8A-4147-A177-3AD203B41FA5}">
                      <a16:colId xmlns:a16="http://schemas.microsoft.com/office/drawing/2014/main" val="3393509792"/>
                    </a:ext>
                  </a:extLst>
                </a:gridCol>
                <a:gridCol w="2000384">
                  <a:extLst>
                    <a:ext uri="{9D8B030D-6E8A-4147-A177-3AD203B41FA5}">
                      <a16:colId xmlns:a16="http://schemas.microsoft.com/office/drawing/2014/main" val="2695435158"/>
                    </a:ext>
                  </a:extLst>
                </a:gridCol>
                <a:gridCol w="2000384">
                  <a:extLst>
                    <a:ext uri="{9D8B030D-6E8A-4147-A177-3AD203B41FA5}">
                      <a16:colId xmlns:a16="http://schemas.microsoft.com/office/drawing/2014/main" val="3906550358"/>
                    </a:ext>
                  </a:extLst>
                </a:gridCol>
              </a:tblGrid>
              <a:tr h="386779">
                <a:tc>
                  <a:txBody>
                    <a:bodyPr/>
                    <a:lstStyle/>
                    <a:p>
                      <a:r>
                        <a:rPr lang="en-US"/>
                        <a:t>Part Name</a:t>
                      </a:r>
                    </a:p>
                  </a:txBody>
                  <a:tcPr/>
                </a:tc>
                <a:tc>
                  <a:txBody>
                    <a:bodyPr/>
                    <a:lstStyle/>
                    <a:p>
                      <a:r>
                        <a:rPr lang="en-US"/>
                        <a:t>Quantity</a:t>
                      </a:r>
                    </a:p>
                  </a:txBody>
                  <a:tcPr/>
                </a:tc>
                <a:tc>
                  <a:txBody>
                    <a:bodyPr/>
                    <a:lstStyle/>
                    <a:p>
                      <a:r>
                        <a:rPr lang="en-US"/>
                        <a:t>Price</a:t>
                      </a:r>
                    </a:p>
                  </a:txBody>
                  <a:tcPr/>
                </a:tc>
                <a:tc>
                  <a:txBody>
                    <a:bodyPr/>
                    <a:lstStyle/>
                    <a:p>
                      <a:r>
                        <a:rPr lang="en-US"/>
                        <a:t>Voltage Limit</a:t>
                      </a:r>
                    </a:p>
                  </a:txBody>
                  <a:tcPr/>
                </a:tc>
                <a:tc>
                  <a:txBody>
                    <a:bodyPr/>
                    <a:lstStyle/>
                    <a:p>
                      <a:r>
                        <a:rPr lang="en-US"/>
                        <a:t>Use</a:t>
                      </a:r>
                    </a:p>
                  </a:txBody>
                  <a:tcPr/>
                </a:tc>
                <a:tc>
                  <a:txBody>
                    <a:bodyPr/>
                    <a:lstStyle/>
                    <a:p>
                      <a:r>
                        <a:rPr lang="en-US"/>
                        <a:t>Data Sheet</a:t>
                      </a:r>
                    </a:p>
                  </a:txBody>
                  <a:tcPr/>
                </a:tc>
                <a:extLst>
                  <a:ext uri="{0D108BD9-81ED-4DB2-BD59-A6C34878D82A}">
                    <a16:rowId xmlns:a16="http://schemas.microsoft.com/office/drawing/2014/main" val="1340083706"/>
                  </a:ext>
                </a:extLst>
              </a:tr>
              <a:tr h="494218">
                <a:tc>
                  <a:txBody>
                    <a:bodyPr/>
                    <a:lstStyle/>
                    <a:p>
                      <a:pPr lvl="0">
                        <a:buNone/>
                      </a:pPr>
                      <a:r>
                        <a:rPr lang="en-US" sz="1800" b="0" i="0" u="none" strike="noStrike" noProof="0">
                          <a:latin typeface="Calibri"/>
                          <a:ea typeface="Calibri"/>
                          <a:cs typeface="Calibri"/>
                        </a:rPr>
                        <a:t>Arduino </a:t>
                      </a:r>
                      <a:r>
                        <a:rPr lang="en-US"/>
                        <a:t>Uno</a:t>
                      </a:r>
                    </a:p>
                  </a:txBody>
                  <a:tcPr/>
                </a:tc>
                <a:tc>
                  <a:txBody>
                    <a:bodyPr/>
                    <a:lstStyle/>
                    <a:p>
                      <a:r>
                        <a:rPr lang="en-US"/>
                        <a:t>1</a:t>
                      </a:r>
                    </a:p>
                  </a:txBody>
                  <a:tcPr/>
                </a:tc>
                <a:tc>
                  <a:txBody>
                    <a:bodyPr/>
                    <a:lstStyle/>
                    <a:p>
                      <a:r>
                        <a:rPr lang="en-US"/>
                        <a:t>27.60</a:t>
                      </a:r>
                    </a:p>
                  </a:txBody>
                  <a:tcPr/>
                </a:tc>
                <a:tc>
                  <a:txBody>
                    <a:bodyPr/>
                    <a:lstStyle/>
                    <a:p>
                      <a:r>
                        <a:rPr lang="en-US"/>
                        <a:t>5V</a:t>
                      </a:r>
                    </a:p>
                  </a:txBody>
                  <a:tcPr/>
                </a:tc>
                <a:tc>
                  <a:txBody>
                    <a:bodyPr/>
                    <a:lstStyle/>
                    <a:p>
                      <a:r>
                        <a:rPr lang="en-US"/>
                        <a:t>Brain of TVC</a:t>
                      </a:r>
                    </a:p>
                  </a:txBody>
                  <a:tcPr/>
                </a:tc>
                <a:tc>
                  <a:txBody>
                    <a:bodyPr/>
                    <a:lstStyle/>
                    <a:p>
                      <a:pPr lvl="0">
                        <a:buNone/>
                      </a:pPr>
                      <a:r>
                        <a:rPr lang="en-US" sz="1200" b="0" i="0" u="sng" strike="noStrike" noProof="0">
                          <a:highlight>
                            <a:srgbClr val="FFFFFF"/>
                          </a:highlight>
                          <a:latin typeface="Aptos"/>
                          <a:hlinkClick r:id="rId2"/>
                        </a:rPr>
                        <a:t>https://docs.arduino.cc/resources/datasheets/A000066-datasheet.pdf</a:t>
                      </a:r>
                      <a:endParaRPr lang="en-US" sz="1200" b="0" i="0" u="none" strike="noStrike" noProof="0">
                        <a:solidFill>
                          <a:srgbClr val="000000"/>
                        </a:solidFill>
                        <a:highlight>
                          <a:srgbClr val="606060"/>
                        </a:highlight>
                        <a:latin typeface="Aptos"/>
                      </a:endParaRPr>
                    </a:p>
                  </a:txBody>
                  <a:tcPr/>
                </a:tc>
                <a:extLst>
                  <a:ext uri="{0D108BD9-81ED-4DB2-BD59-A6C34878D82A}">
                    <a16:rowId xmlns:a16="http://schemas.microsoft.com/office/drawing/2014/main" val="176933418"/>
                  </a:ext>
                </a:extLst>
              </a:tr>
              <a:tr h="633888">
                <a:tc>
                  <a:txBody>
                    <a:bodyPr/>
                    <a:lstStyle/>
                    <a:p>
                      <a:r>
                        <a:rPr lang="en-US"/>
                        <a:t>Motor Driver BTS7960</a:t>
                      </a:r>
                    </a:p>
                  </a:txBody>
                  <a:tcPr/>
                </a:tc>
                <a:tc>
                  <a:txBody>
                    <a:bodyPr/>
                    <a:lstStyle/>
                    <a:p>
                      <a:r>
                        <a:rPr lang="en-US"/>
                        <a:t>2</a:t>
                      </a:r>
                    </a:p>
                  </a:txBody>
                  <a:tcPr/>
                </a:tc>
                <a:tc>
                  <a:txBody>
                    <a:bodyPr/>
                    <a:lstStyle/>
                    <a:p>
                      <a:r>
                        <a:rPr lang="en-US"/>
                        <a:t>9.99</a:t>
                      </a:r>
                    </a:p>
                  </a:txBody>
                  <a:tcPr/>
                </a:tc>
                <a:tc>
                  <a:txBody>
                    <a:bodyPr/>
                    <a:lstStyle/>
                    <a:p>
                      <a:r>
                        <a:rPr lang="en-US"/>
                        <a:t>27V</a:t>
                      </a:r>
                    </a:p>
                  </a:txBody>
                  <a:tcPr/>
                </a:tc>
                <a:tc>
                  <a:txBody>
                    <a:bodyPr/>
                    <a:lstStyle/>
                    <a:p>
                      <a:r>
                        <a:rPr lang="en-US"/>
                        <a:t>Drives Linear Actuators</a:t>
                      </a:r>
                    </a:p>
                  </a:txBody>
                  <a:tcPr/>
                </a:tc>
                <a:tc>
                  <a:txBody>
                    <a:bodyPr/>
                    <a:lstStyle/>
                    <a:p>
                      <a:pPr lvl="0">
                        <a:buNone/>
                      </a:pPr>
                      <a:r>
                        <a:rPr lang="en-US" sz="1200" b="0" i="0" u="sng" strike="noStrike" noProof="0">
                          <a:highlight>
                            <a:srgbClr val="FFFFFF"/>
                          </a:highlight>
                          <a:latin typeface="Aptos"/>
                          <a:hlinkClick r:id="rId3"/>
                        </a:rPr>
                        <a:t>https://www.handsontec.com/dataspecs/module/BTS7960%20Motor%20Driver.pdf</a:t>
                      </a:r>
                      <a:endParaRPr lang="en-US"/>
                    </a:p>
                  </a:txBody>
                  <a:tcPr/>
                </a:tc>
                <a:extLst>
                  <a:ext uri="{0D108BD9-81ED-4DB2-BD59-A6C34878D82A}">
                    <a16:rowId xmlns:a16="http://schemas.microsoft.com/office/drawing/2014/main" val="90746121"/>
                  </a:ext>
                </a:extLst>
              </a:tr>
              <a:tr h="580170">
                <a:tc>
                  <a:txBody>
                    <a:bodyPr/>
                    <a:lstStyle/>
                    <a:p>
                      <a:r>
                        <a:rPr lang="en-US"/>
                        <a:t>Buck Convertor</a:t>
                      </a:r>
                    </a:p>
                  </a:txBody>
                  <a:tcPr/>
                </a:tc>
                <a:tc>
                  <a:txBody>
                    <a:bodyPr/>
                    <a:lstStyle/>
                    <a:p>
                      <a:r>
                        <a:rPr lang="en-US"/>
                        <a:t>1</a:t>
                      </a:r>
                    </a:p>
                  </a:txBody>
                  <a:tcPr/>
                </a:tc>
                <a:tc>
                  <a:txBody>
                    <a:bodyPr/>
                    <a:lstStyle/>
                    <a:p>
                      <a:r>
                        <a:rPr lang="en-US"/>
                        <a:t>9.39</a:t>
                      </a:r>
                    </a:p>
                  </a:txBody>
                  <a:tcPr/>
                </a:tc>
                <a:tc>
                  <a:txBody>
                    <a:bodyPr/>
                    <a:lstStyle/>
                    <a:p>
                      <a:r>
                        <a:rPr lang="en-US"/>
                        <a:t>40V</a:t>
                      </a:r>
                    </a:p>
                  </a:txBody>
                  <a:tcPr/>
                </a:tc>
                <a:tc>
                  <a:txBody>
                    <a:bodyPr/>
                    <a:lstStyle/>
                    <a:p>
                      <a:r>
                        <a:rPr lang="en-US"/>
                        <a:t>Powers Arduino from Power Supply</a:t>
                      </a:r>
                      <a:endParaRPr lang="en-US" err="1"/>
                    </a:p>
                  </a:txBody>
                  <a:tcPr/>
                </a:tc>
                <a:tc>
                  <a:txBody>
                    <a:bodyPr/>
                    <a:lstStyle/>
                    <a:p>
                      <a:pPr lvl="0">
                        <a:buNone/>
                      </a:pPr>
                      <a:r>
                        <a:rPr lang="en-US" sz="1200" b="0" i="0" u="sng" strike="noStrike" noProof="0">
                          <a:highlight>
                            <a:srgbClr val="FFFFFF"/>
                          </a:highlight>
                          <a:latin typeface="Aptos"/>
                          <a:hlinkClick r:id="rId4"/>
                        </a:rPr>
                        <a:t>https://rajguruelectronics.com/Product/13060/071123123335.pdf</a:t>
                      </a:r>
                      <a:endParaRPr lang="en-US" sz="1200" b="0" i="0" u="none" strike="noStrike" noProof="0">
                        <a:solidFill>
                          <a:srgbClr val="000000"/>
                        </a:solidFill>
                        <a:highlight>
                          <a:srgbClr val="606060"/>
                        </a:highlight>
                        <a:latin typeface="Aptos"/>
                      </a:endParaRPr>
                    </a:p>
                  </a:txBody>
                  <a:tcPr/>
                </a:tc>
                <a:extLst>
                  <a:ext uri="{0D108BD9-81ED-4DB2-BD59-A6C34878D82A}">
                    <a16:rowId xmlns:a16="http://schemas.microsoft.com/office/drawing/2014/main" val="3938790219"/>
                  </a:ext>
                </a:extLst>
              </a:tr>
              <a:tr h="633888">
                <a:tc>
                  <a:txBody>
                    <a:bodyPr/>
                    <a:lstStyle/>
                    <a:p>
                      <a:pPr lvl="0">
                        <a:buNone/>
                      </a:pPr>
                      <a:r>
                        <a:rPr lang="en-US"/>
                        <a:t>Linear Actuator</a:t>
                      </a:r>
                    </a:p>
                  </a:txBody>
                  <a:tcPr/>
                </a:tc>
                <a:tc>
                  <a:txBody>
                    <a:bodyPr/>
                    <a:lstStyle/>
                    <a:p>
                      <a:pPr lvl="0">
                        <a:buNone/>
                      </a:pPr>
                      <a:r>
                        <a:rPr lang="en-US"/>
                        <a:t>2</a:t>
                      </a:r>
                    </a:p>
                  </a:txBody>
                  <a:tcPr/>
                </a:tc>
                <a:tc>
                  <a:txBody>
                    <a:bodyPr/>
                    <a:lstStyle/>
                    <a:p>
                      <a:pPr lvl="0">
                        <a:buNone/>
                      </a:pPr>
                      <a:r>
                        <a:rPr lang="en-US"/>
                        <a:t>399.99</a:t>
                      </a:r>
                    </a:p>
                  </a:txBody>
                  <a:tcPr/>
                </a:tc>
                <a:tc>
                  <a:txBody>
                    <a:bodyPr/>
                    <a:lstStyle/>
                    <a:p>
                      <a:pPr lvl="0">
                        <a:buNone/>
                      </a:pPr>
                      <a:r>
                        <a:rPr lang="en-US"/>
                        <a:t>12V</a:t>
                      </a:r>
                    </a:p>
                  </a:txBody>
                  <a:tcPr/>
                </a:tc>
                <a:tc>
                  <a:txBody>
                    <a:bodyPr/>
                    <a:lstStyle/>
                    <a:p>
                      <a:pPr lvl="0">
                        <a:buNone/>
                      </a:pPr>
                      <a:r>
                        <a:rPr lang="en-US"/>
                        <a:t>Moves the Engine</a:t>
                      </a:r>
                    </a:p>
                  </a:txBody>
                  <a:tcPr/>
                </a:tc>
                <a:tc>
                  <a:txBody>
                    <a:bodyPr/>
                    <a:lstStyle/>
                    <a:p>
                      <a:pPr lvl="0">
                        <a:buNone/>
                      </a:pPr>
                      <a:r>
                        <a:rPr lang="en-US" sz="1200" b="0" i="0" u="sng" strike="noStrike" noProof="0">
                          <a:highlight>
                            <a:srgbClr val="FFFFFF"/>
                          </a:highlight>
                          <a:latin typeface="Aptos"/>
                          <a:hlinkClick r:id="rId5"/>
                        </a:rPr>
                        <a:t>https://www.servocity.com/content/downloads/super_duty_actuators_specification_sheet_v3_1.pdf</a:t>
                      </a:r>
                      <a:endParaRPr lang="en-US" sz="1200" b="0" i="0" u="none" strike="noStrike" noProof="0">
                        <a:solidFill>
                          <a:srgbClr val="000000"/>
                        </a:solidFill>
                        <a:highlight>
                          <a:srgbClr val="606060"/>
                        </a:highlight>
                        <a:latin typeface="Aptos"/>
                      </a:endParaRPr>
                    </a:p>
                  </a:txBody>
                  <a:tcPr/>
                </a:tc>
                <a:extLst>
                  <a:ext uri="{0D108BD9-81ED-4DB2-BD59-A6C34878D82A}">
                    <a16:rowId xmlns:a16="http://schemas.microsoft.com/office/drawing/2014/main" val="1210472775"/>
                  </a:ext>
                </a:extLst>
              </a:tr>
              <a:tr h="719840">
                <a:tc>
                  <a:txBody>
                    <a:bodyPr/>
                    <a:lstStyle/>
                    <a:p>
                      <a:pPr lvl="0">
                        <a:buNone/>
                      </a:pPr>
                      <a:r>
                        <a:rPr lang="en-US"/>
                        <a:t>Current Sensor</a:t>
                      </a:r>
                    </a:p>
                  </a:txBody>
                  <a:tcPr/>
                </a:tc>
                <a:tc>
                  <a:txBody>
                    <a:bodyPr/>
                    <a:lstStyle/>
                    <a:p>
                      <a:pPr lvl="0">
                        <a:buNone/>
                      </a:pPr>
                      <a:r>
                        <a:rPr lang="en-US"/>
                        <a:t>2</a:t>
                      </a:r>
                    </a:p>
                  </a:txBody>
                  <a:tcPr/>
                </a:tc>
                <a:tc>
                  <a:txBody>
                    <a:bodyPr/>
                    <a:lstStyle/>
                    <a:p>
                      <a:pPr lvl="0">
                        <a:buNone/>
                      </a:pPr>
                      <a:r>
                        <a:rPr lang="en-US"/>
                        <a:t>9.95</a:t>
                      </a:r>
                    </a:p>
                  </a:txBody>
                  <a:tcPr/>
                </a:tc>
                <a:tc>
                  <a:txBody>
                    <a:bodyPr/>
                    <a:lstStyle/>
                    <a:p>
                      <a:pPr lvl="0">
                        <a:buNone/>
                      </a:pPr>
                      <a:r>
                        <a:rPr lang="en-US"/>
                        <a:t>40V</a:t>
                      </a:r>
                    </a:p>
                  </a:txBody>
                  <a:tcPr/>
                </a:tc>
                <a:tc>
                  <a:txBody>
                    <a:bodyPr/>
                    <a:lstStyle/>
                    <a:p>
                      <a:pPr lvl="0">
                        <a:buNone/>
                      </a:pPr>
                      <a:r>
                        <a:rPr lang="en-US"/>
                        <a:t>Sensors how much current needed, back calc force</a:t>
                      </a:r>
                    </a:p>
                  </a:txBody>
                  <a:tcPr/>
                </a:tc>
                <a:tc>
                  <a:txBody>
                    <a:bodyPr/>
                    <a:lstStyle/>
                    <a:p>
                      <a:pPr lvl="0">
                        <a:buNone/>
                      </a:pPr>
                      <a:r>
                        <a:rPr lang="en-US" sz="1200" b="0" i="0" u="sng" strike="noStrike" noProof="0">
                          <a:highlight>
                            <a:srgbClr val="FFFFFF"/>
                          </a:highlight>
                          <a:latin typeface="Aptos"/>
                          <a:hlinkClick r:id="rId6"/>
                        </a:rPr>
                        <a:t>https://cdn-shop.adafruit.com/datasheets/ina169.pdf</a:t>
                      </a:r>
                      <a:endParaRPr lang="en-US" sz="1200" b="0" i="0" u="none" strike="noStrike" noProof="0">
                        <a:solidFill>
                          <a:srgbClr val="000000"/>
                        </a:solidFill>
                        <a:highlight>
                          <a:srgbClr val="606060"/>
                        </a:highlight>
                        <a:latin typeface="Aptos"/>
                      </a:endParaRPr>
                    </a:p>
                  </a:txBody>
                  <a:tcPr/>
                </a:tc>
                <a:extLst>
                  <a:ext uri="{0D108BD9-81ED-4DB2-BD59-A6C34878D82A}">
                    <a16:rowId xmlns:a16="http://schemas.microsoft.com/office/drawing/2014/main" val="245474985"/>
                  </a:ext>
                </a:extLst>
              </a:tr>
            </a:tbl>
          </a:graphicData>
        </a:graphic>
      </p:graphicFrame>
    </p:spTree>
    <p:extLst>
      <p:ext uri="{BB962C8B-B14F-4D97-AF65-F5344CB8AC3E}">
        <p14:creationId xmlns:p14="http://schemas.microsoft.com/office/powerpoint/2010/main" val="19717773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5A652-60AE-9C4E-28AD-8AB34281745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4A03C3-8EA8-99E0-92C8-3E3A00E65D66}"/>
              </a:ext>
            </a:extLst>
          </p:cNvPr>
          <p:cNvSpPr>
            <a:spLocks noGrp="1"/>
          </p:cNvSpPr>
          <p:nvPr>
            <p:ph type="ftr" sz="quarter" idx="16"/>
          </p:nvPr>
        </p:nvSpPr>
        <p:spPr/>
        <p:txBody>
          <a:bodyPr/>
          <a:lstStyle/>
          <a:p>
            <a:r>
              <a:rPr lang="en-US"/>
              <a:t>TVC PDR</a:t>
            </a:r>
          </a:p>
        </p:txBody>
      </p:sp>
      <p:sp>
        <p:nvSpPr>
          <p:cNvPr id="4" name="Slide Number Placeholder 3">
            <a:extLst>
              <a:ext uri="{FF2B5EF4-FFF2-40B4-BE49-F238E27FC236}">
                <a16:creationId xmlns:a16="http://schemas.microsoft.com/office/drawing/2014/main" id="{54131EF9-0155-AC22-78EE-413AFADD5BC4}"/>
              </a:ext>
            </a:extLst>
          </p:cNvPr>
          <p:cNvSpPr>
            <a:spLocks noGrp="1"/>
          </p:cNvSpPr>
          <p:nvPr>
            <p:ph type="sldNum" sz="quarter" idx="17"/>
          </p:nvPr>
        </p:nvSpPr>
        <p:spPr/>
        <p:txBody>
          <a:bodyPr/>
          <a:lstStyle/>
          <a:p>
            <a:r>
              <a:rPr lang="en-US"/>
              <a:t>/   </a:t>
            </a:r>
            <a:fld id="{6C7E6F33-74EE-5541-8108-8353B402F8C1}" type="slidenum">
              <a:rPr lang="en-US" smtClean="0"/>
              <a:pPr/>
              <a:t>28</a:t>
            </a:fld>
            <a:endParaRPr lang="en-US"/>
          </a:p>
        </p:txBody>
      </p:sp>
      <p:sp>
        <p:nvSpPr>
          <p:cNvPr id="5" name="Title 4">
            <a:extLst>
              <a:ext uri="{FF2B5EF4-FFF2-40B4-BE49-F238E27FC236}">
                <a16:creationId xmlns:a16="http://schemas.microsoft.com/office/drawing/2014/main" id="{45933987-BCAE-1417-563C-9180EB86CD00}"/>
              </a:ext>
            </a:extLst>
          </p:cNvPr>
          <p:cNvSpPr>
            <a:spLocks noGrp="1"/>
          </p:cNvSpPr>
          <p:nvPr>
            <p:ph type="title"/>
          </p:nvPr>
        </p:nvSpPr>
        <p:spPr/>
        <p:txBody>
          <a:bodyPr/>
          <a:lstStyle/>
          <a:p>
            <a:r>
              <a:rPr lang="en-US">
                <a:latin typeface="Munistic"/>
              </a:rPr>
              <a:t>Electronics</a:t>
            </a:r>
            <a:endParaRPr lang="en-US" err="1"/>
          </a:p>
        </p:txBody>
      </p:sp>
      <p:sp>
        <p:nvSpPr>
          <p:cNvPr id="6" name="Text Placeholder 5">
            <a:extLst>
              <a:ext uri="{FF2B5EF4-FFF2-40B4-BE49-F238E27FC236}">
                <a16:creationId xmlns:a16="http://schemas.microsoft.com/office/drawing/2014/main" id="{95F28F87-49EA-E382-47A8-BEA2B53B8CC8}"/>
              </a:ext>
            </a:extLst>
          </p:cNvPr>
          <p:cNvSpPr>
            <a:spLocks noGrp="1"/>
          </p:cNvSpPr>
          <p:nvPr>
            <p:ph type="body" sz="quarter" idx="13"/>
          </p:nvPr>
        </p:nvSpPr>
        <p:spPr/>
        <p:txBody>
          <a:bodyPr/>
          <a:lstStyle/>
          <a:p>
            <a:r>
              <a:rPr lang="en-US" sz="1850">
                <a:ea typeface="Source Sans Pro"/>
                <a:cs typeface="Calibri"/>
              </a:rPr>
              <a:t>EE Diagram for Testing</a:t>
            </a:r>
            <a:endParaRPr lang="en-US"/>
          </a:p>
        </p:txBody>
      </p:sp>
      <p:pic>
        <p:nvPicPr>
          <p:cNvPr id="7" name="Picture 6">
            <a:extLst>
              <a:ext uri="{FF2B5EF4-FFF2-40B4-BE49-F238E27FC236}">
                <a16:creationId xmlns:a16="http://schemas.microsoft.com/office/drawing/2014/main" id="{4B109EB4-865A-7A4D-D4E6-DECA3B4B5370}"/>
              </a:ext>
            </a:extLst>
          </p:cNvPr>
          <p:cNvPicPr>
            <a:picLocks noChangeAspect="1"/>
          </p:cNvPicPr>
          <p:nvPr/>
        </p:nvPicPr>
        <p:blipFill>
          <a:blip r:embed="rId2"/>
          <a:srcRect r="-151" b="200"/>
          <a:stretch>
            <a:fillRect/>
          </a:stretch>
        </p:blipFill>
        <p:spPr>
          <a:xfrm>
            <a:off x="937886" y="1361945"/>
            <a:ext cx="6558424" cy="4979596"/>
          </a:xfrm>
          <a:prstGeom prst="rect">
            <a:avLst/>
          </a:prstGeom>
        </p:spPr>
      </p:pic>
      <p:sp>
        <p:nvSpPr>
          <p:cNvPr id="8" name="TextBox 7">
            <a:extLst>
              <a:ext uri="{FF2B5EF4-FFF2-40B4-BE49-F238E27FC236}">
                <a16:creationId xmlns:a16="http://schemas.microsoft.com/office/drawing/2014/main" id="{1A5CF420-859D-3A3D-0930-0BA042C96E14}"/>
              </a:ext>
            </a:extLst>
          </p:cNvPr>
          <p:cNvSpPr txBox="1"/>
          <p:nvPr/>
        </p:nvSpPr>
        <p:spPr>
          <a:xfrm>
            <a:off x="7663664" y="1454206"/>
            <a:ext cx="3762007"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Calibri"/>
                <a:cs typeface="Calibri"/>
              </a:rPr>
              <a:t>Ardiuno is plugged into a computer which will be sending commands, and collect position data.</a:t>
            </a:r>
          </a:p>
          <a:p>
            <a:pPr marL="285750" indent="-285750">
              <a:buFont typeface="Arial"/>
              <a:buChar char="•"/>
            </a:pPr>
            <a:r>
              <a:rPr lang="en-US">
                <a:ea typeface="Calibri"/>
                <a:cs typeface="Calibri"/>
              </a:rPr>
              <a:t>Ardiuno drives the motor drive using a PWM (basically rapidly turning on and off the digital out pin to send a frequency that corresponds to power needed.</a:t>
            </a:r>
          </a:p>
          <a:p>
            <a:pPr marL="285750" indent="-285750">
              <a:buFont typeface="Arial"/>
              <a:buChar char="•"/>
            </a:pPr>
            <a:r>
              <a:rPr lang="en-US">
                <a:ea typeface="Calibri"/>
                <a:cs typeface="Calibri"/>
              </a:rPr>
              <a:t>We get power from the (Power supply, Test Stand, or Batteries) which is sent to our motor driver.</a:t>
            </a:r>
          </a:p>
          <a:p>
            <a:pPr marL="285750" indent="-285750">
              <a:buFont typeface="Arial"/>
              <a:buChar char="•"/>
            </a:pPr>
            <a:r>
              <a:rPr lang="en-US">
                <a:ea typeface="Calibri"/>
                <a:cs typeface="Calibri"/>
              </a:rPr>
              <a:t>Motor driver is plugged into the linear actuator and a 5v from Arduino is plugged into linear actuator as well so get reference of position.</a:t>
            </a:r>
          </a:p>
          <a:p>
            <a:pPr marL="285750" indent="-285750">
              <a:buFont typeface="Arial"/>
              <a:buChar char="•"/>
            </a:pPr>
            <a:endParaRPr lang="en-US">
              <a:ea typeface="Calibri"/>
              <a:cs typeface="Calibri"/>
            </a:endParaRPr>
          </a:p>
        </p:txBody>
      </p:sp>
      <p:sp>
        <p:nvSpPr>
          <p:cNvPr id="9" name="TextBox 8">
            <a:extLst>
              <a:ext uri="{FF2B5EF4-FFF2-40B4-BE49-F238E27FC236}">
                <a16:creationId xmlns:a16="http://schemas.microsoft.com/office/drawing/2014/main" id="{0FC409E6-0429-11C0-2FAD-7C2FC1DD41D2}"/>
              </a:ext>
            </a:extLst>
          </p:cNvPr>
          <p:cNvSpPr txBox="1"/>
          <p:nvPr/>
        </p:nvSpPr>
        <p:spPr>
          <a:xfrm>
            <a:off x="2034265" y="5184400"/>
            <a:ext cx="128808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000">
                <a:ea typeface="Calibri"/>
                <a:cs typeface="Calibri"/>
              </a:rPr>
              <a:t>2x</a:t>
            </a:r>
          </a:p>
        </p:txBody>
      </p:sp>
    </p:spTree>
    <p:extLst>
      <p:ext uri="{BB962C8B-B14F-4D97-AF65-F5344CB8AC3E}">
        <p14:creationId xmlns:p14="http://schemas.microsoft.com/office/powerpoint/2010/main" val="15131709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6F8CB-D860-FD34-496A-EB70FC45E52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B7DB7F4-D042-DD57-19C5-BD23F47496FB}"/>
              </a:ext>
            </a:extLst>
          </p:cNvPr>
          <p:cNvSpPr>
            <a:spLocks noGrp="1"/>
          </p:cNvSpPr>
          <p:nvPr>
            <p:ph type="ftr" sz="quarter" idx="16"/>
          </p:nvPr>
        </p:nvSpPr>
        <p:spPr/>
        <p:txBody>
          <a:bodyPr/>
          <a:lstStyle/>
          <a:p>
            <a:r>
              <a:rPr lang="en-US"/>
              <a:t>TVC PDR</a:t>
            </a:r>
          </a:p>
        </p:txBody>
      </p:sp>
      <p:sp>
        <p:nvSpPr>
          <p:cNvPr id="4" name="Slide Number Placeholder 3">
            <a:extLst>
              <a:ext uri="{FF2B5EF4-FFF2-40B4-BE49-F238E27FC236}">
                <a16:creationId xmlns:a16="http://schemas.microsoft.com/office/drawing/2014/main" id="{F2E4E988-B0EB-1064-EA06-527C3F856640}"/>
              </a:ext>
            </a:extLst>
          </p:cNvPr>
          <p:cNvSpPr>
            <a:spLocks noGrp="1"/>
          </p:cNvSpPr>
          <p:nvPr>
            <p:ph type="sldNum" sz="quarter" idx="17"/>
          </p:nvPr>
        </p:nvSpPr>
        <p:spPr/>
        <p:txBody>
          <a:bodyPr/>
          <a:lstStyle/>
          <a:p>
            <a:r>
              <a:rPr lang="en-US"/>
              <a:t>/   </a:t>
            </a:r>
            <a:fld id="{6C7E6F33-74EE-5541-8108-8353B402F8C1}" type="slidenum">
              <a:rPr lang="en-US" smtClean="0"/>
              <a:pPr/>
              <a:t>29</a:t>
            </a:fld>
            <a:endParaRPr lang="en-US"/>
          </a:p>
        </p:txBody>
      </p:sp>
      <p:sp>
        <p:nvSpPr>
          <p:cNvPr id="5" name="Title 4">
            <a:extLst>
              <a:ext uri="{FF2B5EF4-FFF2-40B4-BE49-F238E27FC236}">
                <a16:creationId xmlns:a16="http://schemas.microsoft.com/office/drawing/2014/main" id="{7858C5F6-2D04-8CCB-62C7-BAB348C9B2DF}"/>
              </a:ext>
            </a:extLst>
          </p:cNvPr>
          <p:cNvSpPr>
            <a:spLocks noGrp="1"/>
          </p:cNvSpPr>
          <p:nvPr>
            <p:ph type="title"/>
          </p:nvPr>
        </p:nvSpPr>
        <p:spPr/>
        <p:txBody>
          <a:bodyPr/>
          <a:lstStyle/>
          <a:p>
            <a:r>
              <a:rPr lang="en-US">
                <a:latin typeface="Munistic"/>
              </a:rPr>
              <a:t>Electronics</a:t>
            </a:r>
            <a:endParaRPr lang="en-US" err="1"/>
          </a:p>
        </p:txBody>
      </p:sp>
      <p:sp>
        <p:nvSpPr>
          <p:cNvPr id="6" name="Text Placeholder 5">
            <a:extLst>
              <a:ext uri="{FF2B5EF4-FFF2-40B4-BE49-F238E27FC236}">
                <a16:creationId xmlns:a16="http://schemas.microsoft.com/office/drawing/2014/main" id="{10C76B12-D188-5207-F7BB-346EAFB40158}"/>
              </a:ext>
            </a:extLst>
          </p:cNvPr>
          <p:cNvSpPr>
            <a:spLocks noGrp="1"/>
          </p:cNvSpPr>
          <p:nvPr>
            <p:ph type="body" sz="quarter" idx="13"/>
          </p:nvPr>
        </p:nvSpPr>
        <p:spPr/>
        <p:txBody>
          <a:bodyPr/>
          <a:lstStyle/>
          <a:p>
            <a:r>
              <a:rPr lang="en-US" sz="1850">
                <a:ea typeface="Source Sans Pro"/>
                <a:cs typeface="Calibri"/>
              </a:rPr>
              <a:t>Sensor Collection</a:t>
            </a:r>
            <a:endParaRPr lang="en-US"/>
          </a:p>
        </p:txBody>
      </p:sp>
      <p:sp>
        <p:nvSpPr>
          <p:cNvPr id="7" name="TextBox 6">
            <a:extLst>
              <a:ext uri="{FF2B5EF4-FFF2-40B4-BE49-F238E27FC236}">
                <a16:creationId xmlns:a16="http://schemas.microsoft.com/office/drawing/2014/main" id="{9DCD0521-F14B-2971-9CCF-721525534FB8}"/>
              </a:ext>
            </a:extLst>
          </p:cNvPr>
          <p:cNvSpPr txBox="1"/>
          <p:nvPr/>
        </p:nvSpPr>
        <p:spPr>
          <a:xfrm>
            <a:off x="219061" y="1481958"/>
            <a:ext cx="365423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Data we need to collect:</a:t>
            </a:r>
          </a:p>
          <a:p>
            <a:r>
              <a:rPr lang="en-US">
                <a:ea typeface="Calibri"/>
                <a:cs typeface="Calibri"/>
              </a:rPr>
              <a:t>Thrust, Position, &amp; Power Usage</a:t>
            </a:r>
          </a:p>
        </p:txBody>
      </p:sp>
      <p:pic>
        <p:nvPicPr>
          <p:cNvPr id="8" name="Picture 7">
            <a:extLst>
              <a:ext uri="{FF2B5EF4-FFF2-40B4-BE49-F238E27FC236}">
                <a16:creationId xmlns:a16="http://schemas.microsoft.com/office/drawing/2014/main" id="{3F9FC3AD-CDE0-B6D9-F086-2D86414D64A3}"/>
              </a:ext>
            </a:extLst>
          </p:cNvPr>
          <p:cNvPicPr>
            <a:picLocks noChangeAspect="1"/>
          </p:cNvPicPr>
          <p:nvPr/>
        </p:nvPicPr>
        <p:blipFill>
          <a:blip r:embed="rId2"/>
          <a:stretch>
            <a:fillRect/>
          </a:stretch>
        </p:blipFill>
        <p:spPr>
          <a:xfrm>
            <a:off x="806464" y="2294455"/>
            <a:ext cx="4332345" cy="2716408"/>
          </a:xfrm>
          <a:prstGeom prst="rect">
            <a:avLst/>
          </a:prstGeom>
        </p:spPr>
      </p:pic>
      <p:pic>
        <p:nvPicPr>
          <p:cNvPr id="10" name="Picture 9">
            <a:extLst>
              <a:ext uri="{FF2B5EF4-FFF2-40B4-BE49-F238E27FC236}">
                <a16:creationId xmlns:a16="http://schemas.microsoft.com/office/drawing/2014/main" id="{E593F4B9-435D-63E1-4269-C2B08F198E8B}"/>
              </a:ext>
            </a:extLst>
          </p:cNvPr>
          <p:cNvPicPr>
            <a:picLocks noChangeAspect="1"/>
          </p:cNvPicPr>
          <p:nvPr/>
        </p:nvPicPr>
        <p:blipFill>
          <a:blip r:embed="rId3"/>
          <a:stretch>
            <a:fillRect/>
          </a:stretch>
        </p:blipFill>
        <p:spPr>
          <a:xfrm>
            <a:off x="5393981" y="1713182"/>
            <a:ext cx="2905907" cy="2276735"/>
          </a:xfrm>
          <a:prstGeom prst="rect">
            <a:avLst/>
          </a:prstGeom>
        </p:spPr>
      </p:pic>
      <p:sp>
        <p:nvSpPr>
          <p:cNvPr id="11" name="TextBox 10">
            <a:extLst>
              <a:ext uri="{FF2B5EF4-FFF2-40B4-BE49-F238E27FC236}">
                <a16:creationId xmlns:a16="http://schemas.microsoft.com/office/drawing/2014/main" id="{D92A8857-F70B-64AC-10FB-B2878D5B9528}"/>
              </a:ext>
            </a:extLst>
          </p:cNvPr>
          <p:cNvSpPr txBox="1"/>
          <p:nvPr/>
        </p:nvSpPr>
        <p:spPr>
          <a:xfrm>
            <a:off x="1246202" y="5173524"/>
            <a:ext cx="346938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Load Cells are used to take the amount of created at the integration plate.</a:t>
            </a:r>
          </a:p>
        </p:txBody>
      </p:sp>
      <p:sp>
        <p:nvSpPr>
          <p:cNvPr id="2" name="TextBox 1">
            <a:extLst>
              <a:ext uri="{FF2B5EF4-FFF2-40B4-BE49-F238E27FC236}">
                <a16:creationId xmlns:a16="http://schemas.microsoft.com/office/drawing/2014/main" id="{9552791E-18B1-CE18-752D-8D5510DEC963}"/>
              </a:ext>
            </a:extLst>
          </p:cNvPr>
          <p:cNvSpPr txBox="1"/>
          <p:nvPr/>
        </p:nvSpPr>
        <p:spPr>
          <a:xfrm>
            <a:off x="8480122" y="1942644"/>
            <a:ext cx="329666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Current Sensors  detect how much current is being pulled by the linear actuators while under load allowing us to back calculate force on linear actuator</a:t>
            </a:r>
            <a:endParaRPr lang="en-US"/>
          </a:p>
        </p:txBody>
      </p:sp>
      <p:pic>
        <p:nvPicPr>
          <p:cNvPr id="9" name="Picture 8">
            <a:extLst>
              <a:ext uri="{FF2B5EF4-FFF2-40B4-BE49-F238E27FC236}">
                <a16:creationId xmlns:a16="http://schemas.microsoft.com/office/drawing/2014/main" id="{9A9D7698-983E-8049-E720-C9B2002D7EBB}"/>
              </a:ext>
            </a:extLst>
          </p:cNvPr>
          <p:cNvPicPr>
            <a:picLocks noChangeAspect="1"/>
          </p:cNvPicPr>
          <p:nvPr/>
        </p:nvPicPr>
        <p:blipFill>
          <a:blip r:embed="rId4"/>
          <a:stretch>
            <a:fillRect/>
          </a:stretch>
        </p:blipFill>
        <p:spPr>
          <a:xfrm>
            <a:off x="8286750" y="3655060"/>
            <a:ext cx="3909060" cy="2575560"/>
          </a:xfrm>
          <a:prstGeom prst="rect">
            <a:avLst/>
          </a:prstGeom>
        </p:spPr>
      </p:pic>
    </p:spTree>
    <p:extLst>
      <p:ext uri="{BB962C8B-B14F-4D97-AF65-F5344CB8AC3E}">
        <p14:creationId xmlns:p14="http://schemas.microsoft.com/office/powerpoint/2010/main" val="21723035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31FA1-ABC2-2E1B-5047-1B4C19F51333}"/>
            </a:ext>
          </a:extLst>
        </p:cNvPr>
        <p:cNvGrpSpPr/>
        <p:nvPr/>
      </p:nvGrpSpPr>
      <p:grpSpPr>
        <a:xfrm>
          <a:off x="0" y="0"/>
          <a:ext cx="0" cy="0"/>
          <a:chOff x="0" y="0"/>
          <a:chExt cx="0" cy="0"/>
        </a:xfrm>
      </p:grpSpPr>
      <p:graphicFrame>
        <p:nvGraphicFramePr>
          <p:cNvPr id="14" name="Table 13">
            <a:extLst>
              <a:ext uri="{FF2B5EF4-FFF2-40B4-BE49-F238E27FC236}">
                <a16:creationId xmlns:a16="http://schemas.microsoft.com/office/drawing/2014/main" id="{29028766-7CC4-133A-BE5E-4EE9445F39AC}"/>
              </a:ext>
            </a:extLst>
          </p:cNvPr>
          <p:cNvGraphicFramePr>
            <a:graphicFrameLocks noGrp="1"/>
          </p:cNvGraphicFramePr>
          <p:nvPr>
            <p:extLst>
              <p:ext uri="{D42A27DB-BD31-4B8C-83A1-F6EECF244321}">
                <p14:modId xmlns:p14="http://schemas.microsoft.com/office/powerpoint/2010/main" val="2022074678"/>
              </p:ext>
            </p:extLst>
          </p:nvPr>
        </p:nvGraphicFramePr>
        <p:xfrm>
          <a:off x="1316931" y="1945677"/>
          <a:ext cx="10637285" cy="4049236"/>
        </p:xfrm>
        <a:graphic>
          <a:graphicData uri="http://schemas.openxmlformats.org/drawingml/2006/table">
            <a:tbl>
              <a:tblPr firstRow="1" bandRow="1">
                <a:tableStyleId>{5C22544A-7EE6-4342-B048-85BDC9FD1C3A}</a:tableStyleId>
              </a:tblPr>
              <a:tblGrid>
                <a:gridCol w="2127457">
                  <a:extLst>
                    <a:ext uri="{9D8B030D-6E8A-4147-A177-3AD203B41FA5}">
                      <a16:colId xmlns:a16="http://schemas.microsoft.com/office/drawing/2014/main" val="3409393530"/>
                    </a:ext>
                  </a:extLst>
                </a:gridCol>
                <a:gridCol w="2127457">
                  <a:extLst>
                    <a:ext uri="{9D8B030D-6E8A-4147-A177-3AD203B41FA5}">
                      <a16:colId xmlns:a16="http://schemas.microsoft.com/office/drawing/2014/main" val="1519082322"/>
                    </a:ext>
                  </a:extLst>
                </a:gridCol>
                <a:gridCol w="2127457">
                  <a:extLst>
                    <a:ext uri="{9D8B030D-6E8A-4147-A177-3AD203B41FA5}">
                      <a16:colId xmlns:a16="http://schemas.microsoft.com/office/drawing/2014/main" val="4172717509"/>
                    </a:ext>
                  </a:extLst>
                </a:gridCol>
                <a:gridCol w="2127457">
                  <a:extLst>
                    <a:ext uri="{9D8B030D-6E8A-4147-A177-3AD203B41FA5}">
                      <a16:colId xmlns:a16="http://schemas.microsoft.com/office/drawing/2014/main" val="3015260973"/>
                    </a:ext>
                  </a:extLst>
                </a:gridCol>
                <a:gridCol w="2127457">
                  <a:extLst>
                    <a:ext uri="{9D8B030D-6E8A-4147-A177-3AD203B41FA5}">
                      <a16:colId xmlns:a16="http://schemas.microsoft.com/office/drawing/2014/main" val="2914451294"/>
                    </a:ext>
                  </a:extLst>
                </a:gridCol>
              </a:tblGrid>
              <a:tr h="914400">
                <a:tc>
                  <a:txBody>
                    <a:bodyPr/>
                    <a:lstStyle/>
                    <a:p>
                      <a:pPr algn="ctr"/>
                      <a:r>
                        <a:rPr lang="en-US" b="1" u="sng">
                          <a:solidFill>
                            <a:schemeClr val="tx1"/>
                          </a:solidFill>
                        </a:rPr>
                        <a:t>Weeks: 5-6</a:t>
                      </a:r>
                    </a:p>
                    <a:p>
                      <a:pPr algn="ctr"/>
                      <a:r>
                        <a:rPr lang="en-US">
                          <a:solidFill>
                            <a:schemeClr val="tx1"/>
                          </a:solidFill>
                        </a:rPr>
                        <a:t>Manufacturing/</a:t>
                      </a:r>
                    </a:p>
                    <a:p>
                      <a:pPr algn="ctr"/>
                      <a:r>
                        <a:rPr lang="en-US">
                          <a:solidFill>
                            <a:schemeClr val="tx1"/>
                          </a:solidFill>
                        </a:rPr>
                        <a:t>Assembly</a:t>
                      </a:r>
                      <a:endParaRPr lang="en-US"/>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u="sng">
                          <a:solidFill>
                            <a:schemeClr val="tx1"/>
                          </a:solidFill>
                        </a:rPr>
                        <a:t>Weeks: 7-8</a:t>
                      </a:r>
                      <a:endParaRPr lang="en-US"/>
                    </a:p>
                    <a:p>
                      <a:pPr algn="ctr"/>
                      <a:r>
                        <a:rPr lang="en-US" u="none">
                          <a:solidFill>
                            <a:schemeClr val="tx1"/>
                          </a:solidFill>
                        </a:rPr>
                        <a:t>System Testing</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u="sng">
                          <a:solidFill>
                            <a:schemeClr val="tx1"/>
                          </a:solidFill>
                        </a:rPr>
                        <a:t>Weeks: 9-10</a:t>
                      </a:r>
                    </a:p>
                    <a:p>
                      <a:pPr algn="ctr"/>
                      <a:r>
                        <a:rPr lang="en-US">
                          <a:solidFill>
                            <a:schemeClr val="tx1"/>
                          </a:solidFill>
                        </a:rPr>
                        <a:t>Cold Flows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u="sng">
                          <a:solidFill>
                            <a:schemeClr val="tx1"/>
                          </a:solidFill>
                        </a:rPr>
                        <a:t>Weeks: 11-13</a:t>
                      </a:r>
                    </a:p>
                    <a:p>
                      <a:pPr algn="ctr"/>
                      <a:r>
                        <a:rPr lang="en-US">
                          <a:solidFill>
                            <a:schemeClr val="tx1"/>
                          </a:solidFill>
                        </a:rPr>
                        <a:t>Hot Fires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u="sng">
                          <a:solidFill>
                            <a:schemeClr val="tx1"/>
                          </a:solidFill>
                        </a:rPr>
                        <a:t>Weeks: 14-15</a:t>
                      </a:r>
                    </a:p>
                    <a:p>
                      <a:pPr algn="ctr"/>
                      <a:r>
                        <a:rPr lang="en-US">
                          <a:solidFill>
                            <a:schemeClr val="tx1"/>
                          </a:solidFill>
                        </a:rPr>
                        <a:t>Implementation</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35434974"/>
                  </a:ext>
                </a:extLst>
              </a:tr>
              <a:tr h="869156">
                <a:tc>
                  <a:txBody>
                    <a:bodyPr/>
                    <a:lstStyle/>
                    <a:p>
                      <a:pPr lvl="0">
                        <a:buNone/>
                      </a:pPr>
                      <a:r>
                        <a:rPr lang="en-US" sz="1200"/>
                        <a:t>No testing can occur until manufacturing and assembly is finished.</a:t>
                      </a:r>
                    </a:p>
                  </a:txBody>
                  <a:tcPr>
                    <a:lnL w="0">
                      <a:noFill/>
                    </a:lnL>
                    <a:lnR w="0">
                      <a:noFill/>
                    </a:lnR>
                    <a:lnT w="0">
                      <a:noFill/>
                    </a:lnT>
                    <a:lnB w="0">
                      <a:noFill/>
                    </a:lnB>
                    <a:lnTlToBr w="0">
                      <a:noFill/>
                    </a:lnTlToBr>
                    <a:lnBlToTr w="0">
                      <a:noFill/>
                    </a:lnBlToTr>
                    <a:noFill/>
                  </a:tcPr>
                </a:tc>
                <a:tc>
                  <a:txBody>
                    <a:bodyPr/>
                    <a:lstStyle/>
                    <a:p>
                      <a:pPr lvl="0">
                        <a:buNone/>
                      </a:pPr>
                      <a:r>
                        <a:rPr lang="en-US" sz="1200"/>
                        <a:t>Confirm that TVC is capable of moving the 7 degrees pitch and rotating 360 degrees. </a:t>
                      </a:r>
                    </a:p>
                  </a:txBody>
                  <a:tcPr>
                    <a:lnL w="0">
                      <a:noFill/>
                    </a:lnL>
                    <a:lnR w="0">
                      <a:noFill/>
                    </a:lnR>
                    <a:lnT w="0">
                      <a:noFill/>
                    </a:lnT>
                    <a:lnB w="0">
                      <a:noFill/>
                    </a:lnB>
                    <a:lnTlToBr w="0">
                      <a:noFill/>
                    </a:lnTlToBr>
                    <a:lnBlToTr w="0">
                      <a:noFill/>
                    </a:lnBlToTr>
                    <a:noFill/>
                  </a:tcPr>
                </a:tc>
                <a:tc>
                  <a:txBody>
                    <a:bodyPr/>
                    <a:lstStyle/>
                    <a:p>
                      <a:pPr lvl="0">
                        <a:buNone/>
                      </a:pPr>
                      <a:r>
                        <a:rPr lang="en-US" sz="1200"/>
                        <a:t>Confirm that system can hold pressure and there is no safety issues before hot firing.</a:t>
                      </a:r>
                      <a:endParaRPr lang="en-US" sz="1200" b="1"/>
                    </a:p>
                  </a:txBody>
                  <a:tcPr>
                    <a:lnL w="0">
                      <a:noFill/>
                    </a:lnL>
                    <a:lnR w="0">
                      <a:noFill/>
                    </a:lnR>
                    <a:lnT w="0">
                      <a:noFill/>
                    </a:lnT>
                    <a:lnB w="0">
                      <a:noFill/>
                    </a:lnB>
                    <a:lnTlToBr w="0">
                      <a:noFill/>
                    </a:lnTlToBr>
                    <a:lnBlToTr w="0">
                      <a:noFill/>
                    </a:lnBlToTr>
                    <a:noFill/>
                  </a:tcPr>
                </a:tc>
                <a:tc>
                  <a:txBody>
                    <a:bodyPr/>
                    <a:lstStyle/>
                    <a:p>
                      <a:pPr lvl="0">
                        <a:buNone/>
                      </a:pPr>
                      <a:r>
                        <a:rPr lang="en-US" sz="1200"/>
                        <a:t>Confirm that pressure, thrust, and system is nominal before incorporating TVC. </a:t>
                      </a:r>
                    </a:p>
                  </a:txBody>
                  <a:tcPr>
                    <a:lnL w="0">
                      <a:noFill/>
                    </a:lnL>
                    <a:lnR w="0">
                      <a:noFill/>
                    </a:lnR>
                    <a:lnT w="0">
                      <a:noFill/>
                    </a:lnT>
                    <a:lnB w="0">
                      <a:noFill/>
                    </a:lnB>
                    <a:lnTlToBr w="0">
                      <a:noFill/>
                    </a:lnTlToBr>
                    <a:lnBlToTr w="0">
                      <a:noFill/>
                    </a:lnBlToTr>
                    <a:noFill/>
                  </a:tcPr>
                </a:tc>
                <a:tc>
                  <a:txBody>
                    <a:bodyPr/>
                    <a:lstStyle/>
                    <a:p>
                      <a:pPr lvl="0">
                        <a:buNone/>
                      </a:pPr>
                      <a:r>
                        <a:rPr lang="en-US" sz="1200"/>
                        <a:t>Confirm that TVC meets objective requirements set by lander challenge.</a:t>
                      </a:r>
                      <a:endParaRPr lang="en-US" sz="1200" err="1"/>
                    </a:p>
                  </a:txBody>
                  <a:tcPr>
                    <a:lnL w="0">
                      <a:noFill/>
                    </a:lnL>
                    <a:lnR w="0">
                      <a:noFill/>
                    </a:lnR>
                    <a:lnT w="0">
                      <a:noFill/>
                    </a:lnT>
                    <a:lnB w="0">
                      <a:noFill/>
                    </a:lnB>
                    <a:lnTlToBr w="0">
                      <a:noFill/>
                    </a:lnTlToBr>
                    <a:lnBlToTr w="0">
                      <a:noFill/>
                    </a:lnBlToTr>
                    <a:noFill/>
                  </a:tcPr>
                </a:tc>
                <a:extLst>
                  <a:ext uri="{0D108BD9-81ED-4DB2-BD59-A6C34878D82A}">
                    <a16:rowId xmlns:a16="http://schemas.microsoft.com/office/drawing/2014/main" val="2074642183"/>
                  </a:ext>
                </a:extLst>
              </a:tr>
              <a:tr h="894080">
                <a:tc>
                  <a:txBody>
                    <a:bodyPr/>
                    <a:lstStyle/>
                    <a:p>
                      <a:r>
                        <a:rPr lang="en-US" sz="1200"/>
                        <a:t>Actuator Plate, Base Plate, Aluminum Extrusion, TVC Bracket, electronics, Engine, Linear Actuators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200"/>
                        <a:t>MATLAB code &amp; linear actuators work on the stand. Confirm code commands line up with stand.</a:t>
                      </a:r>
                      <a:endParaRPr lang="en-US" sz="1200" b="1"/>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200"/>
                        <a:t>Actuator Timings, static test/with TVC test, sensor testing, fuel mixture, pump flow testing. </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200"/>
                        <a:t>Thermal limits,  300 lbf, timing works. </a:t>
                      </a:r>
                      <a:endParaRPr lang="en-US" sz="1200" b="1"/>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lvl="0">
                        <a:buNone/>
                      </a:pPr>
                      <a:r>
                        <a:rPr lang="en-US" sz="1200" b="0" i="0" u="none" strike="noStrike" noProof="0">
                          <a:solidFill>
                            <a:srgbClr val="154734"/>
                          </a:solidFill>
                          <a:latin typeface="Calibri"/>
                          <a:ea typeface="Calibri"/>
                          <a:cs typeface="Calibri"/>
                        </a:rPr>
                        <a:t>TVC 3 degree pitch 360 degree rotation and then TVC 7 degree pitch 360 degree rotation.</a:t>
                      </a:r>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30061278"/>
                  </a:ext>
                </a:extLst>
              </a:tr>
              <a:tr h="1348153">
                <a:tc>
                  <a:txBody>
                    <a:bodyPr/>
                    <a:lstStyle/>
                    <a:p>
                      <a:r>
                        <a:rPr lang="en-US" sz="1200"/>
                        <a:t>All structures are machined, assembled, and implemented into the test stand.</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200"/>
                        <a:t>All structures perform their function: Code is implemented, linear actuators perform as expected. Successful when TVA  is capable of moving 7 degrees pitch.</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a:t>2+ successful tests. Considered successful when the system withstands 300lbf,  no catastrophic failures occur, and the TVA moves 7 degrees pitch and completes two revolutions clockwise under pressure. </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a:t>2+ successful tests. Considered successful when the system experiences no catastrophic failures under load, all testing procedures were performed.  </a:t>
                      </a:r>
                    </a:p>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lvl="0">
                        <a:buNone/>
                      </a:pPr>
                      <a:r>
                        <a:rPr lang="en-US" sz="1200" b="0" i="0" u="none" strike="noStrike" noProof="0">
                          <a:solidFill>
                            <a:srgbClr val="154734"/>
                          </a:solidFill>
                          <a:latin typeface="Calibri"/>
                          <a:ea typeface="Calibri"/>
                          <a:cs typeface="Calibri"/>
                        </a:rPr>
                        <a:t>2+ successful tests for each implementation. C</a:t>
                      </a:r>
                      <a:r>
                        <a:rPr lang="en-US" sz="1200" b="0" i="0" u="none" strike="noStrike" noProof="0">
                          <a:solidFill>
                            <a:srgbClr val="154734"/>
                          </a:solidFill>
                          <a:highlight>
                            <a:srgbClr val="F5F5F5"/>
                          </a:highlight>
                          <a:latin typeface="Calibri"/>
                          <a:ea typeface="Calibri"/>
                          <a:cs typeface="Calibri"/>
                        </a:rPr>
                        <a:t>onsidered successful when no catastrophic failures occur, all testing operations were performed, and all expected conditions were present.</a:t>
                      </a:r>
                      <a:endParaRPr lang="en-US" sz="1200"/>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57510307"/>
                  </a:ext>
                </a:extLst>
              </a:tr>
            </a:tbl>
          </a:graphicData>
        </a:graphic>
      </p:graphicFrame>
      <p:sp>
        <p:nvSpPr>
          <p:cNvPr id="2" name="Title 1">
            <a:extLst>
              <a:ext uri="{FF2B5EF4-FFF2-40B4-BE49-F238E27FC236}">
                <a16:creationId xmlns:a16="http://schemas.microsoft.com/office/drawing/2014/main" id="{62E01928-528A-5868-67E3-20D1BCA13C19}"/>
              </a:ext>
            </a:extLst>
          </p:cNvPr>
          <p:cNvSpPr>
            <a:spLocks noGrp="1"/>
          </p:cNvSpPr>
          <p:nvPr>
            <p:ph type="title"/>
          </p:nvPr>
        </p:nvSpPr>
        <p:spPr/>
        <p:txBody>
          <a:bodyPr/>
          <a:lstStyle/>
          <a:p>
            <a:r>
              <a:rPr lang="en-US">
                <a:latin typeface="Munistic"/>
              </a:rPr>
              <a:t>Timeline</a:t>
            </a:r>
            <a:endParaRPr lang="en-US" sz="3200">
              <a:latin typeface="Munistic"/>
            </a:endParaRPr>
          </a:p>
        </p:txBody>
      </p:sp>
      <p:sp>
        <p:nvSpPr>
          <p:cNvPr id="4" name="TextBox 3">
            <a:extLst>
              <a:ext uri="{FF2B5EF4-FFF2-40B4-BE49-F238E27FC236}">
                <a16:creationId xmlns:a16="http://schemas.microsoft.com/office/drawing/2014/main" id="{50DEC104-2A25-B23B-48BF-37FCCA89903F}"/>
              </a:ext>
            </a:extLst>
          </p:cNvPr>
          <p:cNvSpPr txBox="1"/>
          <p:nvPr/>
        </p:nvSpPr>
        <p:spPr>
          <a:xfrm>
            <a:off x="8080106" y="6139913"/>
            <a:ext cx="435993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u="sng">
                <a:solidFill>
                  <a:schemeClr val="bg1"/>
                </a:solidFill>
                <a:ea typeface="Calibri"/>
                <a:cs typeface="Calibri"/>
              </a:rPr>
              <a:t>Timeline may vary.</a:t>
            </a:r>
          </a:p>
        </p:txBody>
      </p:sp>
      <p:sp>
        <p:nvSpPr>
          <p:cNvPr id="6" name="TextBox 5">
            <a:extLst>
              <a:ext uri="{FF2B5EF4-FFF2-40B4-BE49-F238E27FC236}">
                <a16:creationId xmlns:a16="http://schemas.microsoft.com/office/drawing/2014/main" id="{11D6C00B-EE17-1A87-186F-6D012382DBBF}"/>
              </a:ext>
            </a:extLst>
          </p:cNvPr>
          <p:cNvSpPr txBox="1"/>
          <p:nvPr/>
        </p:nvSpPr>
        <p:spPr>
          <a:xfrm>
            <a:off x="-6895" y="3649753"/>
            <a:ext cx="1520584" cy="369332"/>
          </a:xfrm>
          <a:prstGeom prst="rect">
            <a:avLst/>
          </a:prstGeom>
          <a:noFill/>
        </p:spPr>
        <p:txBody>
          <a:bodyPr wrap="square" lIns="91440" tIns="45720" rIns="91440" bIns="45720" rtlCol="0" anchor="t">
            <a:spAutoFit/>
          </a:bodyPr>
          <a:lstStyle/>
          <a:p>
            <a:r>
              <a:rPr lang="en-US" b="1" u="sng"/>
              <a:t>Deliverables</a:t>
            </a:r>
            <a:endParaRPr lang="en-US"/>
          </a:p>
        </p:txBody>
      </p:sp>
      <p:sp>
        <p:nvSpPr>
          <p:cNvPr id="7" name="TextBox 6">
            <a:extLst>
              <a:ext uri="{FF2B5EF4-FFF2-40B4-BE49-F238E27FC236}">
                <a16:creationId xmlns:a16="http://schemas.microsoft.com/office/drawing/2014/main" id="{F8C7A6B5-01ED-6655-97E2-C36C5C2909AA}"/>
              </a:ext>
            </a:extLst>
          </p:cNvPr>
          <p:cNvSpPr txBox="1"/>
          <p:nvPr/>
        </p:nvSpPr>
        <p:spPr>
          <a:xfrm>
            <a:off x="3274" y="4585196"/>
            <a:ext cx="1590675" cy="369332"/>
          </a:xfrm>
          <a:prstGeom prst="rect">
            <a:avLst/>
          </a:prstGeom>
          <a:noFill/>
        </p:spPr>
        <p:txBody>
          <a:bodyPr wrap="square" rtlCol="0">
            <a:spAutoFit/>
          </a:bodyPr>
          <a:lstStyle/>
          <a:p>
            <a:r>
              <a:rPr lang="en-US" b="1" u="sng"/>
              <a:t>Verification</a:t>
            </a:r>
          </a:p>
        </p:txBody>
      </p:sp>
      <p:cxnSp>
        <p:nvCxnSpPr>
          <p:cNvPr id="9" name="Straight Arrow Connector 8">
            <a:extLst>
              <a:ext uri="{FF2B5EF4-FFF2-40B4-BE49-F238E27FC236}">
                <a16:creationId xmlns:a16="http://schemas.microsoft.com/office/drawing/2014/main" id="{ED950875-235D-AC95-D070-2909A488D297}"/>
              </a:ext>
            </a:extLst>
          </p:cNvPr>
          <p:cNvCxnSpPr>
            <a:cxnSpLocks/>
          </p:cNvCxnSpPr>
          <p:nvPr/>
        </p:nvCxnSpPr>
        <p:spPr>
          <a:xfrm flipV="1">
            <a:off x="1492340" y="2736815"/>
            <a:ext cx="10283127" cy="1858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4E0B6D7-72BC-DA2D-C89F-A3DC73BAFEFA}"/>
              </a:ext>
            </a:extLst>
          </p:cNvPr>
          <p:cNvSpPr txBox="1"/>
          <p:nvPr/>
        </p:nvSpPr>
        <p:spPr>
          <a:xfrm>
            <a:off x="3273" y="2943509"/>
            <a:ext cx="1304925" cy="369332"/>
          </a:xfrm>
          <a:prstGeom prst="rect">
            <a:avLst/>
          </a:prstGeom>
          <a:noFill/>
        </p:spPr>
        <p:txBody>
          <a:bodyPr wrap="square" lIns="91440" tIns="45720" rIns="91440" bIns="45720" rtlCol="0" anchor="t">
            <a:spAutoFit/>
          </a:bodyPr>
          <a:lstStyle/>
          <a:p>
            <a:r>
              <a:rPr lang="en-US" b="1" u="sng">
                <a:ea typeface="Calibri"/>
                <a:cs typeface="Calibri"/>
              </a:rPr>
              <a:t>Reasoning</a:t>
            </a:r>
          </a:p>
        </p:txBody>
      </p:sp>
    </p:spTree>
    <p:extLst>
      <p:ext uri="{BB962C8B-B14F-4D97-AF65-F5344CB8AC3E}">
        <p14:creationId xmlns:p14="http://schemas.microsoft.com/office/powerpoint/2010/main" val="675426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8B46E-4B55-33AC-DFCE-FA6F3A068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39997A-432F-442D-DF69-75F4D6D6494F}"/>
              </a:ext>
            </a:extLst>
          </p:cNvPr>
          <p:cNvSpPr>
            <a:spLocks noGrp="1"/>
          </p:cNvSpPr>
          <p:nvPr>
            <p:ph type="title"/>
          </p:nvPr>
        </p:nvSpPr>
        <p:spPr/>
        <p:txBody>
          <a:bodyPr/>
          <a:lstStyle/>
          <a:p>
            <a:r>
              <a:rPr lang="en-US">
                <a:latin typeface="Munistic"/>
              </a:rPr>
              <a:t>Budget</a:t>
            </a:r>
            <a:endParaRPr lang="en-US"/>
          </a:p>
        </p:txBody>
      </p:sp>
      <p:sp>
        <p:nvSpPr>
          <p:cNvPr id="3" name="Text Placeholder 2">
            <a:extLst>
              <a:ext uri="{FF2B5EF4-FFF2-40B4-BE49-F238E27FC236}">
                <a16:creationId xmlns:a16="http://schemas.microsoft.com/office/drawing/2014/main" id="{D0770F42-F09E-C69C-54B2-2C344C49BBF5}"/>
              </a:ext>
            </a:extLst>
          </p:cNvPr>
          <p:cNvSpPr>
            <a:spLocks noGrp="1"/>
          </p:cNvSpPr>
          <p:nvPr>
            <p:ph type="body" sz="quarter" idx="11"/>
          </p:nvPr>
        </p:nvSpPr>
        <p:spPr/>
        <p:txBody>
          <a:bodyPr/>
          <a:lstStyle/>
          <a:p>
            <a:r>
              <a:rPr lang="en-US" sz="1850">
                <a:ea typeface="Source Sans Pro"/>
                <a:cs typeface="Calibri"/>
              </a:rPr>
              <a:t>Budget 1600$</a:t>
            </a:r>
            <a:endParaRPr lang="en-US" sz="1850">
              <a:cs typeface="Calibri"/>
            </a:endParaRPr>
          </a:p>
        </p:txBody>
      </p:sp>
      <p:sp>
        <p:nvSpPr>
          <p:cNvPr id="4" name="TextBox 3">
            <a:extLst>
              <a:ext uri="{FF2B5EF4-FFF2-40B4-BE49-F238E27FC236}">
                <a16:creationId xmlns:a16="http://schemas.microsoft.com/office/drawing/2014/main" id="{C104CFAC-286E-F4BD-D526-BCD3B21A4D5C}"/>
              </a:ext>
            </a:extLst>
          </p:cNvPr>
          <p:cNvSpPr txBox="1"/>
          <p:nvPr/>
        </p:nvSpPr>
        <p:spPr>
          <a:xfrm>
            <a:off x="1479754" y="2484514"/>
            <a:ext cx="9232491" cy="4801314"/>
          </a:xfrm>
          <a:prstGeom prst="rect">
            <a:avLst/>
          </a:prstGeom>
          <a:noFill/>
        </p:spPr>
        <p:txBody>
          <a:bodyPr wrap="square" lIns="91440" tIns="45720" rIns="91440" bIns="45720" numCol="3" rtlCol="0">
            <a:spAutoFit/>
          </a:bodyPr>
          <a:lstStyle/>
          <a:p>
            <a:pPr algn="ctr"/>
            <a:r>
              <a:rPr lang="en-US"/>
              <a:t>Already own ($1707.77):</a:t>
            </a:r>
          </a:p>
          <a:p>
            <a:pPr marL="285750" indent="-285750">
              <a:buFont typeface="Arial" panose="020B0604020202020204" pitchFamily="34" charset="0"/>
              <a:buChar char="•"/>
            </a:pPr>
            <a:r>
              <a:rPr lang="en-US"/>
              <a:t>Linear actuators</a:t>
            </a:r>
            <a:endParaRPr lang="en-US">
              <a:ea typeface="Calibri"/>
              <a:cs typeface="Calibri"/>
            </a:endParaRPr>
          </a:p>
          <a:p>
            <a:pPr marL="285750" indent="-285750">
              <a:buFont typeface="Arial" panose="020B0604020202020204" pitchFamily="34" charset="0"/>
              <a:buChar char="•"/>
            </a:pPr>
            <a:r>
              <a:rPr lang="en-US"/>
              <a:t>Load cells</a:t>
            </a:r>
            <a:endParaRPr lang="en-US">
              <a:ea typeface="Calibri"/>
              <a:cs typeface="Calibri"/>
            </a:endParaRPr>
          </a:p>
          <a:p>
            <a:pPr marL="285750" indent="-285750">
              <a:buFont typeface="Arial" panose="020B0604020202020204" pitchFamily="34" charset="0"/>
              <a:buChar char="•"/>
            </a:pPr>
            <a:r>
              <a:rPr lang="en-US"/>
              <a:t>Ball bearings</a:t>
            </a:r>
            <a:endParaRPr lang="en-US">
              <a:ea typeface="Calibri"/>
              <a:cs typeface="Calibri"/>
            </a:endParaRPr>
          </a:p>
          <a:p>
            <a:pPr marL="285750" indent="-285750">
              <a:buFont typeface="Arial" panose="020B0604020202020204" pitchFamily="34" charset="0"/>
              <a:buChar char="•"/>
            </a:pPr>
            <a:r>
              <a:rPr lang="en-US"/>
              <a:t>Ball joints</a:t>
            </a:r>
            <a:endParaRPr lang="en-US">
              <a:ea typeface="Calibri"/>
              <a:cs typeface="Calibri"/>
            </a:endParaRPr>
          </a:p>
          <a:p>
            <a:pPr marL="285750" indent="-285750">
              <a:buFont typeface="Arial" panose="020B0604020202020204" pitchFamily="34" charset="0"/>
              <a:buChar char="•"/>
            </a:pPr>
            <a:r>
              <a:rPr lang="en-US"/>
              <a:t>Mounting brackets (for linear actuator)</a:t>
            </a:r>
            <a:endParaRPr lang="en-US">
              <a:ea typeface="Calibri"/>
              <a:cs typeface="Calibri"/>
            </a:endParaRPr>
          </a:p>
          <a:p>
            <a:pPr marL="285750" indent="-285750">
              <a:buFont typeface="Arial" panose="020B0604020202020204" pitchFamily="34" charset="0"/>
              <a:buChar char="•"/>
            </a:pPr>
            <a:r>
              <a:rPr lang="en-US"/>
              <a:t>Bracket between ball bearings</a:t>
            </a:r>
            <a:endParaRPr lang="en-US">
              <a:ea typeface="Calibri"/>
              <a:cs typeface="Calibri"/>
            </a:endParaRPr>
          </a:p>
          <a:p>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algn="ctr"/>
            <a:r>
              <a:rPr lang="en-US"/>
              <a:t>Already ordered ($492.49):</a:t>
            </a:r>
            <a:endParaRPr lang="en-US">
              <a:ea typeface="Calibri"/>
              <a:cs typeface="Calibri"/>
            </a:endParaRPr>
          </a:p>
          <a:p>
            <a:pPr marL="285750" indent="-285750">
              <a:buFont typeface="Arial" panose="020B0604020202020204" pitchFamily="34" charset="0"/>
              <a:buChar char="•"/>
            </a:pPr>
            <a:r>
              <a:rPr lang="en-US"/>
              <a:t>Physical pressure gauge</a:t>
            </a:r>
            <a:endParaRPr lang="en-US">
              <a:ea typeface="Calibri"/>
              <a:cs typeface="Calibri"/>
            </a:endParaRPr>
          </a:p>
          <a:p>
            <a:pPr marL="285750" indent="-285750">
              <a:buFont typeface="Arial" panose="020B0604020202020204" pitchFamily="34" charset="0"/>
              <a:buChar char="•"/>
            </a:pPr>
            <a:r>
              <a:rPr lang="en-US"/>
              <a:t>Pipe fittings for gauges</a:t>
            </a:r>
            <a:endParaRPr lang="en-US">
              <a:ea typeface="Calibri"/>
              <a:cs typeface="Calibri"/>
            </a:endParaRPr>
          </a:p>
          <a:p>
            <a:pPr marL="285750" indent="-285750">
              <a:buFont typeface="Arial" panose="020B0604020202020204" pitchFamily="34" charset="0"/>
              <a:buChar char="•"/>
            </a:pPr>
            <a:r>
              <a:rPr lang="en-US"/>
              <a:t>Whip check for high pressure hose</a:t>
            </a:r>
            <a:endParaRPr lang="en-US">
              <a:ea typeface="Calibri"/>
              <a:cs typeface="Calibri"/>
            </a:endParaRPr>
          </a:p>
          <a:p>
            <a:pPr marL="285750" indent="-285750">
              <a:buFont typeface="Arial" panose="020B0604020202020204" pitchFamily="34" charset="0"/>
              <a:buChar char="•"/>
            </a:pPr>
            <a:r>
              <a:rPr lang="en-US"/>
              <a:t>Pressure transducers</a:t>
            </a:r>
            <a:endParaRPr lang="en-US">
              <a:ea typeface="Calibri"/>
              <a:cs typeface="Calibri"/>
            </a:endParaRPr>
          </a:p>
          <a:p>
            <a:pPr marL="285750" indent="-285750">
              <a:buFont typeface="Arial" panose="020B0604020202020204" pitchFamily="34" charset="0"/>
              <a:buChar char="•"/>
            </a:pPr>
            <a:r>
              <a:rPr lang="en-US"/>
              <a:t>Waterproof electrical box for pneumatic bank</a:t>
            </a:r>
            <a:endParaRPr lang="en-US">
              <a:ea typeface="Calibri"/>
              <a:cs typeface="Calibri"/>
            </a:endParaRPr>
          </a:p>
          <a:p>
            <a:pPr marL="285750" indent="-285750">
              <a:buFont typeface="Arial" panose="020B0604020202020204" pitchFamily="34" charset="0"/>
              <a:buChar char="•"/>
            </a:pPr>
            <a:r>
              <a:rPr lang="en-US"/>
              <a:t>Chains for K bottles</a:t>
            </a:r>
            <a:endParaRPr lang="en-US">
              <a:ea typeface="Calibri"/>
              <a:cs typeface="Calibri"/>
            </a:endParaRPr>
          </a:p>
          <a:p>
            <a:pPr marL="285750" indent="-285750">
              <a:buFont typeface="Arial" panose="020B0604020202020204" pitchFamily="34" charset="0"/>
              <a:buChar char="•"/>
            </a:pPr>
            <a:r>
              <a:rPr lang="en-US"/>
              <a:t>Pneumatic bank</a:t>
            </a:r>
            <a:endParaRPr lang="en-US">
              <a:ea typeface="Calibri"/>
              <a:cs typeface="Calibri"/>
            </a:endParaRPr>
          </a:p>
          <a:p>
            <a:pPr marL="285750" indent="-285750">
              <a:buFont typeface="Arial" panose="020B0604020202020204" pitchFamily="34" charset="0"/>
              <a:buChar char="•"/>
            </a:pPr>
            <a:r>
              <a:rPr lang="en-US"/>
              <a:t>Metal stock for flat plates</a:t>
            </a:r>
            <a:endParaRPr lang="en-US">
              <a:ea typeface="Calibri"/>
              <a:cs typeface="Calibri"/>
            </a:endParaRPr>
          </a:p>
          <a:p>
            <a:pPr marL="285750" indent="-285750">
              <a:buFont typeface="Arial" panose="020B0604020202020204" pitchFamily="34" charset="0"/>
              <a:buChar char="•"/>
            </a:pPr>
            <a:endParaRPr lang="en-US"/>
          </a:p>
          <a:p>
            <a:endParaRPr lang="en-US"/>
          </a:p>
          <a:p>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algn="ctr"/>
            <a:r>
              <a:rPr lang="en-US"/>
              <a:t>Still need to buy ($219.76):</a:t>
            </a:r>
            <a:endParaRPr lang="en-US">
              <a:ea typeface="Calibri"/>
              <a:cs typeface="Calibri"/>
            </a:endParaRPr>
          </a:p>
          <a:p>
            <a:pPr marL="285750" indent="-285750">
              <a:buFont typeface="Arial" panose="020B0604020202020204" pitchFamily="34" charset="0"/>
              <a:buChar char="•"/>
            </a:pPr>
            <a:r>
              <a:rPr lang="en-US"/>
              <a:t>Nozzle</a:t>
            </a:r>
            <a:endParaRPr lang="en-US">
              <a:ea typeface="Calibri"/>
              <a:cs typeface="Calibri"/>
            </a:endParaRPr>
          </a:p>
          <a:p>
            <a:pPr marL="285750" indent="-285750">
              <a:buFont typeface="Arial" panose="020B0604020202020204" pitchFamily="34" charset="0"/>
              <a:buChar char="•"/>
            </a:pPr>
            <a:r>
              <a:rPr lang="en-US"/>
              <a:t>Bolts to connect nozzle </a:t>
            </a:r>
            <a:endParaRPr lang="en-US">
              <a:ea typeface="Calibri"/>
              <a:cs typeface="Calibri"/>
            </a:endParaRPr>
          </a:p>
          <a:p>
            <a:pPr marL="285750" indent="-285750">
              <a:buFont typeface="Arial" panose="020B0604020202020204" pitchFamily="34" charset="0"/>
              <a:buChar char="•"/>
            </a:pPr>
            <a:r>
              <a:rPr lang="en-US"/>
              <a:t>Aluminum extrusions</a:t>
            </a:r>
            <a:endParaRPr lang="en-US">
              <a:ea typeface="Calibri"/>
              <a:cs typeface="Calibri"/>
            </a:endParaRPr>
          </a:p>
          <a:p>
            <a:pPr marL="285750" indent="-285750">
              <a:buFont typeface="Arial" panose="020B0604020202020204" pitchFamily="34" charset="0"/>
              <a:buChar char="•"/>
            </a:pPr>
            <a:r>
              <a:rPr lang="en-US"/>
              <a:t>5/8” compressor plate</a:t>
            </a:r>
            <a:endParaRPr lang="en-US">
              <a:ea typeface="Calibri"/>
              <a:cs typeface="Calibri"/>
            </a:endParaRPr>
          </a:p>
          <a:p>
            <a:pPr marL="285750" indent="-285750">
              <a:buFont typeface="Arial" panose="020B0604020202020204" pitchFamily="34" charset="0"/>
              <a:buChar char="•"/>
            </a:pPr>
            <a:r>
              <a:rPr lang="en-US"/>
              <a:t>Bolts to hold aluminum extrusions</a:t>
            </a:r>
            <a:endParaRPr lang="en-US">
              <a:ea typeface="Calibri"/>
              <a:cs typeface="Calibri"/>
            </a:endParaRPr>
          </a:p>
          <a:p>
            <a:pPr marL="285750" indent="-285750">
              <a:buFont typeface="Arial" panose="020B0604020202020204" pitchFamily="34" charset="0"/>
              <a:buChar char="•"/>
            </a:pPr>
            <a:r>
              <a:rPr lang="en-US"/>
              <a:t>Aluminum spacers for extrusions and bearings</a:t>
            </a:r>
            <a:endParaRPr lang="en-US">
              <a:ea typeface="Calibri"/>
              <a:cs typeface="Calibri"/>
            </a:endParaRPr>
          </a:p>
          <a:p>
            <a:pPr marL="285750" indent="-285750">
              <a:buFont typeface="Arial" panose="020B0604020202020204" pitchFamily="34" charset="0"/>
              <a:buChar char="•"/>
            </a:pPr>
            <a:endParaRPr lang="en-US"/>
          </a:p>
        </p:txBody>
      </p:sp>
    </p:spTree>
    <p:extLst>
      <p:ext uri="{BB962C8B-B14F-4D97-AF65-F5344CB8AC3E}">
        <p14:creationId xmlns:p14="http://schemas.microsoft.com/office/powerpoint/2010/main" val="3186891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7B395-FCAD-94E3-AC34-508CAFAE07E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0584D86-0024-C312-8F9C-F015CD32F449}"/>
              </a:ext>
            </a:extLst>
          </p:cNvPr>
          <p:cNvSpPr>
            <a:spLocks noGrp="1"/>
          </p:cNvSpPr>
          <p:nvPr>
            <p:ph type="ftr" sz="quarter" idx="16"/>
          </p:nvPr>
        </p:nvSpPr>
        <p:spPr/>
        <p:txBody>
          <a:bodyPr/>
          <a:lstStyle/>
          <a:p>
            <a:r>
              <a:rPr lang="en-US"/>
              <a:t>TVC PDR</a:t>
            </a:r>
          </a:p>
        </p:txBody>
      </p:sp>
      <p:sp>
        <p:nvSpPr>
          <p:cNvPr id="4" name="Slide Number Placeholder 3">
            <a:extLst>
              <a:ext uri="{FF2B5EF4-FFF2-40B4-BE49-F238E27FC236}">
                <a16:creationId xmlns:a16="http://schemas.microsoft.com/office/drawing/2014/main" id="{C8B3EFB2-60CD-1404-DC68-4B7CC169655C}"/>
              </a:ext>
            </a:extLst>
          </p:cNvPr>
          <p:cNvSpPr>
            <a:spLocks noGrp="1"/>
          </p:cNvSpPr>
          <p:nvPr>
            <p:ph type="sldNum" sz="quarter" idx="17"/>
          </p:nvPr>
        </p:nvSpPr>
        <p:spPr/>
        <p:txBody>
          <a:bodyPr/>
          <a:lstStyle/>
          <a:p>
            <a:r>
              <a:rPr lang="en-US"/>
              <a:t>/   </a:t>
            </a:r>
            <a:fld id="{6C7E6F33-74EE-5541-8108-8353B402F8C1}" type="slidenum">
              <a:rPr lang="en-US" smtClean="0"/>
              <a:pPr/>
              <a:t>32</a:t>
            </a:fld>
            <a:endParaRPr lang="en-US"/>
          </a:p>
        </p:txBody>
      </p:sp>
      <p:sp>
        <p:nvSpPr>
          <p:cNvPr id="5" name="Title 4">
            <a:extLst>
              <a:ext uri="{FF2B5EF4-FFF2-40B4-BE49-F238E27FC236}">
                <a16:creationId xmlns:a16="http://schemas.microsoft.com/office/drawing/2014/main" id="{883318BB-67AF-0BB5-8A93-55DFB1F08E2A}"/>
              </a:ext>
            </a:extLst>
          </p:cNvPr>
          <p:cNvSpPr>
            <a:spLocks noGrp="1"/>
          </p:cNvSpPr>
          <p:nvPr>
            <p:ph type="title"/>
          </p:nvPr>
        </p:nvSpPr>
        <p:spPr/>
        <p:txBody>
          <a:bodyPr/>
          <a:lstStyle/>
          <a:p>
            <a:r>
              <a:rPr lang="en-US">
                <a:latin typeface="Munistic"/>
              </a:rPr>
              <a:t>Budget</a:t>
            </a:r>
            <a:endParaRPr lang="en-US"/>
          </a:p>
        </p:txBody>
      </p:sp>
      <p:sp>
        <p:nvSpPr>
          <p:cNvPr id="6" name="Text Placeholder 5">
            <a:extLst>
              <a:ext uri="{FF2B5EF4-FFF2-40B4-BE49-F238E27FC236}">
                <a16:creationId xmlns:a16="http://schemas.microsoft.com/office/drawing/2014/main" id="{ED38EB5A-ECBB-4BDD-43E9-0A736A8497DF}"/>
              </a:ext>
            </a:extLst>
          </p:cNvPr>
          <p:cNvSpPr>
            <a:spLocks noGrp="1"/>
          </p:cNvSpPr>
          <p:nvPr>
            <p:ph type="body" sz="quarter" idx="13"/>
          </p:nvPr>
        </p:nvSpPr>
        <p:spPr/>
        <p:txBody>
          <a:bodyPr/>
          <a:lstStyle/>
          <a:p>
            <a:r>
              <a:rPr lang="en-US"/>
              <a:t>(Already owned parts do not count towards this)</a:t>
            </a:r>
          </a:p>
        </p:txBody>
      </p:sp>
      <p:pic>
        <p:nvPicPr>
          <p:cNvPr id="7" name="Picture 6">
            <a:extLst>
              <a:ext uri="{FF2B5EF4-FFF2-40B4-BE49-F238E27FC236}">
                <a16:creationId xmlns:a16="http://schemas.microsoft.com/office/drawing/2014/main" id="{A87AECB5-F16D-9819-BD52-C8C00A361E56}"/>
              </a:ext>
            </a:extLst>
          </p:cNvPr>
          <p:cNvPicPr>
            <a:picLocks noChangeAspect="1"/>
          </p:cNvPicPr>
          <p:nvPr/>
        </p:nvPicPr>
        <p:blipFill>
          <a:blip r:embed="rId2"/>
          <a:stretch>
            <a:fillRect/>
          </a:stretch>
        </p:blipFill>
        <p:spPr>
          <a:xfrm>
            <a:off x="3091022" y="1576191"/>
            <a:ext cx="5996286" cy="4321480"/>
          </a:xfrm>
          <a:prstGeom prst="rect">
            <a:avLst/>
          </a:prstGeom>
        </p:spPr>
      </p:pic>
    </p:spTree>
    <p:extLst>
      <p:ext uri="{BB962C8B-B14F-4D97-AF65-F5344CB8AC3E}">
        <p14:creationId xmlns:p14="http://schemas.microsoft.com/office/powerpoint/2010/main" val="37876540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3BDFAB-E03B-F5CA-D4BA-F7E3664EA1F6}"/>
              </a:ext>
            </a:extLst>
          </p:cNvPr>
          <p:cNvSpPr>
            <a:spLocks noGrp="1"/>
          </p:cNvSpPr>
          <p:nvPr>
            <p:ph type="title"/>
          </p:nvPr>
        </p:nvSpPr>
        <p:spPr/>
        <p:txBody>
          <a:bodyPr/>
          <a:lstStyle/>
          <a:p>
            <a:r>
              <a:rPr lang="en-US">
                <a:latin typeface="Munistic"/>
              </a:rPr>
              <a:t>Questions?</a:t>
            </a:r>
            <a:endParaRPr lang="en-US"/>
          </a:p>
        </p:txBody>
      </p:sp>
      <p:sp>
        <p:nvSpPr>
          <p:cNvPr id="4" name="Slide Number Placeholder 3">
            <a:extLst>
              <a:ext uri="{FF2B5EF4-FFF2-40B4-BE49-F238E27FC236}">
                <a16:creationId xmlns:a16="http://schemas.microsoft.com/office/drawing/2014/main" id="{9CA947D3-655A-6E02-612F-B19DF7C809E3}"/>
              </a:ext>
            </a:extLst>
          </p:cNvPr>
          <p:cNvSpPr>
            <a:spLocks noGrp="1"/>
          </p:cNvSpPr>
          <p:nvPr>
            <p:ph type="sldNum" sz="quarter" idx="4294967295"/>
          </p:nvPr>
        </p:nvSpPr>
        <p:spPr>
          <a:xfrm>
            <a:off x="11647488" y="6351588"/>
            <a:ext cx="544512" cy="365125"/>
          </a:xfrm>
        </p:spPr>
        <p:txBody>
          <a:bodyPr/>
          <a:lstStyle/>
          <a:p>
            <a:r>
              <a:rPr lang="en-US"/>
              <a:t>/   </a:t>
            </a:r>
            <a:fld id="{6C7E6F33-74EE-5541-8108-8353B402F8C1}" type="slidenum">
              <a:rPr lang="en-US" smtClean="0"/>
              <a:pPr/>
              <a:t>33</a:t>
            </a:fld>
            <a:endParaRPr lang="en-US"/>
          </a:p>
        </p:txBody>
      </p:sp>
      <p:sp>
        <p:nvSpPr>
          <p:cNvPr id="2" name="TextBox 1">
            <a:extLst>
              <a:ext uri="{FF2B5EF4-FFF2-40B4-BE49-F238E27FC236}">
                <a16:creationId xmlns:a16="http://schemas.microsoft.com/office/drawing/2014/main" id="{D102C648-DF9F-6AAD-48D9-407DB700FB49}"/>
              </a:ext>
            </a:extLst>
          </p:cNvPr>
          <p:cNvSpPr txBox="1"/>
          <p:nvPr/>
        </p:nvSpPr>
        <p:spPr>
          <a:xfrm>
            <a:off x="2905008" y="2824574"/>
            <a:ext cx="639186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No question is a bad question.</a:t>
            </a:r>
            <a:endParaRPr lang="en-US"/>
          </a:p>
          <a:p>
            <a:pPr algn="ctr"/>
            <a:r>
              <a:rPr lang="en-US">
                <a:ea typeface="Calibri"/>
                <a:cs typeface="Calibri"/>
              </a:rPr>
              <a:t>They will allow for us to critically think about our system and reason a proper solution to problems that might arise, or have never been brought up before.</a:t>
            </a:r>
          </a:p>
        </p:txBody>
      </p:sp>
    </p:spTree>
    <p:extLst>
      <p:ext uri="{BB962C8B-B14F-4D97-AF65-F5344CB8AC3E}">
        <p14:creationId xmlns:p14="http://schemas.microsoft.com/office/powerpoint/2010/main" val="12864171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1910D59-985B-0706-5C8F-F7B9C6595596}"/>
              </a:ext>
            </a:extLst>
          </p:cNvPr>
          <p:cNvPicPr>
            <a:picLocks noChangeAspect="1"/>
          </p:cNvPicPr>
          <p:nvPr/>
        </p:nvPicPr>
        <p:blipFill>
          <a:blip r:embed="rId3"/>
          <a:stretch>
            <a:fillRect/>
          </a:stretch>
        </p:blipFill>
        <p:spPr>
          <a:xfrm>
            <a:off x="390362" y="507385"/>
            <a:ext cx="11251647" cy="5560115"/>
          </a:xfrm>
          <a:prstGeom prst="rect">
            <a:avLst/>
          </a:prstGeom>
        </p:spPr>
      </p:pic>
      <p:sp>
        <p:nvSpPr>
          <p:cNvPr id="3" name="Slide Number Placeholder 2">
            <a:extLst>
              <a:ext uri="{FF2B5EF4-FFF2-40B4-BE49-F238E27FC236}">
                <a16:creationId xmlns:a16="http://schemas.microsoft.com/office/drawing/2014/main" id="{8C482E5D-04F4-1A63-3AC9-4E74919D19F5}"/>
              </a:ext>
            </a:extLst>
          </p:cNvPr>
          <p:cNvSpPr>
            <a:spLocks noGrp="1"/>
          </p:cNvSpPr>
          <p:nvPr>
            <p:ph type="sldNum" sz="quarter" idx="15"/>
          </p:nvPr>
        </p:nvSpPr>
        <p:spPr/>
        <p:txBody>
          <a:bodyPr/>
          <a:lstStyle/>
          <a:p>
            <a:r>
              <a:rPr lang="en-US"/>
              <a:t>/   </a:t>
            </a:r>
            <a:fld id="{6C7E6F33-74EE-5541-8108-8353B402F8C1}" type="slidenum">
              <a:rPr lang="en-US" smtClean="0"/>
              <a:pPr/>
              <a:t>34</a:t>
            </a:fld>
            <a:endParaRPr lang="en-US"/>
          </a:p>
        </p:txBody>
      </p:sp>
      <p:sp>
        <p:nvSpPr>
          <p:cNvPr id="2" name="Footer Placeholder 1">
            <a:extLst>
              <a:ext uri="{FF2B5EF4-FFF2-40B4-BE49-F238E27FC236}">
                <a16:creationId xmlns:a16="http://schemas.microsoft.com/office/drawing/2014/main" id="{8C09FB0B-F5FC-A845-18E9-0BFABC04459C}"/>
              </a:ext>
            </a:extLst>
          </p:cNvPr>
          <p:cNvSpPr>
            <a:spLocks noGrp="1"/>
          </p:cNvSpPr>
          <p:nvPr>
            <p:ph type="ftr" sz="quarter" idx="14"/>
          </p:nvPr>
        </p:nvSpPr>
        <p:spPr/>
        <p:txBody>
          <a:bodyPr/>
          <a:lstStyle/>
          <a:p>
            <a:r>
              <a:rPr lang="en-US"/>
              <a:t>TVC PDR</a:t>
            </a:r>
          </a:p>
        </p:txBody>
      </p:sp>
    </p:spTree>
    <p:extLst>
      <p:ext uri="{BB962C8B-B14F-4D97-AF65-F5344CB8AC3E}">
        <p14:creationId xmlns:p14="http://schemas.microsoft.com/office/powerpoint/2010/main" val="3032488101"/>
      </p:ext>
    </p:extLst>
  </p:cSld>
  <p:clrMapOvr>
    <a:masterClrMapping/>
  </p:clrMapOvr>
</p:sld>
</file>

<file path=ppt/theme/theme1.xml><?xml version="1.0" encoding="utf-8"?>
<a:theme xmlns:a="http://schemas.openxmlformats.org/drawingml/2006/main" name="CPSSTemplateTheme2024">
  <a:themeElements>
    <a:clrScheme name="Cal Poly Brand">
      <a:dk1>
        <a:srgbClr val="154734"/>
      </a:dk1>
      <a:lt1>
        <a:srgbClr val="FFFFFF"/>
      </a:lt1>
      <a:dk2>
        <a:srgbClr val="545859"/>
      </a:dk2>
      <a:lt2>
        <a:srgbClr val="F2F3F1"/>
      </a:lt2>
      <a:accent1>
        <a:srgbClr val="BD8B13"/>
      </a:accent1>
      <a:accent2>
        <a:srgbClr val="597D71"/>
      </a:accent2>
      <a:accent3>
        <a:srgbClr val="348338"/>
      </a:accent3>
      <a:accent4>
        <a:srgbClr val="FFC000"/>
      </a:accent4>
      <a:accent5>
        <a:srgbClr val="B7CDC2"/>
      </a:accent5>
      <a:accent6>
        <a:srgbClr val="F2F3F1"/>
      </a:accent6>
      <a:hlink>
        <a:srgbClr val="BD8A12"/>
      </a:hlink>
      <a:folHlink>
        <a:srgbClr val="535758"/>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a674e79-da70-4e10-ba51-3c787da465b0" xsi:nil="true"/>
    <lcf76f155ced4ddcb4097134ff3c332f xmlns="48552078-57d5-422b-bf8a-5b02ecfaf7e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0B331AF93F0C2498E4B6F7C9AE715AD" ma:contentTypeVersion="23" ma:contentTypeDescription="Create a new document." ma:contentTypeScope="" ma:versionID="7612d20e8494317d507fc766dcfc4b2a">
  <xsd:schema xmlns:xsd="http://www.w3.org/2001/XMLSchema" xmlns:xs="http://www.w3.org/2001/XMLSchema" xmlns:p="http://schemas.microsoft.com/office/2006/metadata/properties" xmlns:ns2="7a674e79-da70-4e10-ba51-3c787da465b0" xmlns:ns3="48552078-57d5-422b-bf8a-5b02ecfaf7e1" targetNamespace="http://schemas.microsoft.com/office/2006/metadata/properties" ma:root="true" ma:fieldsID="38336ce8ecb75e8f266f6e892669c900" ns2:_="" ns3:_="">
    <xsd:import namespace="7a674e79-da70-4e10-ba51-3c787da465b0"/>
    <xsd:import namespace="48552078-57d5-422b-bf8a-5b02ecfaf7e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MediaLengthInSeconds" minOccurs="0"/>
                <xsd:element ref="ns2:TaxCatchAll" minOccurs="0"/>
                <xsd:element ref="ns3:lcf76f155ced4ddcb4097134ff3c332f"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674e79-da70-4e10-ba51-3c787da465b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61ac71e1-17cb-489f-b9df-289fd188e570}" ma:internalName="TaxCatchAll" ma:showField="CatchAllData" ma:web="7a674e79-da70-4e10-ba51-3c787da465b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8552078-57d5-422b-bf8a-5b02ecfaf7e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4842382c-d026-4381-8190-48ffa8899c7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8094365-CCCB-4B07-A86A-CA358CD41A70}">
  <ds:schemaRefs>
    <ds:schemaRef ds:uri="http://schemas.microsoft.com/sharepoint/v3/contenttype/forms"/>
  </ds:schemaRefs>
</ds:datastoreItem>
</file>

<file path=customXml/itemProps2.xml><?xml version="1.0" encoding="utf-8"?>
<ds:datastoreItem xmlns:ds="http://schemas.openxmlformats.org/officeDocument/2006/customXml" ds:itemID="{FF217EE6-0923-4EB7-A904-336E3A229A15}">
  <ds:schemaRefs>
    <ds:schemaRef ds:uri="48552078-57d5-422b-bf8a-5b02ecfaf7e1"/>
    <ds:schemaRef ds:uri="7a674e79-da70-4e10-ba51-3c787da465b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20D7811-B0D3-406F-B7CC-A678B0808585}">
  <ds:schemaRefs>
    <ds:schemaRef ds:uri="48552078-57d5-422b-bf8a-5b02ecfaf7e1"/>
    <ds:schemaRef ds:uri="7a674e79-da70-4e10-ba51-3c787da465b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34</Slides>
  <Notes>5</Notes>
  <HiddenSlides>0</HiddenSlide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CPSSTemplateTheme2024</vt:lpstr>
      <vt:lpstr>Thrust Vector  Control</vt:lpstr>
      <vt:lpstr>Agenda</vt:lpstr>
      <vt:lpstr>Overview</vt:lpstr>
      <vt:lpstr>Overview</vt:lpstr>
      <vt:lpstr>Requirements</vt:lpstr>
      <vt:lpstr>Requirements:   Top Level</vt:lpstr>
      <vt:lpstr>Systems     Live Doc</vt:lpstr>
      <vt:lpstr>Systems</vt:lpstr>
      <vt:lpstr>CAD</vt:lpstr>
      <vt:lpstr>CAD</vt:lpstr>
      <vt:lpstr>CAD</vt:lpstr>
      <vt:lpstr>Engine</vt:lpstr>
      <vt:lpstr>Engine</vt:lpstr>
      <vt:lpstr>Engine</vt:lpstr>
      <vt:lpstr>Engine</vt:lpstr>
      <vt:lpstr>Mathematical Model</vt:lpstr>
      <vt:lpstr>Math Model</vt:lpstr>
      <vt:lpstr>Math Model</vt:lpstr>
      <vt:lpstr>Structures</vt:lpstr>
      <vt:lpstr>Structures</vt:lpstr>
      <vt:lpstr>Structures</vt:lpstr>
      <vt:lpstr>Structures</vt:lpstr>
      <vt:lpstr>Structures</vt:lpstr>
      <vt:lpstr>Structures</vt:lpstr>
      <vt:lpstr>Structures</vt:lpstr>
      <vt:lpstr>Structures</vt:lpstr>
      <vt:lpstr>Electronics Overview</vt:lpstr>
      <vt:lpstr>Electronics</vt:lpstr>
      <vt:lpstr>Electronics</vt:lpstr>
      <vt:lpstr>Timeline</vt:lpstr>
      <vt:lpstr>Budget</vt:lpstr>
      <vt:lpstr>Budget</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Cameron John Mcclure-Coleman</dc:creator>
  <cp:revision>4</cp:revision>
  <dcterms:created xsi:type="dcterms:W3CDTF">2024-06-04T18:56:50Z</dcterms:created>
  <dcterms:modified xsi:type="dcterms:W3CDTF">2026-10-04T00:01:19Z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0x01010060B331AF93F0C2498E4B6F7C9AE715AD</vt:lpwstr>
  </property>
  <property fmtid="{D5CDD505-2E9C-101B-9397-08002B2CF9AE}" pid="3" name="MediaServiceImageTags">
    <vt:lpwstr/>
  </property>
</Properties>
</file>