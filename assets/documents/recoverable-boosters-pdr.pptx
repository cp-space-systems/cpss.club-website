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9"/>
  </p:notesMasterIdLst>
  <p:sldIdLst>
    <p:sldId id="259" r:id="rId5"/>
    <p:sldId id="261" r:id="rId6"/>
    <p:sldId id="312" r:id="rId7"/>
    <p:sldId id="296" r:id="rId8"/>
    <p:sldId id="262" r:id="rId9"/>
    <p:sldId id="288" r:id="rId10"/>
    <p:sldId id="263" r:id="rId11"/>
    <p:sldId id="264" r:id="rId12"/>
    <p:sldId id="265" r:id="rId13"/>
    <p:sldId id="267" r:id="rId14"/>
    <p:sldId id="287" r:id="rId15"/>
    <p:sldId id="293" r:id="rId16"/>
    <p:sldId id="291" r:id="rId17"/>
    <p:sldId id="311" r:id="rId18"/>
    <p:sldId id="310" r:id="rId19"/>
    <p:sldId id="269" r:id="rId20"/>
    <p:sldId id="302" r:id="rId21"/>
    <p:sldId id="278" r:id="rId22"/>
    <p:sldId id="281" r:id="rId23"/>
    <p:sldId id="286" r:id="rId24"/>
    <p:sldId id="300" r:id="rId25"/>
    <p:sldId id="294" r:id="rId26"/>
    <p:sldId id="266" r:id="rId27"/>
    <p:sldId id="289" r:id="rId28"/>
    <p:sldId id="292" r:id="rId29"/>
    <p:sldId id="309" r:id="rId30"/>
    <p:sldId id="290" r:id="rId31"/>
    <p:sldId id="307" r:id="rId32"/>
    <p:sldId id="273" r:id="rId33"/>
    <p:sldId id="270" r:id="rId34"/>
    <p:sldId id="274" r:id="rId35"/>
    <p:sldId id="295" r:id="rId36"/>
    <p:sldId id="271" r:id="rId37"/>
    <p:sldId id="276" r:id="rId38"/>
    <p:sldId id="304" r:id="rId39"/>
    <p:sldId id="305" r:id="rId40"/>
    <p:sldId id="306" r:id="rId41"/>
    <p:sldId id="272" r:id="rId42"/>
    <p:sldId id="277" r:id="rId43"/>
    <p:sldId id="285" r:id="rId44"/>
    <p:sldId id="298" r:id="rId45"/>
    <p:sldId id="308" r:id="rId46"/>
    <p:sldId id="257" r:id="rId47"/>
    <p:sldId id="25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B0"/>
    <a:srgbClr val="2D2A2D"/>
    <a:srgbClr val="2C272B"/>
    <a:srgbClr val="403738"/>
    <a:srgbClr val="77173C"/>
    <a:srgbClr val="6D2538"/>
    <a:srgbClr val="0A3821"/>
    <a:srgbClr val="08182C"/>
    <a:srgbClr val="214734"/>
    <a:srgbClr val="DBD1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EF1AF-E8D7-4084-9126-B330EE996E08}" v="41" dt="2025-05-30T02:40:31.352"/>
    <p1510:client id="{DA16722C-7004-704F-8FFE-C9DAF69E884E}" v="15" dt="2025-05-28T06:42:29.1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 Srinivas Pulmamidi" userId="S::spulmami@calpoly.edu::e7ab9942-b347-4ade-87f4-7dceecdf3cc0" providerId="AD" clId="Web-{49BF455B-847C-4388-EAFC-EAA3871B92E5}"/>
    <pc:docChg chg="modSld">
      <pc:chgData name="Shiva Srinivas Pulmamidi" userId="S::spulmami@calpoly.edu::e7ab9942-b347-4ade-87f4-7dceecdf3cc0" providerId="AD" clId="Web-{49BF455B-847C-4388-EAFC-EAA3871B92E5}" dt="2025-02-15T04:12:08.335" v="444"/>
      <pc:docMkLst>
        <pc:docMk/>
      </pc:docMkLst>
      <pc:sldChg chg="addSp modSp">
        <pc:chgData name="Shiva Srinivas Pulmamidi" userId="S::spulmami@calpoly.edu::e7ab9942-b347-4ade-87f4-7dceecdf3cc0" providerId="AD" clId="Web-{49BF455B-847C-4388-EAFC-EAA3871B92E5}" dt="2025-02-15T02:39:49.201" v="153" actId="1076"/>
        <pc:sldMkLst>
          <pc:docMk/>
          <pc:sldMk cId="4041658300" sldId="266"/>
        </pc:sldMkLst>
        <pc:spChg chg="add mod">
          <ac:chgData name="Shiva Srinivas Pulmamidi" userId="S::spulmami@calpoly.edu::e7ab9942-b347-4ade-87f4-7dceecdf3cc0" providerId="AD" clId="Web-{49BF455B-847C-4388-EAFC-EAA3871B92E5}" dt="2025-02-15T02:39:49.201" v="153" actId="1076"/>
          <ac:spMkLst>
            <pc:docMk/>
            <pc:sldMk cId="4041658300" sldId="266"/>
            <ac:spMk id="4" creationId="{EB2A16EE-753D-6160-BC67-5FE041A20B5F}"/>
          </ac:spMkLst>
        </pc:spChg>
        <pc:spChg chg="mod">
          <ac:chgData name="Shiva Srinivas Pulmamidi" userId="S::spulmami@calpoly.edu::e7ab9942-b347-4ade-87f4-7dceecdf3cc0" providerId="AD" clId="Web-{49BF455B-847C-4388-EAFC-EAA3871B92E5}" dt="2025-02-15T02:37:31.526" v="85" actId="20577"/>
          <ac:spMkLst>
            <pc:docMk/>
            <pc:sldMk cId="4041658300" sldId="266"/>
            <ac:spMk id="9" creationId="{5E348FC1-28B0-DF84-76FD-A912801DE455}"/>
          </ac:spMkLst>
        </pc:spChg>
        <pc:picChg chg="mod">
          <ac:chgData name="Shiva Srinivas Pulmamidi" userId="S::spulmami@calpoly.edu::e7ab9942-b347-4ade-87f4-7dceecdf3cc0" providerId="AD" clId="Web-{49BF455B-847C-4388-EAFC-EAA3871B92E5}" dt="2025-02-15T02:37:38.808" v="86" actId="1076"/>
          <ac:picMkLst>
            <pc:docMk/>
            <pc:sldMk cId="4041658300" sldId="266"/>
            <ac:picMk id="2" creationId="{178EEB66-B519-B2EC-EEF8-ACCFA15865A0}"/>
          </ac:picMkLst>
        </pc:picChg>
      </pc:sldChg>
      <pc:sldChg chg="modSp">
        <pc:chgData name="Shiva Srinivas Pulmamidi" userId="S::spulmami@calpoly.edu::e7ab9942-b347-4ade-87f4-7dceecdf3cc0" providerId="AD" clId="Web-{49BF455B-847C-4388-EAFC-EAA3871B92E5}" dt="2025-02-15T03:36:04.781" v="215" actId="20577"/>
        <pc:sldMkLst>
          <pc:docMk/>
          <pc:sldMk cId="2959840755" sldId="267"/>
        </pc:sldMkLst>
        <pc:spChg chg="mod">
          <ac:chgData name="Shiva Srinivas Pulmamidi" userId="S::spulmami@calpoly.edu::e7ab9942-b347-4ade-87f4-7dceecdf3cc0" providerId="AD" clId="Web-{49BF455B-847C-4388-EAFC-EAA3871B92E5}" dt="2025-02-15T03:36:04.781" v="215" actId="20577"/>
          <ac:spMkLst>
            <pc:docMk/>
            <pc:sldMk cId="2959840755" sldId="267"/>
            <ac:spMk id="3" creationId="{96C2AE2D-6D42-E836-FB53-808864744ADF}"/>
          </ac:spMkLst>
        </pc:spChg>
      </pc:sldChg>
      <pc:sldChg chg="modNotes">
        <pc:chgData name="Shiva Srinivas Pulmamidi" userId="S::spulmami@calpoly.edu::e7ab9942-b347-4ade-87f4-7dceecdf3cc0" providerId="AD" clId="Web-{49BF455B-847C-4388-EAFC-EAA3871B92E5}" dt="2025-02-15T04:12:08.335" v="444"/>
        <pc:sldMkLst>
          <pc:docMk/>
          <pc:sldMk cId="3351023100" sldId="287"/>
        </pc:sldMkLst>
      </pc:sldChg>
      <pc:sldChg chg="modSp">
        <pc:chgData name="Shiva Srinivas Pulmamidi" userId="S::spulmami@calpoly.edu::e7ab9942-b347-4ade-87f4-7dceecdf3cc0" providerId="AD" clId="Web-{49BF455B-847C-4388-EAFC-EAA3871B92E5}" dt="2025-02-15T02:52:02.499" v="202" actId="20577"/>
        <pc:sldMkLst>
          <pc:docMk/>
          <pc:sldMk cId="2626732036" sldId="289"/>
        </pc:sldMkLst>
        <pc:spChg chg="mod">
          <ac:chgData name="Shiva Srinivas Pulmamidi" userId="S::spulmami@calpoly.edu::e7ab9942-b347-4ade-87f4-7dceecdf3cc0" providerId="AD" clId="Web-{49BF455B-847C-4388-EAFC-EAA3871B92E5}" dt="2025-02-15T02:52:02.499" v="202" actId="20577"/>
          <ac:spMkLst>
            <pc:docMk/>
            <pc:sldMk cId="2626732036" sldId="289"/>
            <ac:spMk id="9" creationId="{58950C55-5E05-7D69-3833-A8E23738B6B5}"/>
          </ac:spMkLst>
        </pc:spChg>
      </pc:sldChg>
      <pc:sldChg chg="modNotes">
        <pc:chgData name="Shiva Srinivas Pulmamidi" userId="S::spulmami@calpoly.edu::e7ab9942-b347-4ade-87f4-7dceecdf3cc0" providerId="AD" clId="Web-{49BF455B-847C-4388-EAFC-EAA3871B92E5}" dt="2025-02-15T04:10:52.895" v="283"/>
        <pc:sldMkLst>
          <pc:docMk/>
          <pc:sldMk cId="3514710658" sldId="293"/>
        </pc:sldMkLst>
      </pc:sldChg>
      <pc:sldChg chg="addSp delSp modSp">
        <pc:chgData name="Shiva Srinivas Pulmamidi" userId="S::spulmami@calpoly.edu::e7ab9942-b347-4ade-87f4-7dceecdf3cc0" providerId="AD" clId="Web-{49BF455B-847C-4388-EAFC-EAA3871B92E5}" dt="2025-02-15T02:54:19.174" v="203" actId="1076"/>
        <pc:sldMkLst>
          <pc:docMk/>
          <pc:sldMk cId="3303766629" sldId="294"/>
        </pc:sldMkLst>
        <pc:spChg chg="add mod">
          <ac:chgData name="Shiva Srinivas Pulmamidi" userId="S::spulmami@calpoly.edu::e7ab9942-b347-4ade-87f4-7dceecdf3cc0" providerId="AD" clId="Web-{49BF455B-847C-4388-EAFC-EAA3871B92E5}" dt="2025-02-15T02:54:19.174" v="203" actId="1076"/>
          <ac:spMkLst>
            <pc:docMk/>
            <pc:sldMk cId="3303766629" sldId="294"/>
            <ac:spMk id="4" creationId="{D0FD1B94-81FA-FBD2-5E25-87D3329FA73B}"/>
          </ac:spMkLst>
        </pc:spChg>
        <pc:spChg chg="add del">
          <ac:chgData name="Shiva Srinivas Pulmamidi" userId="S::spulmami@calpoly.edu::e7ab9942-b347-4ade-87f4-7dceecdf3cc0" providerId="AD" clId="Web-{49BF455B-847C-4388-EAFC-EAA3871B92E5}" dt="2025-02-15T02:44:14.395" v="168"/>
          <ac:spMkLst>
            <pc:docMk/>
            <pc:sldMk cId="3303766629" sldId="294"/>
            <ac:spMk id="5" creationId="{68EE1775-4F2C-C69C-C8DF-C771FD5F5E1F}"/>
          </ac:spMkLst>
        </pc:spChg>
        <pc:spChg chg="add del mod">
          <ac:chgData name="Shiva Srinivas Pulmamidi" userId="S::spulmami@calpoly.edu::e7ab9942-b347-4ade-87f4-7dceecdf3cc0" providerId="AD" clId="Web-{49BF455B-847C-4388-EAFC-EAA3871B92E5}" dt="2025-02-15T02:42:52.690" v="160"/>
          <ac:spMkLst>
            <pc:docMk/>
            <pc:sldMk cId="3303766629" sldId="294"/>
            <ac:spMk id="12" creationId="{002E8464-A5A6-4AF1-BD0D-1A849F88A29D}"/>
          </ac:spMkLst>
        </pc:spChg>
      </pc:sldChg>
    </pc:docChg>
  </pc:docChgLst>
  <pc:docChgLst>
    <pc:chgData name="David Felipe Tlaloc Carter Oropeza" userId="S::dforopez@calpoly.edu::e94bc7ac-ad00-42f5-8c4b-275f14c8fb3b" providerId="AD" clId="Web-{DBB6AC6F-CE50-1B80-4D35-70BFA7982752}"/>
    <pc:docChg chg="addSld modSld">
      <pc:chgData name="David Felipe Tlaloc Carter Oropeza" userId="S::dforopez@calpoly.edu::e94bc7ac-ad00-42f5-8c4b-275f14c8fb3b" providerId="AD" clId="Web-{DBB6AC6F-CE50-1B80-4D35-70BFA7982752}" dt="2025-02-15T04:08:41.016" v="2567" actId="20577"/>
      <pc:docMkLst>
        <pc:docMk/>
      </pc:docMkLst>
      <pc:sldChg chg="modSp">
        <pc:chgData name="David Felipe Tlaloc Carter Oropeza" userId="S::dforopez@calpoly.edu::e94bc7ac-ad00-42f5-8c4b-275f14c8fb3b" providerId="AD" clId="Web-{DBB6AC6F-CE50-1B80-4D35-70BFA7982752}" dt="2025-02-15T01:59:54.412" v="979" actId="1076"/>
        <pc:sldMkLst>
          <pc:docMk/>
          <pc:sldMk cId="1577809839" sldId="269"/>
        </pc:sldMkLst>
        <pc:spChg chg="mod">
          <ac:chgData name="David Felipe Tlaloc Carter Oropeza" userId="S::dforopez@calpoly.edu::e94bc7ac-ad00-42f5-8c4b-275f14c8fb3b" providerId="AD" clId="Web-{DBB6AC6F-CE50-1B80-4D35-70BFA7982752}" dt="2025-02-15T01:59:54.412" v="979" actId="1076"/>
          <ac:spMkLst>
            <pc:docMk/>
            <pc:sldMk cId="1577809839" sldId="269"/>
            <ac:spMk id="3" creationId="{5D657867-1464-B112-75EF-9F8414ED07EE}"/>
          </ac:spMkLst>
        </pc:spChg>
      </pc:sldChg>
      <pc:sldChg chg="modSp">
        <pc:chgData name="David Felipe Tlaloc Carter Oropeza" userId="S::dforopez@calpoly.edu::e94bc7ac-ad00-42f5-8c4b-275f14c8fb3b" providerId="AD" clId="Web-{DBB6AC6F-CE50-1B80-4D35-70BFA7982752}" dt="2025-02-15T01:21:10.772" v="48" actId="20577"/>
        <pc:sldMkLst>
          <pc:docMk/>
          <pc:sldMk cId="4155115200" sldId="270"/>
        </pc:sldMkLst>
        <pc:spChg chg="mod">
          <ac:chgData name="David Felipe Tlaloc Carter Oropeza" userId="S::dforopez@calpoly.edu::e94bc7ac-ad00-42f5-8c4b-275f14c8fb3b" providerId="AD" clId="Web-{DBB6AC6F-CE50-1B80-4D35-70BFA7982752}" dt="2025-02-15T01:21:10.772" v="48" actId="20577"/>
          <ac:spMkLst>
            <pc:docMk/>
            <pc:sldMk cId="4155115200" sldId="270"/>
            <ac:spMk id="3" creationId="{9130EDA7-30F2-708D-D9D5-C6FAA403F68C}"/>
          </ac:spMkLst>
        </pc:spChg>
      </pc:sldChg>
      <pc:sldChg chg="modNotes">
        <pc:chgData name="David Felipe Tlaloc Carter Oropeza" userId="S::dforopez@calpoly.edu::e94bc7ac-ad00-42f5-8c4b-275f14c8fb3b" providerId="AD" clId="Web-{DBB6AC6F-CE50-1B80-4D35-70BFA7982752}" dt="2025-02-15T03:30:27.028" v="2501"/>
        <pc:sldMkLst>
          <pc:docMk/>
          <pc:sldMk cId="4270040319" sldId="273"/>
        </pc:sldMkLst>
      </pc:sldChg>
      <pc:sldChg chg="addSp delSp modSp modNotes">
        <pc:chgData name="David Felipe Tlaloc Carter Oropeza" userId="S::dforopez@calpoly.edu::e94bc7ac-ad00-42f5-8c4b-275f14c8fb3b" providerId="AD" clId="Web-{DBB6AC6F-CE50-1B80-4D35-70BFA7982752}" dt="2025-02-15T03:29:06.241" v="2434"/>
        <pc:sldMkLst>
          <pc:docMk/>
          <pc:sldMk cId="3671309738" sldId="274"/>
        </pc:sldMkLst>
        <pc:spChg chg="mod">
          <ac:chgData name="David Felipe Tlaloc Carter Oropeza" userId="S::dforopez@calpoly.edu::e94bc7ac-ad00-42f5-8c4b-275f14c8fb3b" providerId="AD" clId="Web-{DBB6AC6F-CE50-1B80-4D35-70BFA7982752}" dt="2025-02-15T02:33:33.634" v="1648" actId="1076"/>
          <ac:spMkLst>
            <pc:docMk/>
            <pc:sldMk cId="3671309738" sldId="274"/>
            <ac:spMk id="2" creationId="{48B041F1-1018-ABEB-8C37-0030A3F90176}"/>
          </ac:spMkLst>
        </pc:spChg>
        <pc:spChg chg="del">
          <ac:chgData name="David Felipe Tlaloc Carter Oropeza" userId="S::dforopez@calpoly.edu::e94bc7ac-ad00-42f5-8c4b-275f14c8fb3b" providerId="AD" clId="Web-{DBB6AC6F-CE50-1B80-4D35-70BFA7982752}" dt="2025-02-15T01:22:29.793" v="55"/>
          <ac:spMkLst>
            <pc:docMk/>
            <pc:sldMk cId="3671309738" sldId="274"/>
            <ac:spMk id="7" creationId="{869F17FB-35B3-D585-A11C-E46FF67DEBC8}"/>
          </ac:spMkLst>
        </pc:spChg>
        <pc:spChg chg="del mod">
          <ac:chgData name="David Felipe Tlaloc Carter Oropeza" userId="S::dforopez@calpoly.edu::e94bc7ac-ad00-42f5-8c4b-275f14c8fb3b" providerId="AD" clId="Web-{DBB6AC6F-CE50-1B80-4D35-70BFA7982752}" dt="2025-02-15T01:22:29.793" v="54"/>
          <ac:spMkLst>
            <pc:docMk/>
            <pc:sldMk cId="3671309738" sldId="274"/>
            <ac:spMk id="10" creationId="{547F5C2D-FD32-6A3B-8862-F86890E7656F}"/>
          </ac:spMkLst>
        </pc:spChg>
        <pc:spChg chg="del mod">
          <ac:chgData name="David Felipe Tlaloc Carter Oropeza" userId="S::dforopez@calpoly.edu::e94bc7ac-ad00-42f5-8c4b-275f14c8fb3b" providerId="AD" clId="Web-{DBB6AC6F-CE50-1B80-4D35-70BFA7982752}" dt="2025-02-15T01:22:29.793" v="53"/>
          <ac:spMkLst>
            <pc:docMk/>
            <pc:sldMk cId="3671309738" sldId="274"/>
            <ac:spMk id="11" creationId="{AD9B4E3E-9A20-493A-0AF0-84DFA86CAABA}"/>
          </ac:spMkLst>
        </pc:spChg>
        <pc:spChg chg="mod">
          <ac:chgData name="David Felipe Tlaloc Carter Oropeza" userId="S::dforopez@calpoly.edu::e94bc7ac-ad00-42f5-8c4b-275f14c8fb3b" providerId="AD" clId="Web-{DBB6AC6F-CE50-1B80-4D35-70BFA7982752}" dt="2025-02-15T01:25:12.055" v="60" actId="1076"/>
          <ac:spMkLst>
            <pc:docMk/>
            <pc:sldMk cId="3671309738" sldId="274"/>
            <ac:spMk id="15" creationId="{A04CCBBC-39A6-397A-8BE8-436FCB6E43F1}"/>
          </ac:spMkLst>
        </pc:spChg>
        <pc:spChg chg="add del mod">
          <ac:chgData name="David Felipe Tlaloc Carter Oropeza" userId="S::dforopez@calpoly.edu::e94bc7ac-ad00-42f5-8c4b-275f14c8fb3b" providerId="AD" clId="Web-{DBB6AC6F-CE50-1B80-4D35-70BFA7982752}" dt="2025-02-15T02:19:38.467" v="1233" actId="20577"/>
          <ac:spMkLst>
            <pc:docMk/>
            <pc:sldMk cId="3671309738" sldId="274"/>
            <ac:spMk id="17" creationId="{6263585D-1AC0-8866-9BBC-E81C8BA61282}"/>
          </ac:spMkLst>
        </pc:spChg>
        <pc:cxnChg chg="del">
          <ac:chgData name="David Felipe Tlaloc Carter Oropeza" userId="S::dforopez@calpoly.edu::e94bc7ac-ad00-42f5-8c4b-275f14c8fb3b" providerId="AD" clId="Web-{DBB6AC6F-CE50-1B80-4D35-70BFA7982752}" dt="2025-02-15T01:22:29.793" v="52"/>
          <ac:cxnSpMkLst>
            <pc:docMk/>
            <pc:sldMk cId="3671309738" sldId="274"/>
            <ac:cxnSpMk id="12" creationId="{3D9D383D-CE64-0597-AAD3-6DBCEBF8FB3D}"/>
          </ac:cxnSpMkLst>
        </pc:cxnChg>
        <pc:cxnChg chg="del">
          <ac:chgData name="David Felipe Tlaloc Carter Oropeza" userId="S::dforopez@calpoly.edu::e94bc7ac-ad00-42f5-8c4b-275f14c8fb3b" providerId="AD" clId="Web-{DBB6AC6F-CE50-1B80-4D35-70BFA7982752}" dt="2025-02-15T01:22:29.793" v="51"/>
          <ac:cxnSpMkLst>
            <pc:docMk/>
            <pc:sldMk cId="3671309738" sldId="274"/>
            <ac:cxnSpMk id="13" creationId="{A6E8DDC4-9CBE-A9B8-DCB0-6A201214BDC5}"/>
          </ac:cxnSpMkLst>
        </pc:cxnChg>
      </pc:sldChg>
      <pc:sldChg chg="addSp delSp modSp modNotes">
        <pc:chgData name="David Felipe Tlaloc Carter Oropeza" userId="S::dforopez@calpoly.edu::e94bc7ac-ad00-42f5-8c4b-275f14c8fb3b" providerId="AD" clId="Web-{DBB6AC6F-CE50-1B80-4D35-70BFA7982752}" dt="2025-02-15T03:29:37.540" v="2482"/>
        <pc:sldMkLst>
          <pc:docMk/>
          <pc:sldMk cId="2317387512" sldId="285"/>
        </pc:sldMkLst>
        <pc:spChg chg="mod">
          <ac:chgData name="David Felipe Tlaloc Carter Oropeza" userId="S::dforopez@calpoly.edu::e94bc7ac-ad00-42f5-8c4b-275f14c8fb3b" providerId="AD" clId="Web-{DBB6AC6F-CE50-1B80-4D35-70BFA7982752}" dt="2025-02-15T03:18:24" v="2399" actId="20577"/>
          <ac:spMkLst>
            <pc:docMk/>
            <pc:sldMk cId="2317387512" sldId="285"/>
            <ac:spMk id="2" creationId="{DAFF10C8-1577-FA96-5CEB-45B310537A12}"/>
          </ac:spMkLst>
        </pc:spChg>
        <pc:picChg chg="add mod">
          <ac:chgData name="David Felipe Tlaloc Carter Oropeza" userId="S::dforopez@calpoly.edu::e94bc7ac-ad00-42f5-8c4b-275f14c8fb3b" providerId="AD" clId="Web-{DBB6AC6F-CE50-1B80-4D35-70BFA7982752}" dt="2025-02-15T03:23:11.676" v="2402" actId="14100"/>
          <ac:picMkLst>
            <pc:docMk/>
            <pc:sldMk cId="2317387512" sldId="285"/>
            <ac:picMk id="4" creationId="{1E8D8C03-BF17-17EB-D131-1D6A79CE588A}"/>
          </ac:picMkLst>
        </pc:picChg>
        <pc:picChg chg="add del mod">
          <ac:chgData name="David Felipe Tlaloc Carter Oropeza" userId="S::dforopez@calpoly.edu::e94bc7ac-ad00-42f5-8c4b-275f14c8fb3b" providerId="AD" clId="Web-{DBB6AC6F-CE50-1B80-4D35-70BFA7982752}" dt="2025-02-15T03:24:39.698" v="2410"/>
          <ac:picMkLst>
            <pc:docMk/>
            <pc:sldMk cId="2317387512" sldId="285"/>
            <ac:picMk id="5" creationId="{8CA05DAF-ED80-A829-DD3F-9F0B976FB124}"/>
          </ac:picMkLst>
        </pc:picChg>
        <pc:picChg chg="add mod">
          <ac:chgData name="David Felipe Tlaloc Carter Oropeza" userId="S::dforopez@calpoly.edu::e94bc7ac-ad00-42f5-8c4b-275f14c8fb3b" providerId="AD" clId="Web-{DBB6AC6F-CE50-1B80-4D35-70BFA7982752}" dt="2025-02-15T03:27:14.591" v="2414" actId="1076"/>
          <ac:picMkLst>
            <pc:docMk/>
            <pc:sldMk cId="2317387512" sldId="285"/>
            <ac:picMk id="6" creationId="{8886B6AF-9256-10B4-0570-9FDA061FA386}"/>
          </ac:picMkLst>
        </pc:picChg>
      </pc:sldChg>
      <pc:sldChg chg="addSp modSp modNotes">
        <pc:chgData name="David Felipe Tlaloc Carter Oropeza" userId="S::dforopez@calpoly.edu::e94bc7ac-ad00-42f5-8c4b-275f14c8fb3b" providerId="AD" clId="Web-{DBB6AC6F-CE50-1B80-4D35-70BFA7982752}" dt="2025-02-15T04:08:41.016" v="2567" actId="20577"/>
        <pc:sldMkLst>
          <pc:docMk/>
          <pc:sldMk cId="3501412197" sldId="290"/>
        </pc:sldMkLst>
        <pc:spChg chg="add mod">
          <ac:chgData name="David Felipe Tlaloc Carter Oropeza" userId="S::dforopez@calpoly.edu::e94bc7ac-ad00-42f5-8c4b-275f14c8fb3b" providerId="AD" clId="Web-{DBB6AC6F-CE50-1B80-4D35-70BFA7982752}" dt="2025-02-15T02:21:20.974" v="1251" actId="1076"/>
          <ac:spMkLst>
            <pc:docMk/>
            <pc:sldMk cId="3501412197" sldId="290"/>
            <ac:spMk id="2" creationId="{4AE307D3-827C-8790-17E0-E871D111A0FF}"/>
          </ac:spMkLst>
        </pc:spChg>
        <pc:spChg chg="mod">
          <ac:chgData name="David Felipe Tlaloc Carter Oropeza" userId="S::dforopez@calpoly.edu::e94bc7ac-ad00-42f5-8c4b-275f14c8fb3b" providerId="AD" clId="Web-{DBB6AC6F-CE50-1B80-4D35-70BFA7982752}" dt="2025-02-15T04:08:41.016" v="2567" actId="20577"/>
          <ac:spMkLst>
            <pc:docMk/>
            <pc:sldMk cId="3501412197" sldId="290"/>
            <ac:spMk id="6" creationId="{C77DD292-94D9-4733-2E5D-B5E036E75ECF}"/>
          </ac:spMkLst>
        </pc:spChg>
      </pc:sldChg>
      <pc:sldChg chg="addSp modSp modNotes">
        <pc:chgData name="David Felipe Tlaloc Carter Oropeza" userId="S::dforopez@calpoly.edu::e94bc7ac-ad00-42f5-8c4b-275f14c8fb3b" providerId="AD" clId="Web-{DBB6AC6F-CE50-1B80-4D35-70BFA7982752}" dt="2025-02-15T03:31:29.220" v="2561"/>
        <pc:sldMkLst>
          <pc:docMk/>
          <pc:sldMk cId="581999569" sldId="291"/>
        </pc:sldMkLst>
        <pc:spChg chg="add mod">
          <ac:chgData name="David Felipe Tlaloc Carter Oropeza" userId="S::dforopez@calpoly.edu::e94bc7ac-ad00-42f5-8c4b-275f14c8fb3b" providerId="AD" clId="Web-{DBB6AC6F-CE50-1B80-4D35-70BFA7982752}" dt="2025-02-15T01:18:25.917" v="20" actId="1076"/>
          <ac:spMkLst>
            <pc:docMk/>
            <pc:sldMk cId="581999569" sldId="291"/>
            <ac:spMk id="5" creationId="{FF580A9E-13F3-C27E-779F-BB40702C4E40}"/>
          </ac:spMkLst>
        </pc:spChg>
        <pc:spChg chg="add mod">
          <ac:chgData name="David Felipe Tlaloc Carter Oropeza" userId="S::dforopez@calpoly.edu::e94bc7ac-ad00-42f5-8c4b-275f14c8fb3b" providerId="AD" clId="Web-{DBB6AC6F-CE50-1B80-4D35-70BFA7982752}" dt="2025-02-15T01:18:40.527" v="24" actId="20577"/>
          <ac:spMkLst>
            <pc:docMk/>
            <pc:sldMk cId="581999569" sldId="291"/>
            <ac:spMk id="6" creationId="{C579039B-4A7A-5CFD-DD53-BECF89F08571}"/>
          </ac:spMkLst>
        </pc:spChg>
        <pc:spChg chg="mod">
          <ac:chgData name="David Felipe Tlaloc Carter Oropeza" userId="S::dforopez@calpoly.edu::e94bc7ac-ad00-42f5-8c4b-275f14c8fb3b" providerId="AD" clId="Web-{DBB6AC6F-CE50-1B80-4D35-70BFA7982752}" dt="2025-02-15T01:53:26.267" v="956" actId="20577"/>
          <ac:spMkLst>
            <pc:docMk/>
            <pc:sldMk cId="581999569" sldId="291"/>
            <ac:spMk id="9" creationId="{D1699172-9BA7-B350-4391-4D8D8C89F74F}"/>
          </ac:spMkLst>
        </pc:spChg>
        <pc:picChg chg="add mod">
          <ac:chgData name="David Felipe Tlaloc Carter Oropeza" userId="S::dforopez@calpoly.edu::e94bc7ac-ad00-42f5-8c4b-275f14c8fb3b" providerId="AD" clId="Web-{DBB6AC6F-CE50-1B80-4D35-70BFA7982752}" dt="2025-02-15T02:18:11.695" v="1228" actId="14100"/>
          <ac:picMkLst>
            <pc:docMk/>
            <pc:sldMk cId="581999569" sldId="291"/>
            <ac:picMk id="2" creationId="{6F507D70-DE68-3CE1-A017-53D90CEFB310}"/>
          </ac:picMkLst>
        </pc:picChg>
        <pc:picChg chg="add mod">
          <ac:chgData name="David Felipe Tlaloc Carter Oropeza" userId="S::dforopez@calpoly.edu::e94bc7ac-ad00-42f5-8c4b-275f14c8fb3b" providerId="AD" clId="Web-{DBB6AC6F-CE50-1B80-4D35-70BFA7982752}" dt="2025-02-15T02:18:15.305" v="1229" actId="14100"/>
          <ac:picMkLst>
            <pc:docMk/>
            <pc:sldMk cId="581999569" sldId="291"/>
            <ac:picMk id="4" creationId="{F4B3FB98-6B01-FBC8-8578-9F486285384A}"/>
          </ac:picMkLst>
        </pc:picChg>
      </pc:sldChg>
      <pc:sldChg chg="addSp delSp modSp new modNotes">
        <pc:chgData name="David Felipe Tlaloc Carter Oropeza" userId="S::dforopez@calpoly.edu::e94bc7ac-ad00-42f5-8c4b-275f14c8fb3b" providerId="AD" clId="Web-{DBB6AC6F-CE50-1B80-4D35-70BFA7982752}" dt="2025-02-15T03:29:17.242" v="2453"/>
        <pc:sldMkLst>
          <pc:docMk/>
          <pc:sldMk cId="3265554878" sldId="295"/>
        </pc:sldMkLst>
        <pc:spChg chg="mod">
          <ac:chgData name="David Felipe Tlaloc Carter Oropeza" userId="S::dforopez@calpoly.edu::e94bc7ac-ad00-42f5-8c4b-275f14c8fb3b" providerId="AD" clId="Web-{DBB6AC6F-CE50-1B80-4D35-70BFA7982752}" dt="2025-02-15T02:25:18.178" v="1339" actId="20577"/>
          <ac:spMkLst>
            <pc:docMk/>
            <pc:sldMk cId="3265554878" sldId="295"/>
            <ac:spMk id="2" creationId="{9EC9DE0A-009D-5E7E-1A92-5A879B5EB907}"/>
          </ac:spMkLst>
        </pc:spChg>
        <pc:spChg chg="mod">
          <ac:chgData name="David Felipe Tlaloc Carter Oropeza" userId="S::dforopez@calpoly.edu::e94bc7ac-ad00-42f5-8c4b-275f14c8fb3b" providerId="AD" clId="Web-{DBB6AC6F-CE50-1B80-4D35-70BFA7982752}" dt="2025-02-15T01:26:27.372" v="95" actId="20577"/>
          <ac:spMkLst>
            <pc:docMk/>
            <pc:sldMk cId="3265554878" sldId="295"/>
            <ac:spMk id="3" creationId="{972D9FF8-81FC-93BA-6736-FF905FB8A9D7}"/>
          </ac:spMkLst>
        </pc:spChg>
        <pc:spChg chg="del">
          <ac:chgData name="David Felipe Tlaloc Carter Oropeza" userId="S::dforopez@calpoly.edu::e94bc7ac-ad00-42f5-8c4b-275f14c8fb3b" providerId="AD" clId="Web-{DBB6AC6F-CE50-1B80-4D35-70BFA7982752}" dt="2025-02-15T01:26:17.778" v="87"/>
          <ac:spMkLst>
            <pc:docMk/>
            <pc:sldMk cId="3265554878" sldId="295"/>
            <ac:spMk id="4" creationId="{C22205E1-953A-A0B9-00E6-365FA132DF7B}"/>
          </ac:spMkLst>
        </pc:spChg>
        <pc:spChg chg="add mod">
          <ac:chgData name="David Felipe Tlaloc Carter Oropeza" userId="S::dforopez@calpoly.edu::e94bc7ac-ad00-42f5-8c4b-275f14c8fb3b" providerId="AD" clId="Web-{DBB6AC6F-CE50-1B80-4D35-70BFA7982752}" dt="2025-02-15T02:08:14.229" v="1072" actId="688"/>
          <ac:spMkLst>
            <pc:docMk/>
            <pc:sldMk cId="3265554878" sldId="295"/>
            <ac:spMk id="12" creationId="{0EACBAE3-C553-6CE2-F2B6-D06871AD6468}"/>
          </ac:spMkLst>
        </pc:spChg>
        <pc:spChg chg="add mod">
          <ac:chgData name="David Felipe Tlaloc Carter Oropeza" userId="S::dforopez@calpoly.edu::e94bc7ac-ad00-42f5-8c4b-275f14c8fb3b" providerId="AD" clId="Web-{DBB6AC6F-CE50-1B80-4D35-70BFA7982752}" dt="2025-02-15T02:15:09.305" v="1213" actId="20577"/>
          <ac:spMkLst>
            <pc:docMk/>
            <pc:sldMk cId="3265554878" sldId="295"/>
            <ac:spMk id="13" creationId="{1525C39E-9F48-214A-7DDD-9E0B3C64C0D0}"/>
          </ac:spMkLst>
        </pc:spChg>
        <pc:spChg chg="add mod">
          <ac:chgData name="David Felipe Tlaloc Carter Oropeza" userId="S::dforopez@calpoly.edu::e94bc7ac-ad00-42f5-8c4b-275f14c8fb3b" providerId="AD" clId="Web-{DBB6AC6F-CE50-1B80-4D35-70BFA7982752}" dt="2025-02-15T02:15:14.024" v="1215" actId="20577"/>
          <ac:spMkLst>
            <pc:docMk/>
            <pc:sldMk cId="3265554878" sldId="295"/>
            <ac:spMk id="14" creationId="{5E2AAB86-C0CD-0E68-457C-CAC577F1826E}"/>
          </ac:spMkLst>
        </pc:spChg>
        <pc:spChg chg="add mod">
          <ac:chgData name="David Felipe Tlaloc Carter Oropeza" userId="S::dforopez@calpoly.edu::e94bc7ac-ad00-42f5-8c4b-275f14c8fb3b" providerId="AD" clId="Web-{DBB6AC6F-CE50-1B80-4D35-70BFA7982752}" dt="2025-02-15T02:08:09.291" v="1071" actId="688"/>
          <ac:spMkLst>
            <pc:docMk/>
            <pc:sldMk cId="3265554878" sldId="295"/>
            <ac:spMk id="15" creationId="{392C3DD1-5EA0-EFE7-1CA5-83C17D51172D}"/>
          </ac:spMkLst>
        </pc:spChg>
        <pc:picChg chg="add del mod modCrop">
          <ac:chgData name="David Felipe Tlaloc Carter Oropeza" userId="S::dforopez@calpoly.edu::e94bc7ac-ad00-42f5-8c4b-275f14c8fb3b" providerId="AD" clId="Web-{DBB6AC6F-CE50-1B80-4D35-70BFA7982752}" dt="2025-02-15T02:16:59.971" v="1227"/>
          <ac:picMkLst>
            <pc:docMk/>
            <pc:sldMk cId="3265554878" sldId="295"/>
            <ac:picMk id="6" creationId="{28E65CE4-4B64-B7F5-21FE-FD7D9DD2B729}"/>
          </ac:picMkLst>
        </pc:picChg>
        <pc:picChg chg="add del mod modCrop">
          <ac:chgData name="David Felipe Tlaloc Carter Oropeza" userId="S::dforopez@calpoly.edu::e94bc7ac-ad00-42f5-8c4b-275f14c8fb3b" providerId="AD" clId="Web-{DBB6AC6F-CE50-1B80-4D35-70BFA7982752}" dt="2025-02-15T02:16:59.971" v="1226"/>
          <ac:picMkLst>
            <pc:docMk/>
            <pc:sldMk cId="3265554878" sldId="295"/>
            <ac:picMk id="7" creationId="{0A6D03F7-520C-8392-CA5C-D5E9C469BFEB}"/>
          </ac:picMkLst>
        </pc:picChg>
        <pc:picChg chg="add mod">
          <ac:chgData name="David Felipe Tlaloc Carter Oropeza" userId="S::dforopez@calpoly.edu::e94bc7ac-ad00-42f5-8c4b-275f14c8fb3b" providerId="AD" clId="Web-{DBB6AC6F-CE50-1B80-4D35-70BFA7982752}" dt="2025-02-15T02:05:09.888" v="1011" actId="1076"/>
          <ac:picMkLst>
            <pc:docMk/>
            <pc:sldMk cId="3265554878" sldId="295"/>
            <ac:picMk id="8" creationId="{9F9F09DB-E4C9-CFB9-49C0-5E14ADBE2CCD}"/>
          </ac:picMkLst>
        </pc:picChg>
        <pc:picChg chg="add mod">
          <ac:chgData name="David Felipe Tlaloc Carter Oropeza" userId="S::dforopez@calpoly.edu::e94bc7ac-ad00-42f5-8c4b-275f14c8fb3b" providerId="AD" clId="Web-{DBB6AC6F-CE50-1B80-4D35-70BFA7982752}" dt="2025-02-15T02:05:14.794" v="1012" actId="1076"/>
          <ac:picMkLst>
            <pc:docMk/>
            <pc:sldMk cId="3265554878" sldId="295"/>
            <ac:picMk id="9" creationId="{0B74899D-BC44-3FA5-C288-2C3E893FC9B4}"/>
          </ac:picMkLst>
        </pc:picChg>
        <pc:picChg chg="add mod">
          <ac:chgData name="David Felipe Tlaloc Carter Oropeza" userId="S::dforopez@calpoly.edu::e94bc7ac-ad00-42f5-8c4b-275f14c8fb3b" providerId="AD" clId="Web-{DBB6AC6F-CE50-1B80-4D35-70BFA7982752}" dt="2025-02-15T02:05:57.453" v="1022" actId="1076"/>
          <ac:picMkLst>
            <pc:docMk/>
            <pc:sldMk cId="3265554878" sldId="295"/>
            <ac:picMk id="10" creationId="{54AE3BEE-286D-EFAA-1124-CB295E6703D0}"/>
          </ac:picMkLst>
        </pc:picChg>
        <pc:picChg chg="add mod">
          <ac:chgData name="David Felipe Tlaloc Carter Oropeza" userId="S::dforopez@calpoly.edu::e94bc7ac-ad00-42f5-8c4b-275f14c8fb3b" providerId="AD" clId="Web-{DBB6AC6F-CE50-1B80-4D35-70BFA7982752}" dt="2025-02-15T02:05:47.781" v="1020" actId="1076"/>
          <ac:picMkLst>
            <pc:docMk/>
            <pc:sldMk cId="3265554878" sldId="295"/>
            <ac:picMk id="11" creationId="{708C2A80-8683-507D-BDF1-CDD209CD8B6F}"/>
          </ac:picMkLst>
        </pc:picChg>
      </pc:sldChg>
    </pc:docChg>
  </pc:docChgLst>
  <pc:docChgLst>
    <pc:chgData name="Maximus Tswv Feej Davis" userId="S::mdavi130@calpoly.edu::3a9e8f84-fd7e-46ee-a86c-0b4dea4be8c2" providerId="AD" clId="Web-{DABFA8FE-75A7-E4A0-6F3C-33EEE4910DBD}"/>
    <pc:docChg chg="addSld modSld">
      <pc:chgData name="Maximus Tswv Feej Davis" userId="S::mdavi130@calpoly.edu::3a9e8f84-fd7e-46ee-a86c-0b4dea4be8c2" providerId="AD" clId="Web-{DABFA8FE-75A7-E4A0-6F3C-33EEE4910DBD}" dt="2025-01-30T03:23:15.143" v="21" actId="20577"/>
      <pc:docMkLst>
        <pc:docMk/>
      </pc:docMkLst>
      <pc:sldChg chg="modSp">
        <pc:chgData name="Maximus Tswv Feej Davis" userId="S::mdavi130@calpoly.edu::3a9e8f84-fd7e-46ee-a86c-0b4dea4be8c2" providerId="AD" clId="Web-{DABFA8FE-75A7-E4A0-6F3C-33EEE4910DBD}" dt="2025-01-30T03:22:48.516" v="18" actId="20577"/>
        <pc:sldMkLst>
          <pc:docMk/>
          <pc:sldMk cId="2007878993" sldId="259"/>
        </pc:sldMkLst>
        <pc:spChg chg="mod">
          <ac:chgData name="Maximus Tswv Feej Davis" userId="S::mdavi130@calpoly.edu::3a9e8f84-fd7e-46ee-a86c-0b4dea4be8c2" providerId="AD" clId="Web-{DABFA8FE-75A7-E4A0-6F3C-33EEE4910DBD}" dt="2025-01-30T03:22:48.516" v="18" actId="20577"/>
          <ac:spMkLst>
            <pc:docMk/>
            <pc:sldMk cId="2007878993" sldId="259"/>
            <ac:spMk id="2" creationId="{470238A2-F230-2DC2-E7E0-2B97A2248EBB}"/>
          </ac:spMkLst>
        </pc:spChg>
      </pc:sldChg>
      <pc:sldChg chg="modSp new">
        <pc:chgData name="Maximus Tswv Feej Davis" userId="S::mdavi130@calpoly.edu::3a9e8f84-fd7e-46ee-a86c-0b4dea4be8c2" providerId="AD" clId="Web-{DABFA8FE-75A7-E4A0-6F3C-33EEE4910DBD}" dt="2025-01-30T03:23:15.143" v="21" actId="20577"/>
        <pc:sldMkLst>
          <pc:docMk/>
          <pc:sldMk cId="199057560" sldId="262"/>
        </pc:sldMkLst>
        <pc:spChg chg="mod">
          <ac:chgData name="Maximus Tswv Feej Davis" userId="S::mdavi130@calpoly.edu::3a9e8f84-fd7e-46ee-a86c-0b4dea4be8c2" providerId="AD" clId="Web-{DABFA8FE-75A7-E4A0-6F3C-33EEE4910DBD}" dt="2025-01-30T03:23:15.143" v="21" actId="20577"/>
          <ac:spMkLst>
            <pc:docMk/>
            <pc:sldMk cId="199057560" sldId="262"/>
            <ac:spMk id="3" creationId="{7988541E-FF5B-BF87-286D-9F57034DD93A}"/>
          </ac:spMkLst>
        </pc:spChg>
      </pc:sldChg>
    </pc:docChg>
  </pc:docChgLst>
  <pc:docChgLst>
    <pc:chgData name="Maximus Tswv Feej Davis" userId="S::mdavi130@calpoly.edu::3a9e8f84-fd7e-46ee-a86c-0b4dea4be8c2" providerId="AD" clId="Web-{7D264C4F-D7AD-3967-11EA-C4FCE1AB1DD9}"/>
    <pc:docChg chg="modSld">
      <pc:chgData name="Maximus Tswv Feej Davis" userId="S::mdavi130@calpoly.edu::3a9e8f84-fd7e-46ee-a86c-0b4dea4be8c2" providerId="AD" clId="Web-{7D264C4F-D7AD-3967-11EA-C4FCE1AB1DD9}" dt="2025-02-11T02:41:46.522" v="269"/>
      <pc:docMkLst>
        <pc:docMk/>
      </pc:docMkLst>
      <pc:sldChg chg="modSp">
        <pc:chgData name="Maximus Tswv Feej Davis" userId="S::mdavi130@calpoly.edu::3a9e8f84-fd7e-46ee-a86c-0b4dea4be8c2" providerId="AD" clId="Web-{7D264C4F-D7AD-3967-11EA-C4FCE1AB1DD9}" dt="2025-02-11T02:41:46.522" v="269"/>
        <pc:sldMkLst>
          <pc:docMk/>
          <pc:sldMk cId="314042997" sldId="265"/>
        </pc:sldMkLst>
        <pc:graphicFrameChg chg="mod modGraphic">
          <ac:chgData name="Maximus Tswv Feej Davis" userId="S::mdavi130@calpoly.edu::3a9e8f84-fd7e-46ee-a86c-0b4dea4be8c2" providerId="AD" clId="Web-{7D264C4F-D7AD-3967-11EA-C4FCE1AB1DD9}" dt="2025-02-11T02:41:46.522" v="269"/>
          <ac:graphicFrameMkLst>
            <pc:docMk/>
            <pc:sldMk cId="314042997" sldId="265"/>
            <ac:graphicFrameMk id="6" creationId="{C8C6E240-099B-0702-9093-63CE4A606CE2}"/>
          </ac:graphicFrameMkLst>
        </pc:graphicFrameChg>
      </pc:sldChg>
    </pc:docChg>
  </pc:docChgLst>
  <pc:docChgLst>
    <pc:chgData name="Ryan James Fukui" userId="7a944b96-625c-4b24-bb69-bde5d896ebc3" providerId="ADAL" clId="{A4F04D8A-BF60-4CBE-A9B4-0A38327CECB5}"/>
    <pc:docChg chg="modSld sldOrd">
      <pc:chgData name="Ryan James Fukui" userId="7a944b96-625c-4b24-bb69-bde5d896ebc3" providerId="ADAL" clId="{A4F04D8A-BF60-4CBE-A9B4-0A38327CECB5}" dt="2025-02-15T18:17:10.746" v="1"/>
      <pc:docMkLst>
        <pc:docMk/>
      </pc:docMkLst>
      <pc:sldChg chg="ord">
        <pc:chgData name="Ryan James Fukui" userId="7a944b96-625c-4b24-bb69-bde5d896ebc3" providerId="ADAL" clId="{A4F04D8A-BF60-4CBE-A9B4-0A38327CECB5}" dt="2025-02-15T18:17:10.746" v="1"/>
        <pc:sldMkLst>
          <pc:docMk/>
          <pc:sldMk cId="599854888" sldId="286"/>
        </pc:sldMkLst>
      </pc:sldChg>
    </pc:docChg>
  </pc:docChgLst>
  <pc:docChgLst>
    <pc:chgData name="Spencer Alexander Biernat" userId="S::sbiernat@calpoly.edu::361c9d57-45c8-45d0-ac1b-c8572af32425" providerId="AD" clId="Web-{080B6009-FA33-DABB-BB24-DE83EC54E9A0}"/>
    <pc:docChg chg="addSld delSld modSld sldOrd">
      <pc:chgData name="Spencer Alexander Biernat" userId="S::sbiernat@calpoly.edu::361c9d57-45c8-45d0-ac1b-c8572af32425" providerId="AD" clId="Web-{080B6009-FA33-DABB-BB24-DE83EC54E9A0}" dt="2025-02-15T03:26:59.538" v="938" actId="1076"/>
      <pc:docMkLst>
        <pc:docMk/>
      </pc:docMkLst>
      <pc:sldChg chg="delSp modSp">
        <pc:chgData name="Spencer Alexander Biernat" userId="S::sbiernat@calpoly.edu::361c9d57-45c8-45d0-ac1b-c8572af32425" providerId="AD" clId="Web-{080B6009-FA33-DABB-BB24-DE83EC54E9A0}" dt="2025-02-15T03:26:59.538" v="938" actId="1076"/>
        <pc:sldMkLst>
          <pc:docMk/>
          <pc:sldMk cId="2108226090" sldId="257"/>
        </pc:sldMkLst>
        <pc:spChg chg="mod">
          <ac:chgData name="Spencer Alexander Biernat" userId="S::sbiernat@calpoly.edu::361c9d57-45c8-45d0-ac1b-c8572af32425" providerId="AD" clId="Web-{080B6009-FA33-DABB-BB24-DE83EC54E9A0}" dt="2025-02-15T03:04:28.838" v="513" actId="20577"/>
          <ac:spMkLst>
            <pc:docMk/>
            <pc:sldMk cId="2108226090" sldId="257"/>
            <ac:spMk id="4" creationId="{3671371E-1784-41F6-D70D-2D3126BF043C}"/>
          </ac:spMkLst>
        </pc:spChg>
        <pc:spChg chg="del">
          <ac:chgData name="Spencer Alexander Biernat" userId="S::sbiernat@calpoly.edu::361c9d57-45c8-45d0-ac1b-c8572af32425" providerId="AD" clId="Web-{080B6009-FA33-DABB-BB24-DE83EC54E9A0}" dt="2025-02-15T03:04:32.776" v="514"/>
          <ac:spMkLst>
            <pc:docMk/>
            <pc:sldMk cId="2108226090" sldId="257"/>
            <ac:spMk id="5" creationId="{727BFB18-A449-B4E8-3B8B-D729D057B9E6}"/>
          </ac:spMkLst>
        </pc:spChg>
        <pc:picChg chg="mod">
          <ac:chgData name="Spencer Alexander Biernat" userId="S::sbiernat@calpoly.edu::361c9d57-45c8-45d0-ac1b-c8572af32425" providerId="AD" clId="Web-{080B6009-FA33-DABB-BB24-DE83EC54E9A0}" dt="2025-02-15T03:26:59.538" v="938" actId="1076"/>
          <ac:picMkLst>
            <pc:docMk/>
            <pc:sldMk cId="2108226090" sldId="257"/>
            <ac:picMk id="2" creationId="{2B61C9F8-C4D8-4388-7E13-B50FD9FB649F}"/>
          </ac:picMkLst>
        </pc:picChg>
      </pc:sldChg>
      <pc:sldChg chg="addSp delSp modSp">
        <pc:chgData name="Spencer Alexander Biernat" userId="S::sbiernat@calpoly.edu::361c9d57-45c8-45d0-ac1b-c8572af32425" providerId="AD" clId="Web-{080B6009-FA33-DABB-BB24-DE83EC54E9A0}" dt="2025-02-15T03:24:44.558" v="937" actId="1076"/>
        <pc:sldMkLst>
          <pc:docMk/>
          <pc:sldMk cId="2007878993" sldId="259"/>
        </pc:sldMkLst>
        <pc:spChg chg="mod">
          <ac:chgData name="Spencer Alexander Biernat" userId="S::sbiernat@calpoly.edu::361c9d57-45c8-45d0-ac1b-c8572af32425" providerId="AD" clId="Web-{080B6009-FA33-DABB-BB24-DE83EC54E9A0}" dt="2025-02-15T03:24:42.480" v="936" actId="1076"/>
          <ac:spMkLst>
            <pc:docMk/>
            <pc:sldMk cId="2007878993" sldId="259"/>
            <ac:spMk id="2" creationId="{470238A2-F230-2DC2-E7E0-2B97A2248EBB}"/>
          </ac:spMkLst>
        </pc:spChg>
        <pc:spChg chg="add del">
          <ac:chgData name="Spencer Alexander Biernat" userId="S::sbiernat@calpoly.edu::361c9d57-45c8-45d0-ac1b-c8572af32425" providerId="AD" clId="Web-{080B6009-FA33-DABB-BB24-DE83EC54E9A0}" dt="2025-02-15T03:22:26.485" v="881"/>
          <ac:spMkLst>
            <pc:docMk/>
            <pc:sldMk cId="2007878993" sldId="259"/>
            <ac:spMk id="4" creationId="{8D589834-A808-A282-3B10-EB3B25FFF398}"/>
          </ac:spMkLst>
        </pc:spChg>
        <pc:spChg chg="add mod">
          <ac:chgData name="Spencer Alexander Biernat" userId="S::sbiernat@calpoly.edu::361c9d57-45c8-45d0-ac1b-c8572af32425" providerId="AD" clId="Web-{080B6009-FA33-DABB-BB24-DE83EC54E9A0}" dt="2025-02-15T03:24:09.603" v="933" actId="20577"/>
          <ac:spMkLst>
            <pc:docMk/>
            <pc:sldMk cId="2007878993" sldId="259"/>
            <ac:spMk id="5" creationId="{DBAE24CC-B26D-4E3B-8CB1-CA7512638080}"/>
          </ac:spMkLst>
        </pc:spChg>
        <pc:picChg chg="mod">
          <ac:chgData name="Spencer Alexander Biernat" userId="S::sbiernat@calpoly.edu::361c9d57-45c8-45d0-ac1b-c8572af32425" providerId="AD" clId="Web-{080B6009-FA33-DABB-BB24-DE83EC54E9A0}" dt="2025-02-15T03:24:44.558" v="937" actId="1076"/>
          <ac:picMkLst>
            <pc:docMk/>
            <pc:sldMk cId="2007878993" sldId="259"/>
            <ac:picMk id="3" creationId="{126E5996-B0DA-46D9-26CF-AC53EB4DDC86}"/>
          </ac:picMkLst>
        </pc:picChg>
      </pc:sldChg>
      <pc:sldChg chg="addSp delSp modSp">
        <pc:chgData name="Spencer Alexander Biernat" userId="S::sbiernat@calpoly.edu::361c9d57-45c8-45d0-ac1b-c8572af32425" providerId="AD" clId="Web-{080B6009-FA33-DABB-BB24-DE83EC54E9A0}" dt="2025-02-15T03:04:58.356" v="525" actId="20577"/>
        <pc:sldMkLst>
          <pc:docMk/>
          <pc:sldMk cId="2005174313" sldId="261"/>
        </pc:sldMkLst>
        <pc:spChg chg="del mod">
          <ac:chgData name="Spencer Alexander Biernat" userId="S::sbiernat@calpoly.edu::361c9d57-45c8-45d0-ac1b-c8572af32425" providerId="AD" clId="Web-{080B6009-FA33-DABB-BB24-DE83EC54E9A0}" dt="2025-02-15T01:31:24.765" v="3"/>
          <ac:spMkLst>
            <pc:docMk/>
            <pc:sldMk cId="2005174313" sldId="261"/>
            <ac:spMk id="2" creationId="{43AA1305-30C2-5805-DBF4-DEC3D81DBA98}"/>
          </ac:spMkLst>
        </pc:spChg>
        <pc:spChg chg="add mod">
          <ac:chgData name="Spencer Alexander Biernat" userId="S::sbiernat@calpoly.edu::361c9d57-45c8-45d0-ac1b-c8572af32425" providerId="AD" clId="Web-{080B6009-FA33-DABB-BB24-DE83EC54E9A0}" dt="2025-02-15T02:49:48.686" v="146" actId="20577"/>
          <ac:spMkLst>
            <pc:docMk/>
            <pc:sldMk cId="2005174313" sldId="261"/>
            <ac:spMk id="3" creationId="{A4077BE6-5181-B949-9F08-754E97450313}"/>
          </ac:spMkLst>
        </pc:spChg>
        <pc:spChg chg="del">
          <ac:chgData name="Spencer Alexander Biernat" userId="S::sbiernat@calpoly.edu::361c9d57-45c8-45d0-ac1b-c8572af32425" providerId="AD" clId="Web-{080B6009-FA33-DABB-BB24-DE83EC54E9A0}" dt="2025-02-15T02:49:27.122" v="109"/>
          <ac:spMkLst>
            <pc:docMk/>
            <pc:sldMk cId="2005174313" sldId="261"/>
            <ac:spMk id="5" creationId="{D97B245A-0C78-BF5B-10B0-7334E8A299EB}"/>
          </ac:spMkLst>
        </pc:spChg>
        <pc:spChg chg="add mod">
          <ac:chgData name="Spencer Alexander Biernat" userId="S::sbiernat@calpoly.edu::361c9d57-45c8-45d0-ac1b-c8572af32425" providerId="AD" clId="Web-{080B6009-FA33-DABB-BB24-DE83EC54E9A0}" dt="2025-02-15T03:04:58.356" v="525" actId="20577"/>
          <ac:spMkLst>
            <pc:docMk/>
            <pc:sldMk cId="2005174313" sldId="261"/>
            <ac:spMk id="6" creationId="{9F16A6AA-79CC-E0A6-7D48-B65D26BF9FF3}"/>
          </ac:spMkLst>
        </pc:spChg>
      </pc:sldChg>
      <pc:sldChg chg="del">
        <pc:chgData name="Spencer Alexander Biernat" userId="S::sbiernat@calpoly.edu::361c9d57-45c8-45d0-ac1b-c8572af32425" providerId="AD" clId="Web-{080B6009-FA33-DABB-BB24-DE83EC54E9A0}" dt="2025-02-15T01:29:50.492" v="0"/>
        <pc:sldMkLst>
          <pc:docMk/>
          <pc:sldMk cId="85434302" sldId="268"/>
        </pc:sldMkLst>
      </pc:sldChg>
      <pc:sldChg chg="ord">
        <pc:chgData name="Spencer Alexander Biernat" userId="S::sbiernat@calpoly.edu::361c9d57-45c8-45d0-ac1b-c8572af32425" providerId="AD" clId="Web-{080B6009-FA33-DABB-BB24-DE83EC54E9A0}" dt="2025-02-15T01:34:08.012" v="28"/>
        <pc:sldMkLst>
          <pc:docMk/>
          <pc:sldMk cId="4270040319" sldId="273"/>
        </pc:sldMkLst>
      </pc:sldChg>
      <pc:sldChg chg="addSp delSp modSp">
        <pc:chgData name="Spencer Alexander Biernat" userId="S::sbiernat@calpoly.edu::361c9d57-45c8-45d0-ac1b-c8572af32425" providerId="AD" clId="Web-{080B6009-FA33-DABB-BB24-DE83EC54E9A0}" dt="2025-02-15T02:59:40.592" v="442"/>
        <pc:sldMkLst>
          <pc:docMk/>
          <pc:sldMk cId="3420477608" sldId="275"/>
        </pc:sldMkLst>
        <pc:spChg chg="mod">
          <ac:chgData name="Spencer Alexander Biernat" userId="S::sbiernat@calpoly.edu::361c9d57-45c8-45d0-ac1b-c8572af32425" providerId="AD" clId="Web-{080B6009-FA33-DABB-BB24-DE83EC54E9A0}" dt="2025-02-15T02:07:02.372" v="51" actId="20577"/>
          <ac:spMkLst>
            <pc:docMk/>
            <pc:sldMk cId="3420477608" sldId="275"/>
            <ac:spMk id="2" creationId="{EC833F4E-9B55-1C1F-A633-BF10602110DE}"/>
          </ac:spMkLst>
        </pc:spChg>
        <pc:spChg chg="mod">
          <ac:chgData name="Spencer Alexander Biernat" userId="S::sbiernat@calpoly.edu::361c9d57-45c8-45d0-ac1b-c8572af32425" providerId="AD" clId="Web-{080B6009-FA33-DABB-BB24-DE83EC54E9A0}" dt="2025-02-15T02:07:24.889" v="56" actId="20577"/>
          <ac:spMkLst>
            <pc:docMk/>
            <pc:sldMk cId="3420477608" sldId="275"/>
            <ac:spMk id="3" creationId="{FAA68E14-BBD6-6444-F932-DB709A647E4E}"/>
          </ac:spMkLst>
        </pc:spChg>
        <pc:spChg chg="del">
          <ac:chgData name="Spencer Alexander Biernat" userId="S::sbiernat@calpoly.edu::361c9d57-45c8-45d0-ac1b-c8572af32425" providerId="AD" clId="Web-{080B6009-FA33-DABB-BB24-DE83EC54E9A0}" dt="2025-02-15T02:59:40.592" v="442"/>
          <ac:spMkLst>
            <pc:docMk/>
            <pc:sldMk cId="3420477608" sldId="275"/>
            <ac:spMk id="4" creationId="{F932FCB7-A085-D31D-C228-216E02B07041}"/>
          </ac:spMkLst>
        </pc:spChg>
        <pc:picChg chg="add mod">
          <ac:chgData name="Spencer Alexander Biernat" userId="S::sbiernat@calpoly.edu::361c9d57-45c8-45d0-ac1b-c8572af32425" providerId="AD" clId="Web-{080B6009-FA33-DABB-BB24-DE83EC54E9A0}" dt="2025-02-15T02:59:36.451" v="441" actId="1076"/>
          <ac:picMkLst>
            <pc:docMk/>
            <pc:sldMk cId="3420477608" sldId="275"/>
            <ac:picMk id="5" creationId="{667EF3C5-E3E9-BCFD-6D70-8B3D85FBE9AA}"/>
          </ac:picMkLst>
        </pc:picChg>
      </pc:sldChg>
      <pc:sldChg chg="addSp delSp modSp">
        <pc:chgData name="Spencer Alexander Biernat" userId="S::sbiernat@calpoly.edu::361c9d57-45c8-45d0-ac1b-c8572af32425" providerId="AD" clId="Web-{080B6009-FA33-DABB-BB24-DE83EC54E9A0}" dt="2025-02-15T03:08:40.233" v="554" actId="14100"/>
        <pc:sldMkLst>
          <pc:docMk/>
          <pc:sldMk cId="3037852814" sldId="276"/>
        </pc:sldMkLst>
        <pc:spChg chg="mod">
          <ac:chgData name="Spencer Alexander Biernat" userId="S::sbiernat@calpoly.edu::361c9d57-45c8-45d0-ac1b-c8572af32425" providerId="AD" clId="Web-{080B6009-FA33-DABB-BB24-DE83EC54E9A0}" dt="2025-02-15T03:08:40.233" v="554" actId="14100"/>
          <ac:spMkLst>
            <pc:docMk/>
            <pc:sldMk cId="3037852814" sldId="276"/>
            <ac:spMk id="2" creationId="{7293744F-D026-C7FD-C88A-18225F013E11}"/>
          </ac:spMkLst>
        </pc:spChg>
        <pc:spChg chg="mod">
          <ac:chgData name="Spencer Alexander Biernat" userId="S::sbiernat@calpoly.edu::361c9d57-45c8-45d0-ac1b-c8572af32425" providerId="AD" clId="Web-{080B6009-FA33-DABB-BB24-DE83EC54E9A0}" dt="2025-02-15T03:01:31.669" v="471" actId="14100"/>
          <ac:spMkLst>
            <pc:docMk/>
            <pc:sldMk cId="3037852814" sldId="276"/>
            <ac:spMk id="3" creationId="{034510D4-9EAF-6031-03D8-78CF75D3F0A2}"/>
          </ac:spMkLst>
        </pc:spChg>
        <pc:spChg chg="del">
          <ac:chgData name="Spencer Alexander Biernat" userId="S::sbiernat@calpoly.edu::361c9d57-45c8-45d0-ac1b-c8572af32425" providerId="AD" clId="Web-{080B6009-FA33-DABB-BB24-DE83EC54E9A0}" dt="2025-02-15T03:01:16.558" v="468"/>
          <ac:spMkLst>
            <pc:docMk/>
            <pc:sldMk cId="3037852814" sldId="276"/>
            <ac:spMk id="4" creationId="{DE3DE25B-276C-687B-2803-10F7B9F5F955}"/>
          </ac:spMkLst>
        </pc:spChg>
        <pc:picChg chg="add mod">
          <ac:chgData name="Spencer Alexander Biernat" userId="S::sbiernat@calpoly.edu::361c9d57-45c8-45d0-ac1b-c8572af32425" providerId="AD" clId="Web-{080B6009-FA33-DABB-BB24-DE83EC54E9A0}" dt="2025-02-15T03:01:42.747" v="474" actId="1076"/>
          <ac:picMkLst>
            <pc:docMk/>
            <pc:sldMk cId="3037852814" sldId="276"/>
            <ac:picMk id="5" creationId="{E4D0A90D-DD4E-4A55-9AC3-1EDF38C38D39}"/>
          </ac:picMkLst>
        </pc:picChg>
      </pc:sldChg>
      <pc:sldChg chg="modSp">
        <pc:chgData name="Spencer Alexander Biernat" userId="S::sbiernat@calpoly.edu::361c9d57-45c8-45d0-ac1b-c8572af32425" providerId="AD" clId="Web-{080B6009-FA33-DABB-BB24-DE83EC54E9A0}" dt="2025-02-15T03:15:34.031" v="785"/>
        <pc:sldMkLst>
          <pc:docMk/>
          <pc:sldMk cId="715362508" sldId="277"/>
        </pc:sldMkLst>
        <pc:graphicFrameChg chg="mod modGraphic">
          <ac:chgData name="Spencer Alexander Biernat" userId="S::sbiernat@calpoly.edu::361c9d57-45c8-45d0-ac1b-c8572af32425" providerId="AD" clId="Web-{080B6009-FA33-DABB-BB24-DE83EC54E9A0}" dt="2025-02-15T03:15:34.031" v="785"/>
          <ac:graphicFrameMkLst>
            <pc:docMk/>
            <pc:sldMk cId="715362508" sldId="277"/>
            <ac:graphicFrameMk id="6" creationId="{B5648EEE-744D-DA40-4092-702662270C22}"/>
          </ac:graphicFrameMkLst>
        </pc:graphicFrameChg>
      </pc:sldChg>
      <pc:sldChg chg="del">
        <pc:chgData name="Spencer Alexander Biernat" userId="S::sbiernat@calpoly.edu::361c9d57-45c8-45d0-ac1b-c8572af32425" providerId="AD" clId="Web-{080B6009-FA33-DABB-BB24-DE83EC54E9A0}" dt="2025-02-15T03:04:19.588" v="508"/>
        <pc:sldMkLst>
          <pc:docMk/>
          <pc:sldMk cId="965444940" sldId="279"/>
        </pc:sldMkLst>
      </pc:sldChg>
      <pc:sldChg chg="del">
        <pc:chgData name="Spencer Alexander Biernat" userId="S::sbiernat@calpoly.edu::361c9d57-45c8-45d0-ac1b-c8572af32425" providerId="AD" clId="Web-{080B6009-FA33-DABB-BB24-DE83EC54E9A0}" dt="2025-02-15T03:04:17.447" v="507"/>
        <pc:sldMkLst>
          <pc:docMk/>
          <pc:sldMk cId="3600189883" sldId="280"/>
        </pc:sldMkLst>
      </pc:sldChg>
      <pc:sldChg chg="addSp delSp modSp">
        <pc:chgData name="Spencer Alexander Biernat" userId="S::sbiernat@calpoly.edu::361c9d57-45c8-45d0-ac1b-c8572af32425" providerId="AD" clId="Web-{080B6009-FA33-DABB-BB24-DE83EC54E9A0}" dt="2025-02-15T03:17:34.571" v="816" actId="20577"/>
        <pc:sldMkLst>
          <pc:docMk/>
          <pc:sldMk cId="2489196310" sldId="288"/>
        </pc:sldMkLst>
        <pc:spChg chg="mod">
          <ac:chgData name="Spencer Alexander Biernat" userId="S::sbiernat@calpoly.edu::361c9d57-45c8-45d0-ac1b-c8572af32425" providerId="AD" clId="Web-{080B6009-FA33-DABB-BB24-DE83EC54E9A0}" dt="2025-02-15T03:17:34.571" v="816" actId="20577"/>
          <ac:spMkLst>
            <pc:docMk/>
            <pc:sldMk cId="2489196310" sldId="288"/>
            <ac:spMk id="9" creationId="{A1B080F6-2BAB-03BA-2AD8-5E689B93112F}"/>
          </ac:spMkLst>
        </pc:spChg>
        <pc:picChg chg="add del mod">
          <ac:chgData name="Spencer Alexander Biernat" userId="S::sbiernat@calpoly.edu::361c9d57-45c8-45d0-ac1b-c8572af32425" providerId="AD" clId="Web-{080B6009-FA33-DABB-BB24-DE83EC54E9A0}" dt="2025-02-15T02:27:10.343" v="66"/>
          <ac:picMkLst>
            <pc:docMk/>
            <pc:sldMk cId="2489196310" sldId="288"/>
            <ac:picMk id="2" creationId="{67BB04B8-468F-0AC7-6E6B-45E23B0FA2C3}"/>
          </ac:picMkLst>
        </pc:picChg>
        <pc:picChg chg="del mod">
          <ac:chgData name="Spencer Alexander Biernat" userId="S::sbiernat@calpoly.edu::361c9d57-45c8-45d0-ac1b-c8572af32425" providerId="AD" clId="Web-{080B6009-FA33-DABB-BB24-DE83EC54E9A0}" dt="2025-02-15T02:27:13.610" v="67"/>
          <ac:picMkLst>
            <pc:docMk/>
            <pc:sldMk cId="2489196310" sldId="288"/>
            <ac:picMk id="5" creationId="{080F3713-3E4C-6BB4-2E10-2A9DC324CD61}"/>
          </ac:picMkLst>
        </pc:picChg>
      </pc:sldChg>
      <pc:sldChg chg="addSp delSp modSp new">
        <pc:chgData name="Spencer Alexander Biernat" userId="S::sbiernat@calpoly.edu::361c9d57-45c8-45d0-ac1b-c8572af32425" providerId="AD" clId="Web-{080B6009-FA33-DABB-BB24-DE83EC54E9A0}" dt="2025-02-15T02:57:54.115" v="436" actId="1076"/>
        <pc:sldMkLst>
          <pc:docMk/>
          <pc:sldMk cId="112416315" sldId="296"/>
        </pc:sldMkLst>
        <pc:spChg chg="mod">
          <ac:chgData name="Spencer Alexander Biernat" userId="S::sbiernat@calpoly.edu::361c9d57-45c8-45d0-ac1b-c8572af32425" providerId="AD" clId="Web-{080B6009-FA33-DABB-BB24-DE83EC54E9A0}" dt="2025-02-15T02:56:02.200" v="423" actId="14100"/>
          <ac:spMkLst>
            <pc:docMk/>
            <pc:sldMk cId="112416315" sldId="296"/>
            <ac:spMk id="2" creationId="{D2CBA2DA-B03D-B573-30D6-25D9FE92CA0A}"/>
          </ac:spMkLst>
        </pc:spChg>
        <pc:spChg chg="mod">
          <ac:chgData name="Spencer Alexander Biernat" userId="S::sbiernat@calpoly.edu::361c9d57-45c8-45d0-ac1b-c8572af32425" providerId="AD" clId="Web-{080B6009-FA33-DABB-BB24-DE83EC54E9A0}" dt="2025-02-15T02:52:22.136" v="189" actId="20577"/>
          <ac:spMkLst>
            <pc:docMk/>
            <pc:sldMk cId="112416315" sldId="296"/>
            <ac:spMk id="3" creationId="{F843CF1F-BE57-BD46-D3B3-20017758C9BB}"/>
          </ac:spMkLst>
        </pc:spChg>
        <pc:spChg chg="add mod">
          <ac:chgData name="Spencer Alexander Biernat" userId="S::sbiernat@calpoly.edu::361c9d57-45c8-45d0-ac1b-c8572af32425" providerId="AD" clId="Web-{080B6009-FA33-DABB-BB24-DE83EC54E9A0}" dt="2025-02-15T02:57:51.036" v="435" actId="14100"/>
          <ac:spMkLst>
            <pc:docMk/>
            <pc:sldMk cId="112416315" sldId="296"/>
            <ac:spMk id="9" creationId="{642F410D-7511-C3B0-1302-735552AA8310}"/>
          </ac:spMkLst>
        </pc:spChg>
        <pc:picChg chg="add mod">
          <ac:chgData name="Spencer Alexander Biernat" userId="S::sbiernat@calpoly.edu::361c9d57-45c8-45d0-ac1b-c8572af32425" providerId="AD" clId="Web-{080B6009-FA33-DABB-BB24-DE83EC54E9A0}" dt="2025-02-15T02:57:54.115" v="436" actId="1076"/>
          <ac:picMkLst>
            <pc:docMk/>
            <pc:sldMk cId="112416315" sldId="296"/>
            <ac:picMk id="5" creationId="{2D063FD7-B59D-66B3-1B99-82CFA2625B0F}"/>
          </ac:picMkLst>
        </pc:picChg>
        <pc:picChg chg="add del">
          <ac:chgData name="Spencer Alexander Biernat" userId="S::sbiernat@calpoly.edu::361c9d57-45c8-45d0-ac1b-c8572af32425" providerId="AD" clId="Web-{080B6009-FA33-DABB-BB24-DE83EC54E9A0}" dt="2025-02-15T01:44:02.574" v="40"/>
          <ac:picMkLst>
            <pc:docMk/>
            <pc:sldMk cId="112416315" sldId="296"/>
            <ac:picMk id="6" creationId="{9F039AA1-C9F2-8021-79D3-EC4B7D4FD4C0}"/>
          </ac:picMkLst>
        </pc:picChg>
        <pc:picChg chg="add mod">
          <ac:chgData name="Spencer Alexander Biernat" userId="S::sbiernat@calpoly.edu::361c9d57-45c8-45d0-ac1b-c8572af32425" providerId="AD" clId="Web-{080B6009-FA33-DABB-BB24-DE83EC54E9A0}" dt="2025-02-15T02:56:16.623" v="427" actId="1076"/>
          <ac:picMkLst>
            <pc:docMk/>
            <pc:sldMk cId="112416315" sldId="296"/>
            <ac:picMk id="7" creationId="{5A6816BA-CAF6-DE18-B969-8815FF3944CA}"/>
          </ac:picMkLst>
        </pc:picChg>
        <pc:picChg chg="mod">
          <ac:chgData name="Spencer Alexander Biernat" userId="S::sbiernat@calpoly.edu::361c9d57-45c8-45d0-ac1b-c8572af32425" providerId="AD" clId="Web-{080B6009-FA33-DABB-BB24-DE83EC54E9A0}" dt="2025-02-15T02:56:13.044" v="426" actId="1076"/>
          <ac:picMkLst>
            <pc:docMk/>
            <pc:sldMk cId="112416315" sldId="296"/>
            <ac:picMk id="8" creationId="{4C505D65-C660-1D5E-1259-1469D14D177E}"/>
          </ac:picMkLst>
        </pc:picChg>
      </pc:sldChg>
      <pc:sldChg chg="modSp new del">
        <pc:chgData name="Spencer Alexander Biernat" userId="S::sbiernat@calpoly.edu::361c9d57-45c8-45d0-ac1b-c8572af32425" providerId="AD" clId="Web-{080B6009-FA33-DABB-BB24-DE83EC54E9A0}" dt="2025-02-15T01:33:47.994" v="27"/>
        <pc:sldMkLst>
          <pc:docMk/>
          <pc:sldMk cId="1868080156" sldId="296"/>
        </pc:sldMkLst>
        <pc:spChg chg="mod">
          <ac:chgData name="Spencer Alexander Biernat" userId="S::sbiernat@calpoly.edu::361c9d57-45c8-45d0-ac1b-c8572af32425" providerId="AD" clId="Web-{080B6009-FA33-DABB-BB24-DE83EC54E9A0}" dt="2025-02-15T01:33:36.650" v="26" actId="20577"/>
          <ac:spMkLst>
            <pc:docMk/>
            <pc:sldMk cId="1868080156" sldId="296"/>
            <ac:spMk id="3" creationId="{BC9C063B-2E79-665B-FB14-518A72488DC4}"/>
          </ac:spMkLst>
        </pc:spChg>
      </pc:sldChg>
      <pc:sldChg chg="addSp modSp new del">
        <pc:chgData name="Spencer Alexander Biernat" userId="S::sbiernat@calpoly.edu::361c9d57-45c8-45d0-ac1b-c8572af32425" providerId="AD" clId="Web-{080B6009-FA33-DABB-BB24-DE83EC54E9A0}" dt="2025-02-15T02:57:59.474" v="437"/>
        <pc:sldMkLst>
          <pc:docMk/>
          <pc:sldMk cId="3493957864" sldId="297"/>
        </pc:sldMkLst>
        <pc:spChg chg="mod">
          <ac:chgData name="Spencer Alexander Biernat" userId="S::sbiernat@calpoly.edu::361c9d57-45c8-45d0-ac1b-c8572af32425" providerId="AD" clId="Web-{080B6009-FA33-DABB-BB24-DE83EC54E9A0}" dt="2025-02-15T02:03:29.136" v="46" actId="14100"/>
          <ac:spMkLst>
            <pc:docMk/>
            <pc:sldMk cId="3493957864" sldId="297"/>
            <ac:spMk id="2" creationId="{38E3B6D3-C5B0-3C10-5CDB-631BBDFA7B18}"/>
          </ac:spMkLst>
        </pc:spChg>
        <pc:spChg chg="add mod">
          <ac:chgData name="Spencer Alexander Biernat" userId="S::sbiernat@calpoly.edu::361c9d57-45c8-45d0-ac1b-c8572af32425" providerId="AD" clId="Web-{080B6009-FA33-DABB-BB24-DE83EC54E9A0}" dt="2025-02-15T02:57:40.285" v="431" actId="20577"/>
          <ac:spMkLst>
            <pc:docMk/>
            <pc:sldMk cId="3493957864" sldId="297"/>
            <ac:spMk id="5" creationId="{E469FA4C-5B7C-F32C-37FE-A4D52E6AC1C8}"/>
          </ac:spMkLst>
        </pc:spChg>
      </pc:sldChg>
      <pc:sldChg chg="delSp modSp new">
        <pc:chgData name="Spencer Alexander Biernat" userId="S::sbiernat@calpoly.edu::361c9d57-45c8-45d0-ac1b-c8572af32425" providerId="AD" clId="Web-{080B6009-FA33-DABB-BB24-DE83EC54E9A0}" dt="2025-02-15T03:00:09.156" v="466" actId="14100"/>
        <pc:sldMkLst>
          <pc:docMk/>
          <pc:sldMk cId="1363140920" sldId="299"/>
        </pc:sldMkLst>
        <pc:spChg chg="mod">
          <ac:chgData name="Spencer Alexander Biernat" userId="S::sbiernat@calpoly.edu::361c9d57-45c8-45d0-ac1b-c8572af32425" providerId="AD" clId="Web-{080B6009-FA33-DABB-BB24-DE83EC54E9A0}" dt="2025-02-15T02:07:30.655" v="59" actId="20577"/>
          <ac:spMkLst>
            <pc:docMk/>
            <pc:sldMk cId="1363140920" sldId="299"/>
            <ac:spMk id="2" creationId="{24D12BB0-2FCC-B9A8-F1F5-E5D00299F93D}"/>
          </ac:spMkLst>
        </pc:spChg>
        <pc:spChg chg="mod">
          <ac:chgData name="Spencer Alexander Biernat" userId="S::sbiernat@calpoly.edu::361c9d57-45c8-45d0-ac1b-c8572af32425" providerId="AD" clId="Web-{080B6009-FA33-DABB-BB24-DE83EC54E9A0}" dt="2025-02-15T03:00:09.156" v="466" actId="14100"/>
          <ac:spMkLst>
            <pc:docMk/>
            <pc:sldMk cId="1363140920" sldId="299"/>
            <ac:spMk id="3" creationId="{2C7CDC5C-07FF-A059-5680-2925F07BFE87}"/>
          </ac:spMkLst>
        </pc:spChg>
        <pc:spChg chg="del">
          <ac:chgData name="Spencer Alexander Biernat" userId="S::sbiernat@calpoly.edu::361c9d57-45c8-45d0-ac1b-c8572af32425" providerId="AD" clId="Web-{080B6009-FA33-DABB-BB24-DE83EC54E9A0}" dt="2025-02-15T03:00:06.078" v="465"/>
          <ac:spMkLst>
            <pc:docMk/>
            <pc:sldMk cId="1363140920" sldId="299"/>
            <ac:spMk id="4" creationId="{CC674F45-B0DE-C8CE-F422-B66C2A403F71}"/>
          </ac:spMkLst>
        </pc:spChg>
      </pc:sldChg>
      <pc:sldChg chg="addSp modSp new">
        <pc:chgData name="Spencer Alexander Biernat" userId="S::sbiernat@calpoly.edu::361c9d57-45c8-45d0-ac1b-c8572af32425" providerId="AD" clId="Web-{080B6009-FA33-DABB-BB24-DE83EC54E9A0}" dt="2025-02-15T02:27:22.969" v="70" actId="14100"/>
        <pc:sldMkLst>
          <pc:docMk/>
          <pc:sldMk cId="933601778" sldId="301"/>
        </pc:sldMkLst>
        <pc:picChg chg="add mod">
          <ac:chgData name="Spencer Alexander Biernat" userId="S::sbiernat@calpoly.edu::361c9d57-45c8-45d0-ac1b-c8572af32425" providerId="AD" clId="Web-{080B6009-FA33-DABB-BB24-DE83EC54E9A0}" dt="2025-02-15T02:27:22.969" v="70" actId="14100"/>
          <ac:picMkLst>
            <pc:docMk/>
            <pc:sldMk cId="933601778" sldId="301"/>
            <ac:picMk id="4" creationId="{63B429AF-CAE8-4652-98F1-CA5831B21AF2}"/>
          </ac:picMkLst>
        </pc:picChg>
      </pc:sldChg>
      <pc:sldChg chg="addSp delSp modSp new">
        <pc:chgData name="Spencer Alexander Biernat" userId="S::sbiernat@calpoly.edu::361c9d57-45c8-45d0-ac1b-c8572af32425" providerId="AD" clId="Web-{080B6009-FA33-DABB-BB24-DE83EC54E9A0}" dt="2025-02-15T03:02:38.642" v="489" actId="20577"/>
        <pc:sldMkLst>
          <pc:docMk/>
          <pc:sldMk cId="1960561610" sldId="304"/>
        </pc:sldMkLst>
        <pc:spChg chg="mod">
          <ac:chgData name="Spencer Alexander Biernat" userId="S::sbiernat@calpoly.edu::361c9d57-45c8-45d0-ac1b-c8572af32425" providerId="AD" clId="Web-{080B6009-FA33-DABB-BB24-DE83EC54E9A0}" dt="2025-02-15T02:46:04.762" v="79" actId="20577"/>
          <ac:spMkLst>
            <pc:docMk/>
            <pc:sldMk cId="1960561610" sldId="304"/>
            <ac:spMk id="2" creationId="{056DFAAA-4FF8-F5E7-6A13-0EF2FCDC9EF6}"/>
          </ac:spMkLst>
        </pc:spChg>
        <pc:spChg chg="mod">
          <ac:chgData name="Spencer Alexander Biernat" userId="S::sbiernat@calpoly.edu::361c9d57-45c8-45d0-ac1b-c8572af32425" providerId="AD" clId="Web-{080B6009-FA33-DABB-BB24-DE83EC54E9A0}" dt="2025-02-15T03:02:38.642" v="489" actId="20577"/>
          <ac:spMkLst>
            <pc:docMk/>
            <pc:sldMk cId="1960561610" sldId="304"/>
            <ac:spMk id="3" creationId="{FA2877D0-96D1-6D40-35C6-4C4E58CD97B1}"/>
          </ac:spMkLst>
        </pc:spChg>
        <pc:spChg chg="del">
          <ac:chgData name="Spencer Alexander Biernat" userId="S::sbiernat@calpoly.edu::361c9d57-45c8-45d0-ac1b-c8572af32425" providerId="AD" clId="Web-{080B6009-FA33-DABB-BB24-DE83EC54E9A0}" dt="2025-02-15T03:02:04.952" v="477"/>
          <ac:spMkLst>
            <pc:docMk/>
            <pc:sldMk cId="1960561610" sldId="304"/>
            <ac:spMk id="4" creationId="{A94238A2-1B84-00B6-30B9-37990AA75014}"/>
          </ac:spMkLst>
        </pc:spChg>
        <pc:picChg chg="add mod">
          <ac:chgData name="Spencer Alexander Biernat" userId="S::sbiernat@calpoly.edu::361c9d57-45c8-45d0-ac1b-c8572af32425" providerId="AD" clId="Web-{080B6009-FA33-DABB-BB24-DE83EC54E9A0}" dt="2025-02-15T03:02:16.437" v="480" actId="1076"/>
          <ac:picMkLst>
            <pc:docMk/>
            <pc:sldMk cId="1960561610" sldId="304"/>
            <ac:picMk id="5" creationId="{3E83E23B-41AA-8DF4-289A-AD79D1FBD2B3}"/>
          </ac:picMkLst>
        </pc:picChg>
      </pc:sldChg>
      <pc:sldChg chg="addSp delSp modSp new">
        <pc:chgData name="Spencer Alexander Biernat" userId="S::sbiernat@calpoly.edu::361c9d57-45c8-45d0-ac1b-c8572af32425" providerId="AD" clId="Web-{080B6009-FA33-DABB-BB24-DE83EC54E9A0}" dt="2025-02-15T03:02:57.613" v="497" actId="1076"/>
        <pc:sldMkLst>
          <pc:docMk/>
          <pc:sldMk cId="715043467" sldId="305"/>
        </pc:sldMkLst>
        <pc:spChg chg="del">
          <ac:chgData name="Spencer Alexander Biernat" userId="S::sbiernat@calpoly.edu::361c9d57-45c8-45d0-ac1b-c8572af32425" providerId="AD" clId="Web-{080B6009-FA33-DABB-BB24-DE83EC54E9A0}" dt="2025-02-15T02:46:52.704" v="83"/>
          <ac:spMkLst>
            <pc:docMk/>
            <pc:sldMk cId="715043467" sldId="305"/>
            <ac:spMk id="2" creationId="{F21508E5-5EBB-0C7D-CC3F-638B8098109D}"/>
          </ac:spMkLst>
        </pc:spChg>
        <pc:spChg chg="mod">
          <ac:chgData name="Spencer Alexander Biernat" userId="S::sbiernat@calpoly.edu::361c9d57-45c8-45d0-ac1b-c8572af32425" providerId="AD" clId="Web-{080B6009-FA33-DABB-BB24-DE83EC54E9A0}" dt="2025-02-15T03:02:45.049" v="491" actId="14100"/>
          <ac:spMkLst>
            <pc:docMk/>
            <pc:sldMk cId="715043467" sldId="305"/>
            <ac:spMk id="3" creationId="{499D1C75-7E83-111E-0D4C-27D23F9CA6EB}"/>
          </ac:spMkLst>
        </pc:spChg>
        <pc:spChg chg="del">
          <ac:chgData name="Spencer Alexander Biernat" userId="S::sbiernat@calpoly.edu::361c9d57-45c8-45d0-ac1b-c8572af32425" providerId="AD" clId="Web-{080B6009-FA33-DABB-BB24-DE83EC54E9A0}" dt="2025-02-15T03:02:29.595" v="483"/>
          <ac:spMkLst>
            <pc:docMk/>
            <pc:sldMk cId="715043467" sldId="305"/>
            <ac:spMk id="4" creationId="{1C1B0D36-D4B7-84BA-A378-A048C130FD1C}"/>
          </ac:spMkLst>
        </pc:spChg>
        <pc:picChg chg="add mod">
          <ac:chgData name="Spencer Alexander Biernat" userId="S::sbiernat@calpoly.edu::361c9d57-45c8-45d0-ac1b-c8572af32425" providerId="AD" clId="Web-{080B6009-FA33-DABB-BB24-DE83EC54E9A0}" dt="2025-02-15T03:02:56.175" v="496" actId="1076"/>
          <ac:picMkLst>
            <pc:docMk/>
            <pc:sldMk cId="715043467" sldId="305"/>
            <ac:picMk id="5" creationId="{21F0DD5C-6BEF-9095-4E09-344C93B8D5A3}"/>
          </ac:picMkLst>
        </pc:picChg>
        <pc:picChg chg="add mod">
          <ac:chgData name="Spencer Alexander Biernat" userId="S::sbiernat@calpoly.edu::361c9d57-45c8-45d0-ac1b-c8572af32425" providerId="AD" clId="Web-{080B6009-FA33-DABB-BB24-DE83EC54E9A0}" dt="2025-02-15T03:02:57.613" v="497" actId="1076"/>
          <ac:picMkLst>
            <pc:docMk/>
            <pc:sldMk cId="715043467" sldId="305"/>
            <ac:picMk id="6" creationId="{B25AFBE1-0B56-B3F8-4584-D05ABFAC8878}"/>
          </ac:picMkLst>
        </pc:picChg>
      </pc:sldChg>
      <pc:sldChg chg="addSp delSp modSp new">
        <pc:chgData name="Spencer Alexander Biernat" userId="S::sbiernat@calpoly.edu::361c9d57-45c8-45d0-ac1b-c8572af32425" providerId="AD" clId="Web-{080B6009-FA33-DABB-BB24-DE83EC54E9A0}" dt="2025-02-15T03:04:10.962" v="506" actId="20577"/>
        <pc:sldMkLst>
          <pc:docMk/>
          <pc:sldMk cId="883446760" sldId="306"/>
        </pc:sldMkLst>
        <pc:spChg chg="del">
          <ac:chgData name="Spencer Alexander Biernat" userId="S::sbiernat@calpoly.edu::361c9d57-45c8-45d0-ac1b-c8572af32425" providerId="AD" clId="Web-{080B6009-FA33-DABB-BB24-DE83EC54E9A0}" dt="2025-02-15T02:48:09.632" v="93"/>
          <ac:spMkLst>
            <pc:docMk/>
            <pc:sldMk cId="883446760" sldId="306"/>
            <ac:spMk id="2" creationId="{7113744B-B23C-174A-FAB7-CDEC9D65F987}"/>
          </ac:spMkLst>
        </pc:spChg>
        <pc:spChg chg="mod">
          <ac:chgData name="Spencer Alexander Biernat" userId="S::sbiernat@calpoly.edu::361c9d57-45c8-45d0-ac1b-c8572af32425" providerId="AD" clId="Web-{080B6009-FA33-DABB-BB24-DE83EC54E9A0}" dt="2025-02-15T03:03:31.818" v="503" actId="14100"/>
          <ac:spMkLst>
            <pc:docMk/>
            <pc:sldMk cId="883446760" sldId="306"/>
            <ac:spMk id="3" creationId="{1738A874-268A-4D24-29F1-631D0FC48CE5}"/>
          </ac:spMkLst>
        </pc:spChg>
        <pc:spChg chg="del mod">
          <ac:chgData name="Spencer Alexander Biernat" userId="S::sbiernat@calpoly.edu::361c9d57-45c8-45d0-ac1b-c8572af32425" providerId="AD" clId="Web-{080B6009-FA33-DABB-BB24-DE83EC54E9A0}" dt="2025-02-15T03:03:28.287" v="502"/>
          <ac:spMkLst>
            <pc:docMk/>
            <pc:sldMk cId="883446760" sldId="306"/>
            <ac:spMk id="4" creationId="{2BCEB881-5A0F-85AC-BB1A-D28C7A10A981}"/>
          </ac:spMkLst>
        </pc:spChg>
        <pc:spChg chg="add mod">
          <ac:chgData name="Spencer Alexander Biernat" userId="S::sbiernat@calpoly.edu::361c9d57-45c8-45d0-ac1b-c8572af32425" providerId="AD" clId="Web-{080B6009-FA33-DABB-BB24-DE83EC54E9A0}" dt="2025-02-15T03:04:10.962" v="506" actId="20577"/>
          <ac:spMkLst>
            <pc:docMk/>
            <pc:sldMk cId="883446760" sldId="306"/>
            <ac:spMk id="5" creationId="{B636BA63-FDD5-1198-DE76-9BF6CB2FF08A}"/>
          </ac:spMkLst>
        </pc:spChg>
        <pc:picChg chg="add mod">
          <ac:chgData name="Spencer Alexander Biernat" userId="S::sbiernat@calpoly.edu::361c9d57-45c8-45d0-ac1b-c8572af32425" providerId="AD" clId="Web-{080B6009-FA33-DABB-BB24-DE83EC54E9A0}" dt="2025-02-15T03:03:08.379" v="499" actId="1076"/>
          <ac:picMkLst>
            <pc:docMk/>
            <pc:sldMk cId="883446760" sldId="306"/>
            <ac:picMk id="6" creationId="{D08AE3A7-7BA6-9A31-E5E4-0FE46B23040D}"/>
          </ac:picMkLst>
        </pc:picChg>
        <pc:picChg chg="add del mod">
          <ac:chgData name="Spencer Alexander Biernat" userId="S::sbiernat@calpoly.edu::361c9d57-45c8-45d0-ac1b-c8572af32425" providerId="AD" clId="Web-{080B6009-FA33-DABB-BB24-DE83EC54E9A0}" dt="2025-02-15T02:48:46.134" v="103"/>
          <ac:picMkLst>
            <pc:docMk/>
            <pc:sldMk cId="883446760" sldId="306"/>
            <ac:picMk id="7" creationId="{5DE3B1D1-D6AE-7402-F2AB-81CEAC991C0B}"/>
          </ac:picMkLst>
        </pc:picChg>
        <pc:picChg chg="add mod">
          <ac:chgData name="Spencer Alexander Biernat" userId="S::sbiernat@calpoly.edu::361c9d57-45c8-45d0-ac1b-c8572af32425" providerId="AD" clId="Web-{080B6009-FA33-DABB-BB24-DE83EC54E9A0}" dt="2025-02-15T03:03:06.551" v="498" actId="1076"/>
          <ac:picMkLst>
            <pc:docMk/>
            <pc:sldMk cId="883446760" sldId="306"/>
            <ac:picMk id="8" creationId="{19F6272C-78E9-8CD3-742D-C8BC1B3DBA82}"/>
          </ac:picMkLst>
        </pc:picChg>
        <pc:picChg chg="add del mod">
          <ac:chgData name="Spencer Alexander Biernat" userId="S::sbiernat@calpoly.edu::361c9d57-45c8-45d0-ac1b-c8572af32425" providerId="AD" clId="Web-{080B6009-FA33-DABB-BB24-DE83EC54E9A0}" dt="2025-02-15T02:49:12.261" v="107"/>
          <ac:picMkLst>
            <pc:docMk/>
            <pc:sldMk cId="883446760" sldId="306"/>
            <ac:picMk id="9" creationId="{92871DCF-D6A7-7DB2-8333-86B5CBE4B376}"/>
          </ac:picMkLst>
        </pc:picChg>
      </pc:sldChg>
      <pc:sldChg chg="delSp modSp new">
        <pc:chgData name="Spencer Alexander Biernat" userId="S::sbiernat@calpoly.edu::361c9d57-45c8-45d0-ac1b-c8572af32425" providerId="AD" clId="Web-{080B6009-FA33-DABB-BB24-DE83EC54E9A0}" dt="2025-02-15T03:19:10.313" v="879" actId="20577"/>
        <pc:sldMkLst>
          <pc:docMk/>
          <pc:sldMk cId="2936169366" sldId="308"/>
        </pc:sldMkLst>
        <pc:spChg chg="mod">
          <ac:chgData name="Spencer Alexander Biernat" userId="S::sbiernat@calpoly.edu::361c9d57-45c8-45d0-ac1b-c8572af32425" providerId="AD" clId="Web-{080B6009-FA33-DABB-BB24-DE83EC54E9A0}" dt="2025-02-15T03:19:10.313" v="879" actId="20577"/>
          <ac:spMkLst>
            <pc:docMk/>
            <pc:sldMk cId="2936169366" sldId="308"/>
            <ac:spMk id="2" creationId="{358F8939-6225-4FBF-DBD0-D5454CD0F738}"/>
          </ac:spMkLst>
        </pc:spChg>
        <pc:spChg chg="mod">
          <ac:chgData name="Spencer Alexander Biernat" userId="S::sbiernat@calpoly.edu::361c9d57-45c8-45d0-ac1b-c8572af32425" providerId="AD" clId="Web-{080B6009-FA33-DABB-BB24-DE83EC54E9A0}" dt="2025-02-15T03:05:10.013" v="535" actId="20577"/>
          <ac:spMkLst>
            <pc:docMk/>
            <pc:sldMk cId="2936169366" sldId="308"/>
            <ac:spMk id="3" creationId="{CE6AC5AC-06A3-DE9C-5723-42F66C2213F3}"/>
          </ac:spMkLst>
        </pc:spChg>
        <pc:spChg chg="del">
          <ac:chgData name="Spencer Alexander Biernat" userId="S::sbiernat@calpoly.edu::361c9d57-45c8-45d0-ac1b-c8572af32425" providerId="AD" clId="Web-{080B6009-FA33-DABB-BB24-DE83EC54E9A0}" dt="2025-02-15T03:05:14.186" v="536"/>
          <ac:spMkLst>
            <pc:docMk/>
            <pc:sldMk cId="2936169366" sldId="308"/>
            <ac:spMk id="4" creationId="{CDC0E35C-C1C9-AC09-7037-7F443E1D60D7}"/>
          </ac:spMkLst>
        </pc:spChg>
      </pc:sldChg>
    </pc:docChg>
  </pc:docChgLst>
  <pc:docChgLst>
    <pc:chgData name="Shiva Srinivas Pulmamidi" userId="S::spulmami@calpoly.edu::e7ab9942-b347-4ade-87f4-7dceecdf3cc0" providerId="AD" clId="Web-{C57D0D1D-5B27-41A3-BCCB-F6647CBC349B}"/>
    <pc:docChg chg="addSld modSld sldOrd">
      <pc:chgData name="Shiva Srinivas Pulmamidi" userId="S::spulmami@calpoly.edu::e7ab9942-b347-4ade-87f4-7dceecdf3cc0" providerId="AD" clId="Web-{C57D0D1D-5B27-41A3-BCCB-F6647CBC349B}" dt="2025-02-11T05:01:07.636" v="1945" actId="20577"/>
      <pc:docMkLst>
        <pc:docMk/>
      </pc:docMkLst>
      <pc:sldChg chg="addSp delSp modSp ord">
        <pc:chgData name="Shiva Srinivas Pulmamidi" userId="S::spulmami@calpoly.edu::e7ab9942-b347-4ade-87f4-7dceecdf3cc0" providerId="AD" clId="Web-{C57D0D1D-5B27-41A3-BCCB-F6647CBC349B}" dt="2025-02-11T05:01:07.636" v="1945" actId="20577"/>
        <pc:sldMkLst>
          <pc:docMk/>
          <pc:sldMk cId="4041658300" sldId="266"/>
        </pc:sldMkLst>
        <pc:spChg chg="mod">
          <ac:chgData name="Shiva Srinivas Pulmamidi" userId="S::spulmami@calpoly.edu::e7ab9942-b347-4ade-87f4-7dceecdf3cc0" providerId="AD" clId="Web-{C57D0D1D-5B27-41A3-BCCB-F6647CBC349B}" dt="2025-02-11T04:47:44.821" v="1832" actId="20577"/>
          <ac:spMkLst>
            <pc:docMk/>
            <pc:sldMk cId="4041658300" sldId="266"/>
            <ac:spMk id="3" creationId="{D9E38308-154C-5537-ACFD-8FE9ED5E10B0}"/>
          </ac:spMkLst>
        </pc:spChg>
        <pc:spChg chg="mod">
          <ac:chgData name="Shiva Srinivas Pulmamidi" userId="S::spulmami@calpoly.edu::e7ab9942-b347-4ade-87f4-7dceecdf3cc0" providerId="AD" clId="Web-{C57D0D1D-5B27-41A3-BCCB-F6647CBC349B}" dt="2025-02-11T05:01:07.636" v="1945" actId="20577"/>
          <ac:spMkLst>
            <pc:docMk/>
            <pc:sldMk cId="4041658300" sldId="266"/>
            <ac:spMk id="9" creationId="{5E348FC1-28B0-DF84-76FD-A912801DE455}"/>
          </ac:spMkLst>
        </pc:spChg>
        <pc:picChg chg="add mod modCrop">
          <ac:chgData name="Shiva Srinivas Pulmamidi" userId="S::spulmami@calpoly.edu::e7ab9942-b347-4ade-87f4-7dceecdf3cc0" providerId="AD" clId="Web-{C57D0D1D-5B27-41A3-BCCB-F6647CBC349B}" dt="2025-02-11T02:39:49.233" v="5" actId="1076"/>
          <ac:picMkLst>
            <pc:docMk/>
            <pc:sldMk cId="4041658300" sldId="266"/>
            <ac:picMk id="2" creationId="{178EEB66-B519-B2EC-EEF8-ACCFA15865A0}"/>
          </ac:picMkLst>
        </pc:picChg>
        <pc:picChg chg="add mod modCrop">
          <ac:chgData name="Shiva Srinivas Pulmamidi" userId="S::spulmami@calpoly.edu::e7ab9942-b347-4ade-87f4-7dceecdf3cc0" providerId="AD" clId="Web-{C57D0D1D-5B27-41A3-BCCB-F6647CBC349B}" dt="2025-02-11T02:54:58.257" v="244"/>
          <ac:picMkLst>
            <pc:docMk/>
            <pc:sldMk cId="4041658300" sldId="266"/>
            <ac:picMk id="5" creationId="{4D5613F1-EFC2-2D03-82EA-E256953FBA14}"/>
          </ac:picMkLst>
        </pc:picChg>
      </pc:sldChg>
      <pc:sldChg chg="addSp delSp modSp ord">
        <pc:chgData name="Shiva Srinivas Pulmamidi" userId="S::spulmami@calpoly.edu::e7ab9942-b347-4ade-87f4-7dceecdf3cc0" providerId="AD" clId="Web-{C57D0D1D-5B27-41A3-BCCB-F6647CBC349B}" dt="2025-02-11T04:59:23.044" v="1928" actId="20577"/>
        <pc:sldMkLst>
          <pc:docMk/>
          <pc:sldMk cId="3351023100" sldId="287"/>
        </pc:sldMkLst>
        <pc:spChg chg="mod">
          <ac:chgData name="Shiva Srinivas Pulmamidi" userId="S::spulmami@calpoly.edu::e7ab9942-b347-4ade-87f4-7dceecdf3cc0" providerId="AD" clId="Web-{C57D0D1D-5B27-41A3-BCCB-F6647CBC349B}" dt="2025-02-11T03:13:49.663" v="696" actId="20577"/>
          <ac:spMkLst>
            <pc:docMk/>
            <pc:sldMk cId="3351023100" sldId="287"/>
            <ac:spMk id="3" creationId="{0161EF96-34C1-EAB8-F782-494BF3336849}"/>
          </ac:spMkLst>
        </pc:spChg>
        <pc:spChg chg="add mod">
          <ac:chgData name="Shiva Srinivas Pulmamidi" userId="S::spulmami@calpoly.edu::e7ab9942-b347-4ade-87f4-7dceecdf3cc0" providerId="AD" clId="Web-{C57D0D1D-5B27-41A3-BCCB-F6647CBC349B}" dt="2025-02-11T04:58:08.742" v="1886" actId="1076"/>
          <ac:spMkLst>
            <pc:docMk/>
            <pc:sldMk cId="3351023100" sldId="287"/>
            <ac:spMk id="7" creationId="{457AA798-EE71-C34B-F142-03D559A40B84}"/>
          </ac:spMkLst>
        </pc:spChg>
        <pc:spChg chg="add del mod">
          <ac:chgData name="Shiva Srinivas Pulmamidi" userId="S::spulmami@calpoly.edu::e7ab9942-b347-4ade-87f4-7dceecdf3cc0" providerId="AD" clId="Web-{C57D0D1D-5B27-41A3-BCCB-F6647CBC349B}" dt="2025-02-11T04:59:23.044" v="1928" actId="20577"/>
          <ac:spMkLst>
            <pc:docMk/>
            <pc:sldMk cId="3351023100" sldId="287"/>
            <ac:spMk id="9" creationId="{F8B8B591-E4BC-699A-0606-471F75391E6B}"/>
          </ac:spMkLst>
        </pc:spChg>
        <pc:picChg chg="add mod">
          <ac:chgData name="Shiva Srinivas Pulmamidi" userId="S::spulmami@calpoly.edu::e7ab9942-b347-4ade-87f4-7dceecdf3cc0" providerId="AD" clId="Web-{C57D0D1D-5B27-41A3-BCCB-F6647CBC349B}" dt="2025-02-11T04:58:05.336" v="1885" actId="14100"/>
          <ac:picMkLst>
            <pc:docMk/>
            <pc:sldMk cId="3351023100" sldId="287"/>
            <ac:picMk id="5" creationId="{EC78C2AE-3C42-6746-2C62-CE7A8D63B677}"/>
          </ac:picMkLst>
        </pc:picChg>
      </pc:sldChg>
      <pc:sldChg chg="addSp delSp modSp add ord replId">
        <pc:chgData name="Shiva Srinivas Pulmamidi" userId="S::spulmami@calpoly.edu::e7ab9942-b347-4ade-87f4-7dceecdf3cc0" providerId="AD" clId="Web-{C57D0D1D-5B27-41A3-BCCB-F6647CBC349B}" dt="2025-02-11T04:47:59.962" v="1839"/>
        <pc:sldMkLst>
          <pc:docMk/>
          <pc:sldMk cId="2626732036" sldId="289"/>
        </pc:sldMkLst>
        <pc:spChg chg="mod">
          <ac:chgData name="Shiva Srinivas Pulmamidi" userId="S::spulmami@calpoly.edu::e7ab9942-b347-4ade-87f4-7dceecdf3cc0" providerId="AD" clId="Web-{C57D0D1D-5B27-41A3-BCCB-F6647CBC349B}" dt="2025-02-11T04:47:57.509" v="1838" actId="20577"/>
          <ac:spMkLst>
            <pc:docMk/>
            <pc:sldMk cId="2626732036" sldId="289"/>
            <ac:spMk id="3" creationId="{0D86F5D2-FEF6-4F31-9028-7113E9F8E9D7}"/>
          </ac:spMkLst>
        </pc:spChg>
        <pc:spChg chg="mod">
          <ac:chgData name="Shiva Srinivas Pulmamidi" userId="S::spulmami@calpoly.edu::e7ab9942-b347-4ade-87f4-7dceecdf3cc0" providerId="AD" clId="Web-{C57D0D1D-5B27-41A3-BCCB-F6647CBC349B}" dt="2025-02-11T04:41:42.794" v="1490" actId="20577"/>
          <ac:spMkLst>
            <pc:docMk/>
            <pc:sldMk cId="2626732036" sldId="289"/>
            <ac:spMk id="9" creationId="{58950C55-5E05-7D69-3833-A8E23738B6B5}"/>
          </ac:spMkLst>
        </pc:spChg>
        <pc:picChg chg="mod">
          <ac:chgData name="Shiva Srinivas Pulmamidi" userId="S::spulmami@calpoly.edu::e7ab9942-b347-4ade-87f4-7dceecdf3cc0" providerId="AD" clId="Web-{C57D0D1D-5B27-41A3-BCCB-F6647CBC349B}" dt="2025-02-11T02:52:32.628" v="234" actId="1076"/>
          <ac:picMkLst>
            <pc:docMk/>
            <pc:sldMk cId="2626732036" sldId="289"/>
            <ac:picMk id="2" creationId="{60825B91-AD23-7EEE-2D7F-999AFD616D98}"/>
          </ac:picMkLst>
        </pc:picChg>
      </pc:sldChg>
      <pc:sldChg chg="add ord replId">
        <pc:chgData name="Shiva Srinivas Pulmamidi" userId="S::spulmami@calpoly.edu::e7ab9942-b347-4ade-87f4-7dceecdf3cc0" providerId="AD" clId="Web-{C57D0D1D-5B27-41A3-BCCB-F6647CBC349B}" dt="2025-02-11T03:08:30.264" v="370"/>
        <pc:sldMkLst>
          <pc:docMk/>
          <pc:sldMk cId="581999569" sldId="291"/>
        </pc:sldMkLst>
      </pc:sldChg>
      <pc:sldChg chg="delSp modSp add replId">
        <pc:chgData name="Shiva Srinivas Pulmamidi" userId="S::spulmami@calpoly.edu::e7ab9942-b347-4ade-87f4-7dceecdf3cc0" providerId="AD" clId="Web-{C57D0D1D-5B27-41A3-BCCB-F6647CBC349B}" dt="2025-02-11T04:52:08.622" v="1871" actId="20577"/>
        <pc:sldMkLst>
          <pc:docMk/>
          <pc:sldMk cId="3551441810" sldId="292"/>
        </pc:sldMkLst>
        <pc:spChg chg="mod">
          <ac:chgData name="Shiva Srinivas Pulmamidi" userId="S::spulmami@calpoly.edu::e7ab9942-b347-4ade-87f4-7dceecdf3cc0" providerId="AD" clId="Web-{C57D0D1D-5B27-41A3-BCCB-F6647CBC349B}" dt="2025-02-11T04:43:08.988" v="1496" actId="20577"/>
          <ac:spMkLst>
            <pc:docMk/>
            <pc:sldMk cId="3551441810" sldId="292"/>
            <ac:spMk id="3" creationId="{164BC90A-8BD7-B85E-0A32-A40F33D31569}"/>
          </ac:spMkLst>
        </pc:spChg>
        <pc:spChg chg="mod">
          <ac:chgData name="Shiva Srinivas Pulmamidi" userId="S::spulmami@calpoly.edu::e7ab9942-b347-4ade-87f4-7dceecdf3cc0" providerId="AD" clId="Web-{C57D0D1D-5B27-41A3-BCCB-F6647CBC349B}" dt="2025-02-11T04:52:08.622" v="1871" actId="20577"/>
          <ac:spMkLst>
            <pc:docMk/>
            <pc:sldMk cId="3551441810" sldId="292"/>
            <ac:spMk id="9" creationId="{3AA44F40-FF20-3B16-8865-2D62BBB4F763}"/>
          </ac:spMkLst>
        </pc:spChg>
      </pc:sldChg>
    </pc:docChg>
  </pc:docChgLst>
  <pc:docChgLst>
    <pc:chgData name="Shiva Srinivas Pulmamidi" userId="S::spulmami@calpoly.edu::e7ab9942-b347-4ade-87f4-7dceecdf3cc0" providerId="AD" clId="Web-{079544C8-F3AB-C699-C5FC-CCC63DF3E4CD}"/>
    <pc:docChg chg="addSld modSld">
      <pc:chgData name="Shiva Srinivas Pulmamidi" userId="S::spulmami@calpoly.edu::e7ab9942-b347-4ade-87f4-7dceecdf3cc0" providerId="AD" clId="Web-{079544C8-F3AB-C699-C5FC-CCC63DF3E4CD}" dt="2025-02-13T04:40:56.803" v="695" actId="20577"/>
      <pc:docMkLst>
        <pc:docMk/>
      </pc:docMkLst>
      <pc:sldChg chg="modSp">
        <pc:chgData name="Shiva Srinivas Pulmamidi" userId="S::spulmami@calpoly.edu::e7ab9942-b347-4ade-87f4-7dceecdf3cc0" providerId="AD" clId="Web-{079544C8-F3AB-C699-C5FC-CCC63DF3E4CD}" dt="2025-02-13T04:40:56.803" v="695" actId="20577"/>
        <pc:sldMkLst>
          <pc:docMk/>
          <pc:sldMk cId="4041658300" sldId="266"/>
        </pc:sldMkLst>
        <pc:spChg chg="mod">
          <ac:chgData name="Shiva Srinivas Pulmamidi" userId="S::spulmami@calpoly.edu::e7ab9942-b347-4ade-87f4-7dceecdf3cc0" providerId="AD" clId="Web-{079544C8-F3AB-C699-C5FC-CCC63DF3E4CD}" dt="2025-02-13T04:40:56.803" v="695" actId="20577"/>
          <ac:spMkLst>
            <pc:docMk/>
            <pc:sldMk cId="4041658300" sldId="266"/>
            <ac:spMk id="9" creationId="{5E348FC1-28B0-DF84-76FD-A912801DE455}"/>
          </ac:spMkLst>
        </pc:spChg>
      </pc:sldChg>
      <pc:sldChg chg="modSp">
        <pc:chgData name="Shiva Srinivas Pulmamidi" userId="S::spulmami@calpoly.edu::e7ab9942-b347-4ade-87f4-7dceecdf3cc0" providerId="AD" clId="Web-{079544C8-F3AB-C699-C5FC-CCC63DF3E4CD}" dt="2025-02-13T03:37:32.376" v="34" actId="20577"/>
        <pc:sldMkLst>
          <pc:docMk/>
          <pc:sldMk cId="3351023100" sldId="287"/>
        </pc:sldMkLst>
        <pc:spChg chg="mod">
          <ac:chgData name="Shiva Srinivas Pulmamidi" userId="S::spulmami@calpoly.edu::e7ab9942-b347-4ade-87f4-7dceecdf3cc0" providerId="AD" clId="Web-{079544C8-F3AB-C699-C5FC-CCC63DF3E4CD}" dt="2025-02-13T03:37:32.376" v="34" actId="20577"/>
          <ac:spMkLst>
            <pc:docMk/>
            <pc:sldMk cId="3351023100" sldId="287"/>
            <ac:spMk id="9" creationId="{F8B8B591-E4BC-699A-0606-471F75391E6B}"/>
          </ac:spMkLst>
        </pc:spChg>
      </pc:sldChg>
      <pc:sldChg chg="modSp">
        <pc:chgData name="Shiva Srinivas Pulmamidi" userId="S::spulmami@calpoly.edu::e7ab9942-b347-4ade-87f4-7dceecdf3cc0" providerId="AD" clId="Web-{079544C8-F3AB-C699-C5FC-CCC63DF3E4CD}" dt="2025-02-13T04:35:37.292" v="653" actId="20577"/>
        <pc:sldMkLst>
          <pc:docMk/>
          <pc:sldMk cId="2489196310" sldId="288"/>
        </pc:sldMkLst>
        <pc:spChg chg="mod">
          <ac:chgData name="Shiva Srinivas Pulmamidi" userId="S::spulmami@calpoly.edu::e7ab9942-b347-4ade-87f4-7dceecdf3cc0" providerId="AD" clId="Web-{079544C8-F3AB-C699-C5FC-CCC63DF3E4CD}" dt="2025-02-13T04:35:37.292" v="653" actId="20577"/>
          <ac:spMkLst>
            <pc:docMk/>
            <pc:sldMk cId="2489196310" sldId="288"/>
            <ac:spMk id="9" creationId="{A1B080F6-2BAB-03BA-2AD8-5E689B93112F}"/>
          </ac:spMkLst>
        </pc:spChg>
      </pc:sldChg>
      <pc:sldChg chg="addSp delSp modSp add replId modNotes">
        <pc:chgData name="Shiva Srinivas Pulmamidi" userId="S::spulmami@calpoly.edu::e7ab9942-b347-4ade-87f4-7dceecdf3cc0" providerId="AD" clId="Web-{079544C8-F3AB-C699-C5FC-CCC63DF3E4CD}" dt="2025-02-13T04:31:01.064" v="611"/>
        <pc:sldMkLst>
          <pc:docMk/>
          <pc:sldMk cId="3514710658" sldId="293"/>
        </pc:sldMkLst>
        <pc:spChg chg="add mod">
          <ac:chgData name="Shiva Srinivas Pulmamidi" userId="S::spulmami@calpoly.edu::e7ab9942-b347-4ade-87f4-7dceecdf3cc0" providerId="AD" clId="Web-{079544C8-F3AB-C699-C5FC-CCC63DF3E4CD}" dt="2025-02-13T04:08:41.940" v="269"/>
          <ac:spMkLst>
            <pc:docMk/>
            <pc:sldMk cId="3514710658" sldId="293"/>
            <ac:spMk id="4" creationId="{1CF3E5C1-6AA0-224C-DF18-C6BB2360BF9C}"/>
          </ac:spMkLst>
        </pc:spChg>
        <pc:spChg chg="add mod">
          <ac:chgData name="Shiva Srinivas Pulmamidi" userId="S::spulmami@calpoly.edu::e7ab9942-b347-4ade-87f4-7dceecdf3cc0" providerId="AD" clId="Web-{079544C8-F3AB-C699-C5FC-CCC63DF3E4CD}" dt="2025-02-13T04:27:50.323" v="433" actId="1076"/>
          <ac:spMkLst>
            <pc:docMk/>
            <pc:sldMk cId="3514710658" sldId="293"/>
            <ac:spMk id="6" creationId="{61AAA742-B23E-0B50-2EBD-781BC6725433}"/>
          </ac:spMkLst>
        </pc:spChg>
        <pc:spChg chg="add mod">
          <ac:chgData name="Shiva Srinivas Pulmamidi" userId="S::spulmami@calpoly.edu::e7ab9942-b347-4ade-87f4-7dceecdf3cc0" providerId="AD" clId="Web-{079544C8-F3AB-C699-C5FC-CCC63DF3E4CD}" dt="2025-02-13T04:27:25.729" v="419" actId="14100"/>
          <ac:spMkLst>
            <pc:docMk/>
            <pc:sldMk cId="3514710658" sldId="293"/>
            <ac:spMk id="8" creationId="{B7BCC2B2-D404-3501-9944-A325A3FC54D7}"/>
          </ac:spMkLst>
        </pc:spChg>
        <pc:spChg chg="mod">
          <ac:chgData name="Shiva Srinivas Pulmamidi" userId="S::spulmami@calpoly.edu::e7ab9942-b347-4ade-87f4-7dceecdf3cc0" providerId="AD" clId="Web-{079544C8-F3AB-C699-C5FC-CCC63DF3E4CD}" dt="2025-02-13T04:27:04.509" v="402" actId="20577"/>
          <ac:spMkLst>
            <pc:docMk/>
            <pc:sldMk cId="3514710658" sldId="293"/>
            <ac:spMk id="9" creationId="{69D2C1AA-23D9-8636-F865-C71F07EDBE39}"/>
          </ac:spMkLst>
        </pc:spChg>
        <pc:spChg chg="add mod">
          <ac:chgData name="Shiva Srinivas Pulmamidi" userId="S::spulmami@calpoly.edu::e7ab9942-b347-4ade-87f4-7dceecdf3cc0" providerId="AD" clId="Web-{079544C8-F3AB-C699-C5FC-CCC63DF3E4CD}" dt="2025-02-13T04:25:13.693" v="368" actId="1076"/>
          <ac:spMkLst>
            <pc:docMk/>
            <pc:sldMk cId="3514710658" sldId="293"/>
            <ac:spMk id="12" creationId="{3CEB16D5-4A6D-710A-1A85-2A3B51E62728}"/>
          </ac:spMkLst>
        </pc:spChg>
        <pc:picChg chg="add mod">
          <ac:chgData name="Shiva Srinivas Pulmamidi" userId="S::spulmami@calpoly.edu::e7ab9942-b347-4ade-87f4-7dceecdf3cc0" providerId="AD" clId="Web-{079544C8-F3AB-C699-C5FC-CCC63DF3E4CD}" dt="2025-02-13T04:08:05.408" v="264" actId="1076"/>
          <ac:picMkLst>
            <pc:docMk/>
            <pc:sldMk cId="3514710658" sldId="293"/>
            <ac:picMk id="2" creationId="{61C7C494-B1C4-F49F-A6A3-44EE2B108979}"/>
          </ac:picMkLst>
        </pc:picChg>
        <pc:cxnChg chg="add mod">
          <ac:chgData name="Shiva Srinivas Pulmamidi" userId="S::spulmami@calpoly.edu::e7ab9942-b347-4ade-87f4-7dceecdf3cc0" providerId="AD" clId="Web-{079544C8-F3AB-C699-C5FC-CCC63DF3E4CD}" dt="2025-02-13T04:22:22.078" v="295"/>
          <ac:cxnSpMkLst>
            <pc:docMk/>
            <pc:sldMk cId="3514710658" sldId="293"/>
            <ac:cxnSpMk id="10" creationId="{3A539D0B-2A75-A452-0167-7577A063B253}"/>
          </ac:cxnSpMkLst>
        </pc:cxnChg>
        <pc:cxnChg chg="add mod">
          <ac:chgData name="Shiva Srinivas Pulmamidi" userId="S::spulmami@calpoly.edu::e7ab9942-b347-4ade-87f4-7dceecdf3cc0" providerId="AD" clId="Web-{079544C8-F3AB-C699-C5FC-CCC63DF3E4CD}" dt="2025-02-13T04:22:52.563" v="299"/>
          <ac:cxnSpMkLst>
            <pc:docMk/>
            <pc:sldMk cId="3514710658" sldId="293"/>
            <ac:cxnSpMk id="11" creationId="{22331FDA-F9DA-262F-2BA4-38BD40553F1A}"/>
          </ac:cxnSpMkLst>
        </pc:cxnChg>
        <pc:cxnChg chg="add mod">
          <ac:chgData name="Shiva Srinivas Pulmamidi" userId="S::spulmami@calpoly.edu::e7ab9942-b347-4ade-87f4-7dceecdf3cc0" providerId="AD" clId="Web-{079544C8-F3AB-C699-C5FC-CCC63DF3E4CD}" dt="2025-02-13T04:28:02.667" v="434"/>
          <ac:cxnSpMkLst>
            <pc:docMk/>
            <pc:sldMk cId="3514710658" sldId="293"/>
            <ac:cxnSpMk id="13" creationId="{08A97198-8950-ACD0-4517-B922DB45461A}"/>
          </ac:cxnSpMkLst>
        </pc:cxnChg>
      </pc:sldChg>
      <pc:sldChg chg="modSp">
        <pc:chgData name="Shiva Srinivas Pulmamidi" userId="S::spulmami@calpoly.edu::e7ab9942-b347-4ade-87f4-7dceecdf3cc0" providerId="AD" clId="Web-{079544C8-F3AB-C699-C5FC-CCC63DF3E4CD}" dt="2025-02-13T04:37:14.436" v="654" actId="14100"/>
        <pc:sldMkLst>
          <pc:docMk/>
          <pc:sldMk cId="3303766629" sldId="294"/>
        </pc:sldMkLst>
      </pc:sldChg>
    </pc:docChg>
  </pc:docChgLst>
  <pc:docChgLst>
    <pc:chgData name="David Felipe Tlaloc Carter Oropeza" userId="S::dforopez@calpoly.edu::e94bc7ac-ad00-42f5-8c4b-275f14c8fb3b" providerId="AD" clId="Web-{A41527E9-1402-2D49-41F3-E1B47D142A36}"/>
    <pc:docChg chg="addSld modSld">
      <pc:chgData name="David Felipe Tlaloc Carter Oropeza" userId="S::dforopez@calpoly.edu::e94bc7ac-ad00-42f5-8c4b-275f14c8fb3b" providerId="AD" clId="Web-{A41527E9-1402-2D49-41F3-E1B47D142A36}" dt="2025-02-11T03:29:40.084" v="774" actId="20577"/>
      <pc:docMkLst>
        <pc:docMk/>
      </pc:docMkLst>
      <pc:sldChg chg="modSp">
        <pc:chgData name="David Felipe Tlaloc Carter Oropeza" userId="S::dforopez@calpoly.edu::e94bc7ac-ad00-42f5-8c4b-275f14c8fb3b" providerId="AD" clId="Web-{A41527E9-1402-2D49-41F3-E1B47D142A36}" dt="2025-02-11T02:49:02.965" v="363" actId="20577"/>
        <pc:sldMkLst>
          <pc:docMk/>
          <pc:sldMk cId="4270040319" sldId="273"/>
        </pc:sldMkLst>
        <pc:spChg chg="mod">
          <ac:chgData name="David Felipe Tlaloc Carter Oropeza" userId="S::dforopez@calpoly.edu::e94bc7ac-ad00-42f5-8c4b-275f14c8fb3b" providerId="AD" clId="Web-{A41527E9-1402-2D49-41F3-E1B47D142A36}" dt="2025-02-11T02:49:02.965" v="363" actId="20577"/>
          <ac:spMkLst>
            <pc:docMk/>
            <pc:sldMk cId="4270040319" sldId="273"/>
            <ac:spMk id="6" creationId="{8F904E28-BC76-A424-DE8B-5F2D95980A10}"/>
          </ac:spMkLst>
        </pc:spChg>
      </pc:sldChg>
      <pc:sldChg chg="addSp delSp">
        <pc:chgData name="David Felipe Tlaloc Carter Oropeza" userId="S::dforopez@calpoly.edu::e94bc7ac-ad00-42f5-8c4b-275f14c8fb3b" providerId="AD" clId="Web-{A41527E9-1402-2D49-41F3-E1B47D142A36}" dt="2025-02-11T02:34:30.926" v="278"/>
        <pc:sldMkLst>
          <pc:docMk/>
          <pc:sldMk cId="2566703804" sldId="281"/>
        </pc:sldMkLst>
      </pc:sldChg>
      <pc:sldChg chg="modSp">
        <pc:chgData name="David Felipe Tlaloc Carter Oropeza" userId="S::dforopez@calpoly.edu::e94bc7ac-ad00-42f5-8c4b-275f14c8fb3b" providerId="AD" clId="Web-{A41527E9-1402-2D49-41F3-E1B47D142A36}" dt="2025-02-11T03:29:40.084" v="774" actId="20577"/>
        <pc:sldMkLst>
          <pc:docMk/>
          <pc:sldMk cId="2317387512" sldId="285"/>
        </pc:sldMkLst>
        <pc:spChg chg="mod">
          <ac:chgData name="David Felipe Tlaloc Carter Oropeza" userId="S::dforopez@calpoly.edu::e94bc7ac-ad00-42f5-8c4b-275f14c8fb3b" providerId="AD" clId="Web-{A41527E9-1402-2D49-41F3-E1B47D142A36}" dt="2025-02-11T03:29:40.084" v="774" actId="20577"/>
          <ac:spMkLst>
            <pc:docMk/>
            <pc:sldMk cId="2317387512" sldId="285"/>
            <ac:spMk id="2" creationId="{DAFF10C8-1577-FA96-5CEB-45B310537A12}"/>
          </ac:spMkLst>
        </pc:spChg>
      </pc:sldChg>
      <pc:sldChg chg="addSp delSp modSp">
        <pc:chgData name="David Felipe Tlaloc Carter Oropeza" userId="S::dforopez@calpoly.edu::e94bc7ac-ad00-42f5-8c4b-275f14c8fb3b" providerId="AD" clId="Web-{A41527E9-1402-2D49-41F3-E1B47D142A36}" dt="2025-02-11T03:08:13.312" v="431" actId="14100"/>
        <pc:sldMkLst>
          <pc:docMk/>
          <pc:sldMk cId="3351023100" sldId="287"/>
        </pc:sldMkLst>
        <pc:spChg chg="mod">
          <ac:chgData name="David Felipe Tlaloc Carter Oropeza" userId="S::dforopez@calpoly.edu::e94bc7ac-ad00-42f5-8c4b-275f14c8fb3b" providerId="AD" clId="Web-{A41527E9-1402-2D49-41F3-E1B47D142A36}" dt="2025-02-11T03:06:32.637" v="424" actId="20577"/>
          <ac:spMkLst>
            <pc:docMk/>
            <pc:sldMk cId="3351023100" sldId="287"/>
            <ac:spMk id="9" creationId="{F8B8B591-E4BC-699A-0606-471F75391E6B}"/>
          </ac:spMkLst>
        </pc:spChg>
      </pc:sldChg>
      <pc:sldChg chg="addSp delSp modSp new">
        <pc:chgData name="David Felipe Tlaloc Carter Oropeza" userId="S::dforopez@calpoly.edu::e94bc7ac-ad00-42f5-8c4b-275f14c8fb3b" providerId="AD" clId="Web-{A41527E9-1402-2D49-41F3-E1B47D142A36}" dt="2025-02-11T03:26:21.423" v="773"/>
        <pc:sldMkLst>
          <pc:docMk/>
          <pc:sldMk cId="3501412197" sldId="290"/>
        </pc:sldMkLst>
        <pc:spChg chg="mod">
          <ac:chgData name="David Felipe Tlaloc Carter Oropeza" userId="S::dforopez@calpoly.edu::e94bc7ac-ad00-42f5-8c4b-275f14c8fb3b" providerId="AD" clId="Web-{A41527E9-1402-2D49-41F3-E1B47D142A36}" dt="2025-02-11T03:04:21.024" v="409" actId="14100"/>
          <ac:spMkLst>
            <pc:docMk/>
            <pc:sldMk cId="3501412197" sldId="290"/>
            <ac:spMk id="3" creationId="{E6281A5B-23F1-803C-1715-C7F9FC9E82D2}"/>
          </ac:spMkLst>
        </pc:spChg>
        <pc:spChg chg="add mod">
          <ac:chgData name="David Felipe Tlaloc Carter Oropeza" userId="S::dforopez@calpoly.edu::e94bc7ac-ad00-42f5-8c4b-275f14c8fb3b" providerId="AD" clId="Web-{A41527E9-1402-2D49-41F3-E1B47D142A36}" dt="2025-02-11T03:26:12.641" v="771" actId="20577"/>
          <ac:spMkLst>
            <pc:docMk/>
            <pc:sldMk cId="3501412197" sldId="290"/>
            <ac:spMk id="6" creationId="{C77DD292-94D9-4733-2E5D-B5E036E75ECF}"/>
          </ac:spMkLst>
        </pc:spChg>
        <pc:spChg chg="add">
          <ac:chgData name="David Felipe Tlaloc Carter Oropeza" userId="S::dforopez@calpoly.edu::e94bc7ac-ad00-42f5-8c4b-275f14c8fb3b" providerId="AD" clId="Web-{A41527E9-1402-2D49-41F3-E1B47D142A36}" dt="2025-02-11T03:05:07.260" v="413"/>
          <ac:spMkLst>
            <pc:docMk/>
            <pc:sldMk cId="3501412197" sldId="290"/>
            <ac:spMk id="8" creationId="{55B70BFB-8D5F-781E-80D2-AF0612DCF74C}"/>
          </ac:spMkLst>
        </pc:spChg>
        <pc:spChg chg="add">
          <ac:chgData name="David Felipe Tlaloc Carter Oropeza" userId="S::dforopez@calpoly.edu::e94bc7ac-ad00-42f5-8c4b-275f14c8fb3b" providerId="AD" clId="Web-{A41527E9-1402-2D49-41F3-E1B47D142A36}" dt="2025-02-11T03:05:07.260" v="414"/>
          <ac:spMkLst>
            <pc:docMk/>
            <pc:sldMk cId="3501412197" sldId="290"/>
            <ac:spMk id="10" creationId="{B4CE43E2-D00F-FB29-41D2-C33CD34C30CB}"/>
          </ac:spMkLst>
        </pc:spChg>
        <pc:picChg chg="add">
          <ac:chgData name="David Felipe Tlaloc Carter Oropeza" userId="S::dforopez@calpoly.edu::e94bc7ac-ad00-42f5-8c4b-275f14c8fb3b" providerId="AD" clId="Web-{A41527E9-1402-2D49-41F3-E1B47D142A36}" dt="2025-02-11T03:05:07.291" v="415"/>
          <ac:picMkLst>
            <pc:docMk/>
            <pc:sldMk cId="3501412197" sldId="290"/>
            <ac:picMk id="12" creationId="{C8B3CDF7-908A-45E4-C807-DF9A5C6F1DB1}"/>
          </ac:picMkLst>
        </pc:picChg>
        <pc:picChg chg="add">
          <ac:chgData name="David Felipe Tlaloc Carter Oropeza" userId="S::dforopez@calpoly.edu::e94bc7ac-ad00-42f5-8c4b-275f14c8fb3b" providerId="AD" clId="Web-{A41527E9-1402-2D49-41F3-E1B47D142A36}" dt="2025-02-11T03:05:07.322" v="416"/>
          <ac:picMkLst>
            <pc:docMk/>
            <pc:sldMk cId="3501412197" sldId="290"/>
            <ac:picMk id="14" creationId="{8EE4C46F-E708-016C-A128-936E1013209F}"/>
          </ac:picMkLst>
        </pc:picChg>
      </pc:sldChg>
      <pc:sldChg chg="modSp">
        <pc:chgData name="David Felipe Tlaloc Carter Oropeza" userId="S::dforopez@calpoly.edu::e94bc7ac-ad00-42f5-8c4b-275f14c8fb3b" providerId="AD" clId="Web-{A41527E9-1402-2D49-41F3-E1B47D142A36}" dt="2025-02-11T03:24:39.092" v="756"/>
        <pc:sldMkLst>
          <pc:docMk/>
          <pc:sldMk cId="581999569" sldId="291"/>
        </pc:sldMkLst>
        <pc:spChg chg="mod">
          <ac:chgData name="David Felipe Tlaloc Carter Oropeza" userId="S::dforopez@calpoly.edu::e94bc7ac-ad00-42f5-8c4b-275f14c8fb3b" providerId="AD" clId="Web-{A41527E9-1402-2D49-41F3-E1B47D142A36}" dt="2025-02-11T03:24:39.092" v="756"/>
          <ac:spMkLst>
            <pc:docMk/>
            <pc:sldMk cId="581999569" sldId="291"/>
            <ac:spMk id="9" creationId="{D1699172-9BA7-B350-4391-4D8D8C89F74F}"/>
          </ac:spMkLst>
        </pc:spChg>
        <pc:picChg chg="mod">
          <ac:chgData name="David Felipe Tlaloc Carter Oropeza" userId="S::dforopez@calpoly.edu::e94bc7ac-ad00-42f5-8c4b-275f14c8fb3b" providerId="AD" clId="Web-{A41527E9-1402-2D49-41F3-E1B47D142A36}" dt="2025-02-11T03:24:10.951" v="753" actId="14100"/>
          <ac:picMkLst>
            <pc:docMk/>
            <pc:sldMk cId="581999569" sldId="291"/>
            <ac:picMk id="13" creationId="{3E47D711-8D39-03FE-B9E9-B64C23DF7088}"/>
          </ac:picMkLst>
        </pc:picChg>
      </pc:sldChg>
    </pc:docChg>
  </pc:docChgLst>
  <pc:docChgLst>
    <pc:chgData name="Shiva Srinivas Pulmamidi" userId="S::spulmami@calpoly.edu::e7ab9942-b347-4ade-87f4-7dceecdf3cc0" providerId="AD" clId="Web-{72141694-1CC0-0642-57CB-77AC01B250CB}"/>
    <pc:docChg chg="modSld">
      <pc:chgData name="Shiva Srinivas Pulmamidi" userId="S::spulmami@calpoly.edu::e7ab9942-b347-4ade-87f4-7dceecdf3cc0" providerId="AD" clId="Web-{72141694-1CC0-0642-57CB-77AC01B250CB}" dt="2025-02-15T17:11:11.814" v="93" actId="20577"/>
      <pc:docMkLst>
        <pc:docMk/>
      </pc:docMkLst>
      <pc:sldChg chg="modSp">
        <pc:chgData name="Shiva Srinivas Pulmamidi" userId="S::spulmami@calpoly.edu::e7ab9942-b347-4ade-87f4-7dceecdf3cc0" providerId="AD" clId="Web-{72141694-1CC0-0642-57CB-77AC01B250CB}" dt="2025-02-15T17:10:55.907" v="92" actId="20577"/>
        <pc:sldMkLst>
          <pc:docMk/>
          <pc:sldMk cId="2959840755" sldId="267"/>
        </pc:sldMkLst>
        <pc:spChg chg="mod">
          <ac:chgData name="Shiva Srinivas Pulmamidi" userId="S::spulmami@calpoly.edu::e7ab9942-b347-4ade-87f4-7dceecdf3cc0" providerId="AD" clId="Web-{72141694-1CC0-0642-57CB-77AC01B250CB}" dt="2025-02-15T17:10:55.907" v="92" actId="20577"/>
          <ac:spMkLst>
            <pc:docMk/>
            <pc:sldMk cId="2959840755" sldId="267"/>
            <ac:spMk id="3" creationId="{96C2AE2D-6D42-E836-FB53-808864744ADF}"/>
          </ac:spMkLst>
        </pc:spChg>
      </pc:sldChg>
      <pc:sldChg chg="modSp">
        <pc:chgData name="Shiva Srinivas Pulmamidi" userId="S::spulmami@calpoly.edu::e7ab9942-b347-4ade-87f4-7dceecdf3cc0" providerId="AD" clId="Web-{72141694-1CC0-0642-57CB-77AC01B250CB}" dt="2025-02-15T17:11:11.814" v="93" actId="20577"/>
        <pc:sldMkLst>
          <pc:docMk/>
          <pc:sldMk cId="1577809839" sldId="269"/>
        </pc:sldMkLst>
        <pc:spChg chg="mod">
          <ac:chgData name="Shiva Srinivas Pulmamidi" userId="S::spulmami@calpoly.edu::e7ab9942-b347-4ade-87f4-7dceecdf3cc0" providerId="AD" clId="Web-{72141694-1CC0-0642-57CB-77AC01B250CB}" dt="2025-02-15T17:11:11.814" v="93" actId="20577"/>
          <ac:spMkLst>
            <pc:docMk/>
            <pc:sldMk cId="1577809839" sldId="269"/>
            <ac:spMk id="3" creationId="{5D657867-1464-B112-75EF-9F8414ED07EE}"/>
          </ac:spMkLst>
        </pc:spChg>
      </pc:sldChg>
      <pc:sldChg chg="modSp">
        <pc:chgData name="Shiva Srinivas Pulmamidi" userId="S::spulmami@calpoly.edu::e7ab9942-b347-4ade-87f4-7dceecdf3cc0" providerId="AD" clId="Web-{72141694-1CC0-0642-57CB-77AC01B250CB}" dt="2025-02-15T17:09:15.528" v="51" actId="20577"/>
        <pc:sldMkLst>
          <pc:docMk/>
          <pc:sldMk cId="4155115200" sldId="270"/>
        </pc:sldMkLst>
        <pc:spChg chg="mod">
          <ac:chgData name="Shiva Srinivas Pulmamidi" userId="S::spulmami@calpoly.edu::e7ab9942-b347-4ade-87f4-7dceecdf3cc0" providerId="AD" clId="Web-{72141694-1CC0-0642-57CB-77AC01B250CB}" dt="2025-02-15T17:09:15.528" v="51" actId="20577"/>
          <ac:spMkLst>
            <pc:docMk/>
            <pc:sldMk cId="4155115200" sldId="270"/>
            <ac:spMk id="3" creationId="{9130EDA7-30F2-708D-D9D5-C6FAA403F68C}"/>
          </ac:spMkLst>
        </pc:spChg>
      </pc:sldChg>
      <pc:sldChg chg="modSp">
        <pc:chgData name="Shiva Srinivas Pulmamidi" userId="S::spulmami@calpoly.edu::e7ab9942-b347-4ade-87f4-7dceecdf3cc0" providerId="AD" clId="Web-{72141694-1CC0-0642-57CB-77AC01B250CB}" dt="2025-02-15T17:10:07.796" v="65" actId="20577"/>
        <pc:sldMkLst>
          <pc:docMk/>
          <pc:sldMk cId="2961502390" sldId="271"/>
        </pc:sldMkLst>
        <pc:spChg chg="mod">
          <ac:chgData name="Shiva Srinivas Pulmamidi" userId="S::spulmami@calpoly.edu::e7ab9942-b347-4ade-87f4-7dceecdf3cc0" providerId="AD" clId="Web-{72141694-1CC0-0642-57CB-77AC01B250CB}" dt="2025-02-15T17:10:07.796" v="65" actId="20577"/>
          <ac:spMkLst>
            <pc:docMk/>
            <pc:sldMk cId="2961502390" sldId="271"/>
            <ac:spMk id="3" creationId="{F273BCD0-E354-A882-8C88-C1CEE690E988}"/>
          </ac:spMkLst>
        </pc:spChg>
      </pc:sldChg>
      <pc:sldChg chg="modSp">
        <pc:chgData name="Shiva Srinivas Pulmamidi" userId="S::spulmami@calpoly.edu::e7ab9942-b347-4ade-87f4-7dceecdf3cc0" providerId="AD" clId="Web-{72141694-1CC0-0642-57CB-77AC01B250CB}" dt="2025-02-15T17:08:03.104" v="38" actId="1076"/>
        <pc:sldMkLst>
          <pc:docMk/>
          <pc:sldMk cId="369803565" sldId="307"/>
        </pc:sldMkLst>
        <pc:spChg chg="mod">
          <ac:chgData name="Shiva Srinivas Pulmamidi" userId="S::spulmami@calpoly.edu::e7ab9942-b347-4ade-87f4-7dceecdf3cc0" providerId="AD" clId="Web-{72141694-1CC0-0642-57CB-77AC01B250CB}" dt="2025-02-15T17:08:03.104" v="38" actId="1076"/>
          <ac:spMkLst>
            <pc:docMk/>
            <pc:sldMk cId="369803565" sldId="307"/>
            <ac:spMk id="8" creationId="{5D4D80B1-E2D8-D553-4209-513A016CDB0C}"/>
          </ac:spMkLst>
        </pc:spChg>
      </pc:sldChg>
    </pc:docChg>
  </pc:docChgLst>
  <pc:docChgLst>
    <pc:chgData name="Jared D. Lebaron" userId="S::jdlebaro@calpoly.edu::c1793bd9-a7aa-4f5c-8c7e-104bb085d150" providerId="AD" clId="Web-{20E453A6-FCB7-E904-C09A-299494DC4A79}"/>
    <pc:docChg chg="addSld delSld modSld">
      <pc:chgData name="Jared D. Lebaron" userId="S::jdlebaro@calpoly.edu::c1793bd9-a7aa-4f5c-8c7e-104bb085d150" providerId="AD" clId="Web-{20E453A6-FCB7-E904-C09A-299494DC4A79}" dt="2025-02-15T03:25:11.466" v="520"/>
      <pc:docMkLst>
        <pc:docMk/>
      </pc:docMkLst>
      <pc:sldChg chg="delSp modSp del">
        <pc:chgData name="Jared D. Lebaron" userId="S::jdlebaro@calpoly.edu::c1793bd9-a7aa-4f5c-8c7e-104bb085d150" providerId="AD" clId="Web-{20E453A6-FCB7-E904-C09A-299494DC4A79}" dt="2025-02-15T03:17:55.561" v="511"/>
        <pc:sldMkLst>
          <pc:docMk/>
          <pc:sldMk cId="3420477608" sldId="275"/>
        </pc:sldMkLst>
        <pc:spChg chg="mod">
          <ac:chgData name="Jared D. Lebaron" userId="S::jdlebaro@calpoly.edu::c1793bd9-a7aa-4f5c-8c7e-104bb085d150" providerId="AD" clId="Web-{20E453A6-FCB7-E904-C09A-299494DC4A79}" dt="2025-02-15T03:16:46.275" v="504" actId="20577"/>
          <ac:spMkLst>
            <pc:docMk/>
            <pc:sldMk cId="3420477608" sldId="275"/>
            <ac:spMk id="2" creationId="{EC833F4E-9B55-1C1F-A633-BF10602110DE}"/>
          </ac:spMkLst>
        </pc:spChg>
        <pc:picChg chg="del mod">
          <ac:chgData name="Jared D. Lebaron" userId="S::jdlebaro@calpoly.edu::c1793bd9-a7aa-4f5c-8c7e-104bb085d150" providerId="AD" clId="Web-{20E453A6-FCB7-E904-C09A-299494DC4A79}" dt="2025-02-15T03:16:51.728" v="505"/>
          <ac:picMkLst>
            <pc:docMk/>
            <pc:sldMk cId="3420477608" sldId="275"/>
            <ac:picMk id="5" creationId="{667EF3C5-E3E9-BCFD-6D70-8B3D85FBE9AA}"/>
          </ac:picMkLst>
        </pc:picChg>
      </pc:sldChg>
      <pc:sldChg chg="addSp delSp modSp">
        <pc:chgData name="Jared D. Lebaron" userId="S::jdlebaro@calpoly.edu::c1793bd9-a7aa-4f5c-8c7e-104bb085d150" providerId="AD" clId="Web-{20E453A6-FCB7-E904-C09A-299494DC4A79}" dt="2025-02-15T02:36:07.658" v="380" actId="20577"/>
        <pc:sldMkLst>
          <pc:docMk/>
          <pc:sldMk cId="3551441810" sldId="292"/>
        </pc:sldMkLst>
        <pc:spChg chg="add del mod">
          <ac:chgData name="Jared D. Lebaron" userId="S::jdlebaro@calpoly.edu::c1793bd9-a7aa-4f5c-8c7e-104bb085d150" providerId="AD" clId="Web-{20E453A6-FCB7-E904-C09A-299494DC4A79}" dt="2025-02-15T01:59:36.614" v="5"/>
          <ac:spMkLst>
            <pc:docMk/>
            <pc:sldMk cId="3551441810" sldId="292"/>
            <ac:spMk id="2" creationId="{58F5B402-D0D9-D9E0-4904-70D876F605B9}"/>
          </ac:spMkLst>
        </pc:spChg>
        <pc:spChg chg="mod">
          <ac:chgData name="Jared D. Lebaron" userId="S::jdlebaro@calpoly.edu::c1793bd9-a7aa-4f5c-8c7e-104bb085d150" providerId="AD" clId="Web-{20E453A6-FCB7-E904-C09A-299494DC4A79}" dt="2025-02-15T02:36:07.658" v="380" actId="20577"/>
          <ac:spMkLst>
            <pc:docMk/>
            <pc:sldMk cId="3551441810" sldId="292"/>
            <ac:spMk id="9" creationId="{3AA44F40-FF20-3B16-8865-2D62BBB4F763}"/>
          </ac:spMkLst>
        </pc:spChg>
      </pc:sldChg>
      <pc:sldChg chg="del">
        <pc:chgData name="Jared D. Lebaron" userId="S::jdlebaro@calpoly.edu::c1793bd9-a7aa-4f5c-8c7e-104bb085d150" providerId="AD" clId="Web-{20E453A6-FCB7-E904-C09A-299494DC4A79}" dt="2025-02-15T03:10:45.763" v="426"/>
        <pc:sldMkLst>
          <pc:docMk/>
          <pc:sldMk cId="1363140920" sldId="299"/>
        </pc:sldMkLst>
      </pc:sldChg>
      <pc:sldChg chg="modSp new">
        <pc:chgData name="Jared D. Lebaron" userId="S::jdlebaro@calpoly.edu::c1793bd9-a7aa-4f5c-8c7e-104bb085d150" providerId="AD" clId="Web-{20E453A6-FCB7-E904-C09A-299494DC4A79}" dt="2025-02-15T03:03:40.223" v="404" actId="20577"/>
        <pc:sldMkLst>
          <pc:docMk/>
          <pc:sldMk cId="3506015402" sldId="303"/>
        </pc:sldMkLst>
        <pc:spChg chg="mod">
          <ac:chgData name="Jared D. Lebaron" userId="S::jdlebaro@calpoly.edu::c1793bd9-a7aa-4f5c-8c7e-104bb085d150" providerId="AD" clId="Web-{20E453A6-FCB7-E904-C09A-299494DC4A79}" dt="2025-02-15T03:03:40.223" v="404" actId="20577"/>
          <ac:spMkLst>
            <pc:docMk/>
            <pc:sldMk cId="3506015402" sldId="303"/>
            <ac:spMk id="2" creationId="{432C34A1-DBC6-4BDA-7489-B7656DF161BD}"/>
          </ac:spMkLst>
        </pc:spChg>
        <pc:spChg chg="mod">
          <ac:chgData name="Jared D. Lebaron" userId="S::jdlebaro@calpoly.edu::c1793bd9-a7aa-4f5c-8c7e-104bb085d150" providerId="AD" clId="Web-{20E453A6-FCB7-E904-C09A-299494DC4A79}" dt="2025-02-15T02:39:35.881" v="392" actId="20577"/>
          <ac:spMkLst>
            <pc:docMk/>
            <pc:sldMk cId="3506015402" sldId="303"/>
            <ac:spMk id="3" creationId="{B5BFC69B-E579-705D-4179-F9A8A9E3B156}"/>
          </ac:spMkLst>
        </pc:spChg>
      </pc:sldChg>
      <pc:sldChg chg="modSp add replId">
        <pc:chgData name="Jared D. Lebaron" userId="S::jdlebaro@calpoly.edu::c1793bd9-a7aa-4f5c-8c7e-104bb085d150" providerId="AD" clId="Web-{20E453A6-FCB7-E904-C09A-299494DC4A79}" dt="2025-02-15T03:06:31.949" v="416" actId="20577"/>
        <pc:sldMkLst>
          <pc:docMk/>
          <pc:sldMk cId="4283751400" sldId="309"/>
        </pc:sldMkLst>
        <pc:spChg chg="mod">
          <ac:chgData name="Jared D. Lebaron" userId="S::jdlebaro@calpoly.edu::c1793bd9-a7aa-4f5c-8c7e-104bb085d150" providerId="AD" clId="Web-{20E453A6-FCB7-E904-C09A-299494DC4A79}" dt="2025-02-15T03:05:15.665" v="407" actId="20577"/>
          <ac:spMkLst>
            <pc:docMk/>
            <pc:sldMk cId="4283751400" sldId="309"/>
            <ac:spMk id="3" creationId="{11E13CD7-053B-6FF4-5F3F-8FD93EF1AD0F}"/>
          </ac:spMkLst>
        </pc:spChg>
        <pc:spChg chg="mod">
          <ac:chgData name="Jared D. Lebaron" userId="S::jdlebaro@calpoly.edu::c1793bd9-a7aa-4f5c-8c7e-104bb085d150" providerId="AD" clId="Web-{20E453A6-FCB7-E904-C09A-299494DC4A79}" dt="2025-02-15T03:06:31.949" v="416" actId="20577"/>
          <ac:spMkLst>
            <pc:docMk/>
            <pc:sldMk cId="4283751400" sldId="309"/>
            <ac:spMk id="9" creationId="{4E273ACB-C8E4-F375-CBB5-106CAE9AF92A}"/>
          </ac:spMkLst>
        </pc:spChg>
      </pc:sldChg>
      <pc:sldChg chg="modSp add replId">
        <pc:chgData name="Jared D. Lebaron" userId="S::jdlebaro@calpoly.edu::c1793bd9-a7aa-4f5c-8c7e-104bb085d150" providerId="AD" clId="Web-{20E453A6-FCB7-E904-C09A-299494DC4A79}" dt="2025-02-15T03:10:11.012" v="425" actId="20577"/>
        <pc:sldMkLst>
          <pc:docMk/>
          <pc:sldMk cId="26102918" sldId="310"/>
        </pc:sldMkLst>
        <pc:spChg chg="mod">
          <ac:chgData name="Jared D. Lebaron" userId="S::jdlebaro@calpoly.edu::c1793bd9-a7aa-4f5c-8c7e-104bb085d150" providerId="AD" clId="Web-{20E453A6-FCB7-E904-C09A-299494DC4A79}" dt="2025-02-15T03:10:11.012" v="425" actId="20577"/>
          <ac:spMkLst>
            <pc:docMk/>
            <pc:sldMk cId="26102918" sldId="310"/>
            <ac:spMk id="3" creationId="{DAD0E4BC-17AA-582E-1590-934E584FB0EE}"/>
          </ac:spMkLst>
        </pc:spChg>
        <pc:spChg chg="mod">
          <ac:chgData name="Jared D. Lebaron" userId="S::jdlebaro@calpoly.edu::c1793bd9-a7aa-4f5c-8c7e-104bb085d150" providerId="AD" clId="Web-{20E453A6-FCB7-E904-C09A-299494DC4A79}" dt="2025-02-15T03:09:54.694" v="421" actId="20577"/>
          <ac:spMkLst>
            <pc:docMk/>
            <pc:sldMk cId="26102918" sldId="310"/>
            <ac:spMk id="9" creationId="{8FBAD7B0-3E32-5B3F-7D3A-3284116B45CA}"/>
          </ac:spMkLst>
        </pc:spChg>
      </pc:sldChg>
      <pc:sldChg chg="del">
        <pc:chgData name="Jared D. Lebaron" userId="S::jdlebaro@calpoly.edu::c1793bd9-a7aa-4f5c-8c7e-104bb085d150" providerId="AD" clId="Web-{20E453A6-FCB7-E904-C09A-299494DC4A79}" dt="2025-02-15T03:06:38.281" v="417"/>
        <pc:sldMkLst>
          <pc:docMk/>
          <pc:sldMk cId="2110429738" sldId="310"/>
        </pc:sldMkLst>
      </pc:sldChg>
      <pc:sldChg chg="addSp modSp add replId">
        <pc:chgData name="Jared D. Lebaron" userId="S::jdlebaro@calpoly.edu::c1793bd9-a7aa-4f5c-8c7e-104bb085d150" providerId="AD" clId="Web-{20E453A6-FCB7-E904-C09A-299494DC4A79}" dt="2025-02-15T03:25:11.466" v="520"/>
        <pc:sldMkLst>
          <pc:docMk/>
          <pc:sldMk cId="541127200" sldId="311"/>
        </pc:sldMkLst>
        <pc:spChg chg="mod">
          <ac:chgData name="Jared D. Lebaron" userId="S::jdlebaro@calpoly.edu::c1793bd9-a7aa-4f5c-8c7e-104bb085d150" providerId="AD" clId="Web-{20E453A6-FCB7-E904-C09A-299494DC4A79}" dt="2025-02-15T03:17:27.027" v="510" actId="20577"/>
          <ac:spMkLst>
            <pc:docMk/>
            <pc:sldMk cId="541127200" sldId="311"/>
            <ac:spMk id="3" creationId="{219C7398-B60C-D3EA-AA0F-E45A4CD1567F}"/>
          </ac:spMkLst>
        </pc:spChg>
        <pc:spChg chg="mod">
          <ac:chgData name="Jared D. Lebaron" userId="S::jdlebaro@calpoly.edu::c1793bd9-a7aa-4f5c-8c7e-104bb085d150" providerId="AD" clId="Web-{20E453A6-FCB7-E904-C09A-299494DC4A79}" dt="2025-02-15T03:19:18.673" v="512" actId="20577"/>
          <ac:spMkLst>
            <pc:docMk/>
            <pc:sldMk cId="541127200" sldId="311"/>
            <ac:spMk id="9" creationId="{26FA7A4C-D013-1E4F-E0AD-AA6DB7B5D43D}"/>
          </ac:spMkLst>
        </pc:spChg>
        <pc:picChg chg="add mod modCrop">
          <ac:chgData name="Jared D. Lebaron" userId="S::jdlebaro@calpoly.edu::c1793bd9-a7aa-4f5c-8c7e-104bb085d150" providerId="AD" clId="Web-{20E453A6-FCB7-E904-C09A-299494DC4A79}" dt="2025-02-15T03:25:11.466" v="520"/>
          <ac:picMkLst>
            <pc:docMk/>
            <pc:sldMk cId="541127200" sldId="311"/>
            <ac:picMk id="2" creationId="{75475039-77CD-31F0-DDF2-9CB9A7DD0734}"/>
          </ac:picMkLst>
        </pc:picChg>
      </pc:sldChg>
    </pc:docChg>
  </pc:docChgLst>
  <pc:docChgLst>
    <pc:chgData name="Shiva Srinivas Pulmamidi" userId="e7ab9942-b347-4ade-87f4-7dceecdf3cc0" providerId="ADAL" clId="{DA16722C-7004-704F-8FFE-C9DAF69E884E}"/>
    <pc:docChg chg="modSld">
      <pc:chgData name="Shiva Srinivas Pulmamidi" userId="e7ab9942-b347-4ade-87f4-7dceecdf3cc0" providerId="ADAL" clId="{DA16722C-7004-704F-8FFE-C9DAF69E884E}" dt="2025-05-28T06:42:29.146" v="14" actId="20577"/>
      <pc:docMkLst>
        <pc:docMk/>
      </pc:docMkLst>
      <pc:sldChg chg="modSp mod">
        <pc:chgData name="Shiva Srinivas Pulmamidi" userId="e7ab9942-b347-4ade-87f4-7dceecdf3cc0" providerId="ADAL" clId="{DA16722C-7004-704F-8FFE-C9DAF69E884E}" dt="2025-05-28T06:42:29.146" v="14" actId="20577"/>
        <pc:sldMkLst>
          <pc:docMk/>
          <pc:sldMk cId="541127200" sldId="311"/>
        </pc:sldMkLst>
        <pc:spChg chg="mod">
          <ac:chgData name="Shiva Srinivas Pulmamidi" userId="e7ab9942-b347-4ade-87f4-7dceecdf3cc0" providerId="ADAL" clId="{DA16722C-7004-704F-8FFE-C9DAF69E884E}" dt="2025-05-28T06:42:29.146" v="14" actId="20577"/>
          <ac:spMkLst>
            <pc:docMk/>
            <pc:sldMk cId="541127200" sldId="311"/>
            <ac:spMk id="9" creationId="{26FA7A4C-D013-1E4F-E0AD-AA6DB7B5D43D}"/>
          </ac:spMkLst>
        </pc:spChg>
      </pc:sldChg>
    </pc:docChg>
  </pc:docChgLst>
  <pc:docChgLst>
    <pc:chgData name="Maximus Tswv Feej Davis" userId="S::mdavi130@calpoly.edu::3a9e8f84-fd7e-46ee-a86c-0b4dea4be8c2" providerId="AD" clId="Web-{D61E0BEF-1BA2-CF8F-A9BF-E1287735FD37}"/>
    <pc:docChg chg="modSld">
      <pc:chgData name="Maximus Tswv Feej Davis" userId="S::mdavi130@calpoly.edu::3a9e8f84-fd7e-46ee-a86c-0b4dea4be8c2" providerId="AD" clId="Web-{D61E0BEF-1BA2-CF8F-A9BF-E1287735FD37}" dt="2025-02-13T03:34:32.036" v="63"/>
      <pc:docMkLst>
        <pc:docMk/>
      </pc:docMkLst>
      <pc:sldChg chg="modSp">
        <pc:chgData name="Maximus Tswv Feej Davis" userId="S::mdavi130@calpoly.edu::3a9e8f84-fd7e-46ee-a86c-0b4dea4be8c2" providerId="AD" clId="Web-{D61E0BEF-1BA2-CF8F-A9BF-E1287735FD37}" dt="2025-02-13T03:34:32.036" v="63"/>
        <pc:sldMkLst>
          <pc:docMk/>
          <pc:sldMk cId="314042997" sldId="265"/>
        </pc:sldMkLst>
        <pc:graphicFrameChg chg="mod modGraphic">
          <ac:chgData name="Maximus Tswv Feej Davis" userId="S::mdavi130@calpoly.edu::3a9e8f84-fd7e-46ee-a86c-0b4dea4be8c2" providerId="AD" clId="Web-{D61E0BEF-1BA2-CF8F-A9BF-E1287735FD37}" dt="2025-02-13T03:34:32.036" v="63"/>
          <ac:graphicFrameMkLst>
            <pc:docMk/>
            <pc:sldMk cId="314042997" sldId="265"/>
            <ac:graphicFrameMk id="6" creationId="{C8C6E240-099B-0702-9093-63CE4A606CE2}"/>
          </ac:graphicFrameMkLst>
        </pc:graphicFrameChg>
      </pc:sldChg>
    </pc:docChg>
  </pc:docChgLst>
  <pc:docChgLst>
    <pc:chgData name="Shiva Srinivas Pulmamidi" userId="S::spulmami@calpoly.edu::e7ab9942-b347-4ade-87f4-7dceecdf3cc0" providerId="AD" clId="Web-{CF76D0A2-6AD9-BF29-4445-81624D831DBC}"/>
    <pc:docChg chg="modSld">
      <pc:chgData name="Shiva Srinivas Pulmamidi" userId="S::spulmami@calpoly.edu::e7ab9942-b347-4ade-87f4-7dceecdf3cc0" providerId="AD" clId="Web-{CF76D0A2-6AD9-BF29-4445-81624D831DBC}" dt="2025-02-12T23:46:59.645" v="30" actId="20577"/>
      <pc:docMkLst>
        <pc:docMk/>
      </pc:docMkLst>
      <pc:sldChg chg="modSp">
        <pc:chgData name="Shiva Srinivas Pulmamidi" userId="S::spulmami@calpoly.edu::e7ab9942-b347-4ade-87f4-7dceecdf3cc0" providerId="AD" clId="Web-{CF76D0A2-6AD9-BF29-4445-81624D831DBC}" dt="2025-02-12T23:46:59.645" v="30" actId="20577"/>
        <pc:sldMkLst>
          <pc:docMk/>
          <pc:sldMk cId="3351023100" sldId="287"/>
        </pc:sldMkLst>
        <pc:spChg chg="mod">
          <ac:chgData name="Shiva Srinivas Pulmamidi" userId="S::spulmami@calpoly.edu::e7ab9942-b347-4ade-87f4-7dceecdf3cc0" providerId="AD" clId="Web-{CF76D0A2-6AD9-BF29-4445-81624D831DBC}" dt="2025-02-12T23:46:59.645" v="30" actId="20577"/>
          <ac:spMkLst>
            <pc:docMk/>
            <pc:sldMk cId="3351023100" sldId="287"/>
            <ac:spMk id="9" creationId="{F8B8B591-E4BC-699A-0606-471F75391E6B}"/>
          </ac:spMkLst>
        </pc:spChg>
      </pc:sldChg>
    </pc:docChg>
  </pc:docChgLst>
  <pc:docChgLst>
    <pc:chgData name="Maximus Tswv Feej Davis" userId="S::mdavi130@calpoly.edu::3a9e8f84-fd7e-46ee-a86c-0b4dea4be8c2" providerId="AD" clId="Web-{436E1D60-A4DD-F8F5-7A83-1E18D16DC392}"/>
    <pc:docChg chg="modSld">
      <pc:chgData name="Maximus Tswv Feej Davis" userId="S::mdavi130@calpoly.edu::3a9e8f84-fd7e-46ee-a86c-0b4dea4be8c2" providerId="AD" clId="Web-{436E1D60-A4DD-F8F5-7A83-1E18D16DC392}" dt="2025-01-30T03:29:24.988" v="1" actId="20577"/>
      <pc:docMkLst>
        <pc:docMk/>
      </pc:docMkLst>
      <pc:sldChg chg="modSp">
        <pc:chgData name="Maximus Tswv Feej Davis" userId="S::mdavi130@calpoly.edu::3a9e8f84-fd7e-46ee-a86c-0b4dea4be8c2" providerId="AD" clId="Web-{436E1D60-A4DD-F8F5-7A83-1E18D16DC392}" dt="2025-01-30T03:29:24.988" v="1" actId="20577"/>
        <pc:sldMkLst>
          <pc:docMk/>
          <pc:sldMk cId="2005174313" sldId="261"/>
        </pc:sldMkLst>
        <pc:spChg chg="mod">
          <ac:chgData name="Maximus Tswv Feej Davis" userId="S::mdavi130@calpoly.edu::3a9e8f84-fd7e-46ee-a86c-0b4dea4be8c2" providerId="AD" clId="Web-{436E1D60-A4DD-F8F5-7A83-1E18D16DC392}" dt="2025-01-30T03:29:24.988" v="1" actId="20577"/>
          <ac:spMkLst>
            <pc:docMk/>
            <pc:sldMk cId="2005174313" sldId="261"/>
            <ac:spMk id="4" creationId="{292F633D-4B31-105E-15F8-D22BAD85CF55}"/>
          </ac:spMkLst>
        </pc:spChg>
      </pc:sldChg>
    </pc:docChg>
  </pc:docChgLst>
  <pc:docChgLst>
    <pc:chgData name="Alistair Hynes" userId="f176abbf-83e1-4f7b-98da-056364e39698" providerId="ADAL" clId="{6BF92ED0-C7D5-4AB0-B841-EEBA9C5B9344}"/>
    <pc:docChg chg="undo custSel addSld delSld modSld sldOrd">
      <pc:chgData name="Alistair Hynes" userId="f176abbf-83e1-4f7b-98da-056364e39698" providerId="ADAL" clId="{6BF92ED0-C7D5-4AB0-B841-EEBA9C5B9344}" dt="2025-02-15T17:03:29.353" v="1834" actId="20577"/>
      <pc:docMkLst>
        <pc:docMk/>
      </pc:docMkLst>
      <pc:sldChg chg="addSp delSp modSp mod">
        <pc:chgData name="Alistair Hynes" userId="f176abbf-83e1-4f7b-98da-056364e39698" providerId="ADAL" clId="{6BF92ED0-C7D5-4AB0-B841-EEBA9C5B9344}" dt="2025-02-15T03:28:17.539" v="1747" actId="1076"/>
        <pc:sldMkLst>
          <pc:docMk/>
          <pc:sldMk cId="2108226090" sldId="257"/>
        </pc:sldMkLst>
        <pc:spChg chg="del mod">
          <ac:chgData name="Alistair Hynes" userId="f176abbf-83e1-4f7b-98da-056364e39698" providerId="ADAL" clId="{6BF92ED0-C7D5-4AB0-B841-EEBA9C5B9344}" dt="2025-02-15T03:26:46.097" v="1743" actId="478"/>
          <ac:spMkLst>
            <pc:docMk/>
            <pc:sldMk cId="2108226090" sldId="257"/>
            <ac:spMk id="4" creationId="{3671371E-1784-41F6-D70D-2D3126BF043C}"/>
          </ac:spMkLst>
        </pc:spChg>
        <pc:spChg chg="add del mod">
          <ac:chgData name="Alistair Hynes" userId="f176abbf-83e1-4f7b-98da-056364e39698" providerId="ADAL" clId="{6BF92ED0-C7D5-4AB0-B841-EEBA9C5B9344}" dt="2025-02-15T03:26:48.673" v="1744" actId="478"/>
          <ac:spMkLst>
            <pc:docMk/>
            <pc:sldMk cId="2108226090" sldId="257"/>
            <ac:spMk id="6" creationId="{8C8A8185-74F8-438B-4C9E-E5238F03E394}"/>
          </ac:spMkLst>
        </pc:spChg>
        <pc:picChg chg="add mod">
          <ac:chgData name="Alistair Hynes" userId="f176abbf-83e1-4f7b-98da-056364e39698" providerId="ADAL" clId="{6BF92ED0-C7D5-4AB0-B841-EEBA9C5B9344}" dt="2025-02-15T03:28:17.539" v="1747" actId="1076"/>
          <ac:picMkLst>
            <pc:docMk/>
            <pc:sldMk cId="2108226090" sldId="257"/>
            <ac:picMk id="2" creationId="{2B61C9F8-C4D8-4388-7E13-B50FD9FB649F}"/>
          </ac:picMkLst>
        </pc:picChg>
      </pc:sldChg>
      <pc:sldChg chg="addSp delSp modSp mod">
        <pc:chgData name="Alistair Hynes" userId="f176abbf-83e1-4f7b-98da-056364e39698" providerId="ADAL" clId="{6BF92ED0-C7D5-4AB0-B841-EEBA9C5B9344}" dt="2025-02-15T03:34:05.867" v="1759" actId="1076"/>
        <pc:sldMkLst>
          <pc:docMk/>
          <pc:sldMk cId="2007878993" sldId="259"/>
        </pc:sldMkLst>
        <pc:spChg chg="mod">
          <ac:chgData name="Alistair Hynes" userId="f176abbf-83e1-4f7b-98da-056364e39698" providerId="ADAL" clId="{6BF92ED0-C7D5-4AB0-B841-EEBA9C5B9344}" dt="2025-02-15T03:34:05.867" v="1759" actId="1076"/>
          <ac:spMkLst>
            <pc:docMk/>
            <pc:sldMk cId="2007878993" sldId="259"/>
            <ac:spMk id="2" creationId="{470238A2-F230-2DC2-E7E0-2B97A2248EBB}"/>
          </ac:spMkLst>
        </pc:spChg>
        <pc:spChg chg="del mod">
          <ac:chgData name="Alistair Hynes" userId="f176abbf-83e1-4f7b-98da-056364e39698" providerId="ADAL" clId="{6BF92ED0-C7D5-4AB0-B841-EEBA9C5B9344}" dt="2025-02-15T03:26:17.539" v="1740" actId="478"/>
          <ac:spMkLst>
            <pc:docMk/>
            <pc:sldMk cId="2007878993" sldId="259"/>
            <ac:spMk id="5" creationId="{DBAE24CC-B26D-4E3B-8CB1-CA7512638080}"/>
          </ac:spMkLst>
        </pc:spChg>
        <pc:spChg chg="add mod">
          <ac:chgData name="Alistair Hynes" userId="f176abbf-83e1-4f7b-98da-056364e39698" providerId="ADAL" clId="{6BF92ED0-C7D5-4AB0-B841-EEBA9C5B9344}" dt="2025-02-13T03:58:14.030" v="122" actId="1035"/>
          <ac:spMkLst>
            <pc:docMk/>
            <pc:sldMk cId="2007878993" sldId="259"/>
            <ac:spMk id="6" creationId="{57F04A54-A059-B7FC-7E0F-F59F94D64604}"/>
          </ac:spMkLst>
        </pc:spChg>
        <pc:spChg chg="add mod">
          <ac:chgData name="Alistair Hynes" userId="f176abbf-83e1-4f7b-98da-056364e39698" providerId="ADAL" clId="{6BF92ED0-C7D5-4AB0-B841-EEBA9C5B9344}" dt="2025-02-13T03:58:25.039" v="125" actId="1076"/>
          <ac:spMkLst>
            <pc:docMk/>
            <pc:sldMk cId="2007878993" sldId="259"/>
            <ac:spMk id="7" creationId="{1EEC40D1-B664-4B65-A04E-2E0C14B5200A}"/>
          </ac:spMkLst>
        </pc:spChg>
        <pc:picChg chg="mod">
          <ac:chgData name="Alistair Hynes" userId="f176abbf-83e1-4f7b-98da-056364e39698" providerId="ADAL" clId="{6BF92ED0-C7D5-4AB0-B841-EEBA9C5B9344}" dt="2025-02-15T03:34:05.867" v="1759" actId="1076"/>
          <ac:picMkLst>
            <pc:docMk/>
            <pc:sldMk cId="2007878993" sldId="259"/>
            <ac:picMk id="3" creationId="{126E5996-B0DA-46D9-26CF-AC53EB4DDC86}"/>
          </ac:picMkLst>
        </pc:picChg>
        <pc:picChg chg="add del mod modCrop">
          <ac:chgData name="Alistair Hynes" userId="f176abbf-83e1-4f7b-98da-056364e39698" providerId="ADAL" clId="{6BF92ED0-C7D5-4AB0-B841-EEBA9C5B9344}" dt="2025-02-15T03:33:55.562" v="1757" actId="1076"/>
          <ac:picMkLst>
            <pc:docMk/>
            <pc:sldMk cId="2007878993" sldId="259"/>
            <ac:picMk id="4" creationId="{455023E8-6588-8C81-9808-D8510B9E07AB}"/>
          </ac:picMkLst>
        </pc:picChg>
      </pc:sldChg>
      <pc:sldChg chg="modSp mod">
        <pc:chgData name="Alistair Hynes" userId="f176abbf-83e1-4f7b-98da-056364e39698" providerId="ADAL" clId="{6BF92ED0-C7D5-4AB0-B841-EEBA9C5B9344}" dt="2025-02-15T03:28:59.136" v="1748" actId="2711"/>
        <pc:sldMkLst>
          <pc:docMk/>
          <pc:sldMk cId="2005174313" sldId="261"/>
        </pc:sldMkLst>
        <pc:spChg chg="mod">
          <ac:chgData name="Alistair Hynes" userId="f176abbf-83e1-4f7b-98da-056364e39698" providerId="ADAL" clId="{6BF92ED0-C7D5-4AB0-B841-EEBA9C5B9344}" dt="2025-02-15T03:28:59.136" v="1748" actId="2711"/>
          <ac:spMkLst>
            <pc:docMk/>
            <pc:sldMk cId="2005174313" sldId="261"/>
            <ac:spMk id="3" creationId="{A4077BE6-5181-B949-9F08-754E97450313}"/>
          </ac:spMkLst>
        </pc:spChg>
        <pc:spChg chg="mod">
          <ac:chgData name="Alistair Hynes" userId="f176abbf-83e1-4f7b-98da-056364e39698" providerId="ADAL" clId="{6BF92ED0-C7D5-4AB0-B841-EEBA9C5B9344}" dt="2025-02-15T03:28:59.136" v="1748" actId="2711"/>
          <ac:spMkLst>
            <pc:docMk/>
            <pc:sldMk cId="2005174313" sldId="261"/>
            <ac:spMk id="6" creationId="{9F16A6AA-79CC-E0A6-7D48-B65D26BF9FF3}"/>
          </ac:spMkLst>
        </pc:spChg>
      </pc:sldChg>
      <pc:sldChg chg="modSp mod">
        <pc:chgData name="Alistair Hynes" userId="f176abbf-83e1-4f7b-98da-056364e39698" providerId="ADAL" clId="{6BF92ED0-C7D5-4AB0-B841-EEBA9C5B9344}" dt="2025-02-15T03:17:23.235" v="1604" actId="1036"/>
        <pc:sldMkLst>
          <pc:docMk/>
          <pc:sldMk cId="2457280371" sldId="263"/>
        </pc:sldMkLst>
        <pc:picChg chg="mod">
          <ac:chgData name="Alistair Hynes" userId="f176abbf-83e1-4f7b-98da-056364e39698" providerId="ADAL" clId="{6BF92ED0-C7D5-4AB0-B841-EEBA9C5B9344}" dt="2025-02-15T03:17:23.235" v="1604" actId="1036"/>
          <ac:picMkLst>
            <pc:docMk/>
            <pc:sldMk cId="2457280371" sldId="263"/>
            <ac:picMk id="7" creationId="{EC270B09-EB7D-0B76-473C-1B9D08EA0F01}"/>
          </ac:picMkLst>
        </pc:picChg>
      </pc:sldChg>
      <pc:sldChg chg="modSp mod">
        <pc:chgData name="Alistair Hynes" userId="f176abbf-83e1-4f7b-98da-056364e39698" providerId="ADAL" clId="{6BF92ED0-C7D5-4AB0-B841-EEBA9C5B9344}" dt="2025-02-15T02:11:52.900" v="752" actId="20577"/>
        <pc:sldMkLst>
          <pc:docMk/>
          <pc:sldMk cId="1577809839" sldId="269"/>
        </pc:sldMkLst>
        <pc:spChg chg="mod">
          <ac:chgData name="Alistair Hynes" userId="f176abbf-83e1-4f7b-98da-056364e39698" providerId="ADAL" clId="{6BF92ED0-C7D5-4AB0-B841-EEBA9C5B9344}" dt="2025-02-15T02:11:52.900" v="752" actId="20577"/>
          <ac:spMkLst>
            <pc:docMk/>
            <pc:sldMk cId="1577809839" sldId="269"/>
            <ac:spMk id="3" creationId="{5D657867-1464-B112-75EF-9F8414ED07EE}"/>
          </ac:spMkLst>
        </pc:spChg>
      </pc:sldChg>
      <pc:sldChg chg="addSp modSp mod">
        <pc:chgData name="Alistair Hynes" userId="f176abbf-83e1-4f7b-98da-056364e39698" providerId="ADAL" clId="{6BF92ED0-C7D5-4AB0-B841-EEBA9C5B9344}" dt="2025-02-15T01:24:13.659" v="599" actId="14100"/>
        <pc:sldMkLst>
          <pc:docMk/>
          <pc:sldMk cId="3671309738" sldId="274"/>
        </pc:sldMkLst>
        <pc:picChg chg="add mod">
          <ac:chgData name="Alistair Hynes" userId="f176abbf-83e1-4f7b-98da-056364e39698" providerId="ADAL" clId="{6BF92ED0-C7D5-4AB0-B841-EEBA9C5B9344}" dt="2025-02-15T01:24:13.659" v="599" actId="14100"/>
          <ac:picMkLst>
            <pc:docMk/>
            <pc:sldMk cId="3671309738" sldId="274"/>
            <ac:picMk id="8" creationId="{36266F2F-8B28-3F78-50C1-169AC96B83DF}"/>
          </ac:picMkLst>
        </pc:picChg>
      </pc:sldChg>
      <pc:sldChg chg="addSp delSp modSp mod">
        <pc:chgData name="Alistair Hynes" userId="f176abbf-83e1-4f7b-98da-056364e39698" providerId="ADAL" clId="{6BF92ED0-C7D5-4AB0-B841-EEBA9C5B9344}" dt="2025-02-15T03:08:49.111" v="1546" actId="1076"/>
        <pc:sldMkLst>
          <pc:docMk/>
          <pc:sldMk cId="3037852814" sldId="276"/>
        </pc:sldMkLst>
        <pc:spChg chg="mod">
          <ac:chgData name="Alistair Hynes" userId="f176abbf-83e1-4f7b-98da-056364e39698" providerId="ADAL" clId="{6BF92ED0-C7D5-4AB0-B841-EEBA9C5B9344}" dt="2025-02-15T03:07:40.998" v="1534" actId="2711"/>
          <ac:spMkLst>
            <pc:docMk/>
            <pc:sldMk cId="3037852814" sldId="276"/>
            <ac:spMk id="2" creationId="{7293744F-D026-C7FD-C88A-18225F013E11}"/>
          </ac:spMkLst>
        </pc:spChg>
        <pc:spChg chg="del mod">
          <ac:chgData name="Alistair Hynes" userId="f176abbf-83e1-4f7b-98da-056364e39698" providerId="ADAL" clId="{6BF92ED0-C7D5-4AB0-B841-EEBA9C5B9344}" dt="2025-02-15T03:08:27.174" v="1541" actId="478"/>
          <ac:spMkLst>
            <pc:docMk/>
            <pc:sldMk cId="3037852814" sldId="276"/>
            <ac:spMk id="3" creationId="{034510D4-9EAF-6031-03D8-78CF75D3F0A2}"/>
          </ac:spMkLst>
        </pc:spChg>
        <pc:spChg chg="add mod">
          <ac:chgData name="Alistair Hynes" userId="f176abbf-83e1-4f7b-98da-056364e39698" providerId="ADAL" clId="{6BF92ED0-C7D5-4AB0-B841-EEBA9C5B9344}" dt="2025-02-15T03:08:43.279" v="1545" actId="1076"/>
          <ac:spMkLst>
            <pc:docMk/>
            <pc:sldMk cId="3037852814" sldId="276"/>
            <ac:spMk id="6" creationId="{AE53F6A9-F1E6-41A8-BB59-6819AAABBD55}"/>
          </ac:spMkLst>
        </pc:spChg>
        <pc:spChg chg="add del mod">
          <ac:chgData name="Alistair Hynes" userId="f176abbf-83e1-4f7b-98da-056364e39698" providerId="ADAL" clId="{6BF92ED0-C7D5-4AB0-B841-EEBA9C5B9344}" dt="2025-02-15T03:08:30.617" v="1542" actId="478"/>
          <ac:spMkLst>
            <pc:docMk/>
            <pc:sldMk cId="3037852814" sldId="276"/>
            <ac:spMk id="8" creationId="{5432B84C-876B-366D-DA71-2EC149B0D47A}"/>
          </ac:spMkLst>
        </pc:spChg>
        <pc:picChg chg="mod">
          <ac:chgData name="Alistair Hynes" userId="f176abbf-83e1-4f7b-98da-056364e39698" providerId="ADAL" clId="{6BF92ED0-C7D5-4AB0-B841-EEBA9C5B9344}" dt="2025-02-15T03:08:49.111" v="1546" actId="1076"/>
          <ac:picMkLst>
            <pc:docMk/>
            <pc:sldMk cId="3037852814" sldId="276"/>
            <ac:picMk id="5" creationId="{E4D0A90D-DD4E-4A55-9AC3-1EDF38C38D39}"/>
          </ac:picMkLst>
        </pc:picChg>
      </pc:sldChg>
      <pc:sldChg chg="modSp mod">
        <pc:chgData name="Alistair Hynes" userId="f176abbf-83e1-4f7b-98da-056364e39698" providerId="ADAL" clId="{6BF92ED0-C7D5-4AB0-B841-EEBA9C5B9344}" dt="2025-02-15T17:03:29.353" v="1834" actId="20577"/>
        <pc:sldMkLst>
          <pc:docMk/>
          <pc:sldMk cId="1405898492" sldId="278"/>
        </pc:sldMkLst>
        <pc:spChg chg="mod">
          <ac:chgData name="Alistair Hynes" userId="f176abbf-83e1-4f7b-98da-056364e39698" providerId="ADAL" clId="{6BF92ED0-C7D5-4AB0-B841-EEBA9C5B9344}" dt="2025-02-15T17:03:29.353" v="1834" actId="20577"/>
          <ac:spMkLst>
            <pc:docMk/>
            <pc:sldMk cId="1405898492" sldId="278"/>
            <ac:spMk id="13" creationId="{4A0D9594-EEE0-9B4A-8DB9-84677484D427}"/>
          </ac:spMkLst>
        </pc:spChg>
        <pc:spChg chg="mod">
          <ac:chgData name="Alistair Hynes" userId="f176abbf-83e1-4f7b-98da-056364e39698" providerId="ADAL" clId="{6BF92ED0-C7D5-4AB0-B841-EEBA9C5B9344}" dt="2025-02-15T17:01:40.496" v="1829" actId="20577"/>
          <ac:spMkLst>
            <pc:docMk/>
            <pc:sldMk cId="1405898492" sldId="278"/>
            <ac:spMk id="16" creationId="{63F61842-236A-5A14-A80C-1C1DF51AD99C}"/>
          </ac:spMkLst>
        </pc:spChg>
      </pc:sldChg>
      <pc:sldChg chg="addSp delSp modSp mod">
        <pc:chgData name="Alistair Hynes" userId="f176abbf-83e1-4f7b-98da-056364e39698" providerId="ADAL" clId="{6BF92ED0-C7D5-4AB0-B841-EEBA9C5B9344}" dt="2025-02-13T03:37:00.031" v="10" actId="478"/>
        <pc:sldMkLst>
          <pc:docMk/>
          <pc:sldMk cId="965444940" sldId="279"/>
        </pc:sldMkLst>
      </pc:sldChg>
      <pc:sldChg chg="modSp mod">
        <pc:chgData name="Alistair Hynes" userId="f176abbf-83e1-4f7b-98da-056364e39698" providerId="ADAL" clId="{6BF92ED0-C7D5-4AB0-B841-EEBA9C5B9344}" dt="2025-02-15T09:32:54.868" v="1822" actId="20577"/>
        <pc:sldMkLst>
          <pc:docMk/>
          <pc:sldMk cId="2566703804" sldId="281"/>
        </pc:sldMkLst>
        <pc:spChg chg="mod">
          <ac:chgData name="Alistair Hynes" userId="f176abbf-83e1-4f7b-98da-056364e39698" providerId="ADAL" clId="{6BF92ED0-C7D5-4AB0-B841-EEBA9C5B9344}" dt="2025-02-15T09:32:54.868" v="1822" actId="20577"/>
          <ac:spMkLst>
            <pc:docMk/>
            <pc:sldMk cId="2566703804" sldId="281"/>
            <ac:spMk id="4" creationId="{937FACCC-EB19-16C2-FA35-0C89BE63EFF9}"/>
          </ac:spMkLst>
        </pc:spChg>
        <pc:spChg chg="mod">
          <ac:chgData name="Alistair Hynes" userId="f176abbf-83e1-4f7b-98da-056364e39698" providerId="ADAL" clId="{6BF92ED0-C7D5-4AB0-B841-EEBA9C5B9344}" dt="2025-02-15T01:53:17.525" v="676" actId="403"/>
          <ac:spMkLst>
            <pc:docMk/>
            <pc:sldMk cId="2566703804" sldId="281"/>
            <ac:spMk id="5" creationId="{82AE626D-5227-C2FD-3FC8-628AC77257E0}"/>
          </ac:spMkLst>
        </pc:spChg>
        <pc:spChg chg="mod">
          <ac:chgData name="Alistair Hynes" userId="f176abbf-83e1-4f7b-98da-056364e39698" providerId="ADAL" clId="{6BF92ED0-C7D5-4AB0-B841-EEBA9C5B9344}" dt="2025-02-15T04:10:25.407" v="1763" actId="20577"/>
          <ac:spMkLst>
            <pc:docMk/>
            <pc:sldMk cId="2566703804" sldId="281"/>
            <ac:spMk id="7" creationId="{ED48D42A-AA6D-22A3-B1D9-EE944D2B8BD1}"/>
          </ac:spMkLst>
        </pc:spChg>
        <pc:spChg chg="mod">
          <ac:chgData name="Alistair Hynes" userId="f176abbf-83e1-4f7b-98da-056364e39698" providerId="ADAL" clId="{6BF92ED0-C7D5-4AB0-B841-EEBA9C5B9344}" dt="2025-02-15T04:11:04.699" v="1766" actId="20577"/>
          <ac:spMkLst>
            <pc:docMk/>
            <pc:sldMk cId="2566703804" sldId="281"/>
            <ac:spMk id="8" creationId="{3D1D0937-520C-85CD-6459-64E7EB4C0DC6}"/>
          </ac:spMkLst>
        </pc:spChg>
        <pc:picChg chg="mod">
          <ac:chgData name="Alistair Hynes" userId="f176abbf-83e1-4f7b-98da-056364e39698" providerId="ADAL" clId="{6BF92ED0-C7D5-4AB0-B841-EEBA9C5B9344}" dt="2025-02-15T09:04:19.172" v="1767" actId="14826"/>
          <ac:picMkLst>
            <pc:docMk/>
            <pc:sldMk cId="2566703804" sldId="281"/>
            <ac:picMk id="13" creationId="{813225AA-C831-564D-4B94-8BE974755CC1}"/>
          </ac:picMkLst>
        </pc:picChg>
        <pc:picChg chg="mod">
          <ac:chgData name="Alistair Hynes" userId="f176abbf-83e1-4f7b-98da-056364e39698" providerId="ADAL" clId="{6BF92ED0-C7D5-4AB0-B841-EEBA9C5B9344}" dt="2025-02-15T01:44:23.686" v="632" actId="14826"/>
          <ac:picMkLst>
            <pc:docMk/>
            <pc:sldMk cId="2566703804" sldId="281"/>
            <ac:picMk id="14" creationId="{2A33BD10-957A-AA2E-8D3B-4F724DC1D54D}"/>
          </ac:picMkLst>
        </pc:picChg>
      </pc:sldChg>
      <pc:sldChg chg="ord">
        <pc:chgData name="Alistair Hynes" userId="f176abbf-83e1-4f7b-98da-056364e39698" providerId="ADAL" clId="{6BF92ED0-C7D5-4AB0-B841-EEBA9C5B9344}" dt="2025-02-15T01:19:45.118" v="595"/>
        <pc:sldMkLst>
          <pc:docMk/>
          <pc:sldMk cId="2317387512" sldId="285"/>
        </pc:sldMkLst>
      </pc:sldChg>
      <pc:sldChg chg="addSp delSp modSp mod">
        <pc:chgData name="Alistair Hynes" userId="f176abbf-83e1-4f7b-98da-056364e39698" providerId="ADAL" clId="{6BF92ED0-C7D5-4AB0-B841-EEBA9C5B9344}" dt="2025-02-15T09:29:02.281" v="1797" actId="20577"/>
        <pc:sldMkLst>
          <pc:docMk/>
          <pc:sldMk cId="599854888" sldId="286"/>
        </pc:sldMkLst>
        <pc:spChg chg="mod topLvl">
          <ac:chgData name="Alistair Hynes" userId="f176abbf-83e1-4f7b-98da-056364e39698" providerId="ADAL" clId="{6BF92ED0-C7D5-4AB0-B841-EEBA9C5B9344}" dt="2025-02-15T02:11:41.195" v="747" actId="165"/>
          <ac:spMkLst>
            <pc:docMk/>
            <pc:sldMk cId="599854888" sldId="286"/>
            <ac:spMk id="2" creationId="{F35C877F-F216-19E5-9F59-91DE8B4587AE}"/>
          </ac:spMkLst>
        </pc:spChg>
        <pc:spChg chg="mod topLvl">
          <ac:chgData name="Alistair Hynes" userId="f176abbf-83e1-4f7b-98da-056364e39698" providerId="ADAL" clId="{6BF92ED0-C7D5-4AB0-B841-EEBA9C5B9344}" dt="2025-02-15T09:29:02.281" v="1797" actId="20577"/>
          <ac:spMkLst>
            <pc:docMk/>
            <pc:sldMk cId="599854888" sldId="286"/>
            <ac:spMk id="4" creationId="{86C3C0F8-E8C1-12A2-FA97-4EE3FC31C4A5}"/>
          </ac:spMkLst>
        </pc:spChg>
        <pc:spChg chg="mod topLvl">
          <ac:chgData name="Alistair Hynes" userId="f176abbf-83e1-4f7b-98da-056364e39698" providerId="ADAL" clId="{6BF92ED0-C7D5-4AB0-B841-EEBA9C5B9344}" dt="2025-02-15T02:11:41.195" v="747" actId="165"/>
          <ac:spMkLst>
            <pc:docMk/>
            <pc:sldMk cId="599854888" sldId="286"/>
            <ac:spMk id="5" creationId="{39F68F7F-1640-8F5C-4B0F-2AD29975F0B4}"/>
          </ac:spMkLst>
        </pc:spChg>
        <pc:spChg chg="mod topLvl">
          <ac:chgData name="Alistair Hynes" userId="f176abbf-83e1-4f7b-98da-056364e39698" providerId="ADAL" clId="{6BF92ED0-C7D5-4AB0-B841-EEBA9C5B9344}" dt="2025-02-15T02:11:41.195" v="747" actId="165"/>
          <ac:spMkLst>
            <pc:docMk/>
            <pc:sldMk cId="599854888" sldId="286"/>
            <ac:spMk id="6" creationId="{C50E7073-84AA-EF2C-56B8-7E0A0E8A6E02}"/>
          </ac:spMkLst>
        </pc:spChg>
        <pc:spChg chg="add del mod">
          <ac:chgData name="Alistair Hynes" userId="f176abbf-83e1-4f7b-98da-056364e39698" providerId="ADAL" clId="{6BF92ED0-C7D5-4AB0-B841-EEBA9C5B9344}" dt="2025-02-15T02:11:39.861" v="743" actId="1076"/>
          <ac:spMkLst>
            <pc:docMk/>
            <pc:sldMk cId="599854888" sldId="286"/>
            <ac:spMk id="10" creationId="{D258D191-247E-667F-9E99-C80CF3485547}"/>
          </ac:spMkLst>
        </pc:spChg>
        <pc:grpChg chg="add del mod">
          <ac:chgData name="Alistair Hynes" userId="f176abbf-83e1-4f7b-98da-056364e39698" providerId="ADAL" clId="{6BF92ED0-C7D5-4AB0-B841-EEBA9C5B9344}" dt="2025-02-15T02:11:41.414" v="748" actId="1076"/>
          <ac:grpSpMkLst>
            <pc:docMk/>
            <pc:sldMk cId="599854888" sldId="286"/>
            <ac:grpSpMk id="8" creationId="{CDB48A0E-E04B-EAA8-A853-C0954429473C}"/>
          </ac:grpSpMkLst>
        </pc:grpChg>
        <pc:picChg chg="mod topLvl">
          <ac:chgData name="Alistair Hynes" userId="f176abbf-83e1-4f7b-98da-056364e39698" providerId="ADAL" clId="{6BF92ED0-C7D5-4AB0-B841-EEBA9C5B9344}" dt="2025-02-15T02:11:41.195" v="747" actId="165"/>
          <ac:picMkLst>
            <pc:docMk/>
            <pc:sldMk cId="599854888" sldId="286"/>
            <ac:picMk id="7" creationId="{DC2B3F72-7F8E-4675-9302-E10970D53944}"/>
          </ac:picMkLst>
        </pc:picChg>
        <pc:picChg chg="mod topLvl">
          <ac:chgData name="Alistair Hynes" userId="f176abbf-83e1-4f7b-98da-056364e39698" providerId="ADAL" clId="{6BF92ED0-C7D5-4AB0-B841-EEBA9C5B9344}" dt="2025-02-15T02:11:41.195" v="747" actId="165"/>
          <ac:picMkLst>
            <pc:docMk/>
            <pc:sldMk cId="599854888" sldId="286"/>
            <ac:picMk id="9" creationId="{253508B5-C105-72F6-612B-6A05160F1426}"/>
          </ac:picMkLst>
        </pc:picChg>
      </pc:sldChg>
      <pc:sldChg chg="modSp mod">
        <pc:chgData name="Alistair Hynes" userId="f176abbf-83e1-4f7b-98da-056364e39698" providerId="ADAL" clId="{6BF92ED0-C7D5-4AB0-B841-EEBA9C5B9344}" dt="2025-02-15T09:32:15.315" v="1818" actId="20577"/>
        <pc:sldMkLst>
          <pc:docMk/>
          <pc:sldMk cId="2489196310" sldId="288"/>
        </pc:sldMkLst>
        <pc:spChg chg="mod">
          <ac:chgData name="Alistair Hynes" userId="f176abbf-83e1-4f7b-98da-056364e39698" providerId="ADAL" clId="{6BF92ED0-C7D5-4AB0-B841-EEBA9C5B9344}" dt="2025-02-15T09:32:15.315" v="1818" actId="20577"/>
          <ac:spMkLst>
            <pc:docMk/>
            <pc:sldMk cId="2489196310" sldId="288"/>
            <ac:spMk id="9" creationId="{A1B080F6-2BAB-03BA-2AD8-5E689B93112F}"/>
          </ac:spMkLst>
        </pc:spChg>
      </pc:sldChg>
      <pc:sldChg chg="modSp mod">
        <pc:chgData name="Alistair Hynes" userId="f176abbf-83e1-4f7b-98da-056364e39698" providerId="ADAL" clId="{6BF92ED0-C7D5-4AB0-B841-EEBA9C5B9344}" dt="2025-02-13T03:15:37.308" v="9" actId="1076"/>
        <pc:sldMkLst>
          <pc:docMk/>
          <pc:sldMk cId="3501412197" sldId="290"/>
        </pc:sldMkLst>
        <pc:picChg chg="mod">
          <ac:chgData name="Alistair Hynes" userId="f176abbf-83e1-4f7b-98da-056364e39698" providerId="ADAL" clId="{6BF92ED0-C7D5-4AB0-B841-EEBA9C5B9344}" dt="2025-02-13T03:14:01.433" v="5" actId="14826"/>
          <ac:picMkLst>
            <pc:docMk/>
            <pc:sldMk cId="3501412197" sldId="290"/>
            <ac:picMk id="12" creationId="{C8B3CDF7-908A-45E4-C807-DF9A5C6F1DB1}"/>
          </ac:picMkLst>
        </pc:picChg>
        <pc:picChg chg="mod">
          <ac:chgData name="Alistair Hynes" userId="f176abbf-83e1-4f7b-98da-056364e39698" providerId="ADAL" clId="{6BF92ED0-C7D5-4AB0-B841-EEBA9C5B9344}" dt="2025-02-13T03:15:37.308" v="9" actId="1076"/>
          <ac:picMkLst>
            <pc:docMk/>
            <pc:sldMk cId="3501412197" sldId="290"/>
            <ac:picMk id="14" creationId="{8EE4C46F-E708-016C-A128-936E1013209F}"/>
          </ac:picMkLst>
        </pc:picChg>
      </pc:sldChg>
      <pc:sldChg chg="modSp mod">
        <pc:chgData name="Alistair Hynes" userId="f176abbf-83e1-4f7b-98da-056364e39698" providerId="ADAL" clId="{6BF92ED0-C7D5-4AB0-B841-EEBA9C5B9344}" dt="2025-02-13T03:10:51.618" v="4" actId="12"/>
        <pc:sldMkLst>
          <pc:docMk/>
          <pc:sldMk cId="3551441810" sldId="292"/>
        </pc:sldMkLst>
        <pc:spChg chg="mod">
          <ac:chgData name="Alistair Hynes" userId="f176abbf-83e1-4f7b-98da-056364e39698" providerId="ADAL" clId="{6BF92ED0-C7D5-4AB0-B841-EEBA9C5B9344}" dt="2025-02-13T03:10:51.618" v="4" actId="12"/>
          <ac:spMkLst>
            <pc:docMk/>
            <pc:sldMk cId="3551441810" sldId="292"/>
            <ac:spMk id="9" creationId="{3AA44F40-FF20-3B16-8865-2D62BBB4F763}"/>
          </ac:spMkLst>
        </pc:spChg>
      </pc:sldChg>
      <pc:sldChg chg="addSp delSp modSp add mod">
        <pc:chgData name="Alistair Hynes" userId="f176abbf-83e1-4f7b-98da-056364e39698" providerId="ADAL" clId="{6BF92ED0-C7D5-4AB0-B841-EEBA9C5B9344}" dt="2025-02-15T04:10:56.152" v="1764" actId="2085"/>
        <pc:sldMkLst>
          <pc:docMk/>
          <pc:sldMk cId="3303766629" sldId="294"/>
        </pc:sldMkLst>
        <pc:spChg chg="mod topLvl">
          <ac:chgData name="Alistair Hynes" userId="f176abbf-83e1-4f7b-98da-056364e39698" providerId="ADAL" clId="{6BF92ED0-C7D5-4AB0-B841-EEBA9C5B9344}" dt="2025-02-13T04:39:02.405" v="390" actId="1076"/>
          <ac:spMkLst>
            <pc:docMk/>
            <pc:sldMk cId="3303766629" sldId="294"/>
            <ac:spMk id="2" creationId="{AB39095D-E45D-B70B-7078-FB6CE7B91FC4}"/>
          </ac:spMkLst>
        </pc:spChg>
        <pc:spChg chg="mod">
          <ac:chgData name="Alistair Hynes" userId="f176abbf-83e1-4f7b-98da-056364e39698" providerId="ADAL" clId="{6BF92ED0-C7D5-4AB0-B841-EEBA9C5B9344}" dt="2025-02-15T03:22:41.719" v="1724" actId="14100"/>
          <ac:spMkLst>
            <pc:docMk/>
            <pc:sldMk cId="3303766629" sldId="294"/>
            <ac:spMk id="3" creationId="{1E64C460-1422-D47B-7DE6-9B24C0D600E1}"/>
          </ac:spMkLst>
        </pc:spChg>
        <pc:spChg chg="mod">
          <ac:chgData name="Alistair Hynes" userId="f176abbf-83e1-4f7b-98da-056364e39698" providerId="ADAL" clId="{6BF92ED0-C7D5-4AB0-B841-EEBA9C5B9344}" dt="2025-02-15T04:10:56.152" v="1764" actId="2085"/>
          <ac:spMkLst>
            <pc:docMk/>
            <pc:sldMk cId="3303766629" sldId="294"/>
            <ac:spMk id="4" creationId="{D0FD1B94-81FA-FBD2-5E25-87D3329FA73B}"/>
          </ac:spMkLst>
        </pc:spChg>
        <pc:picChg chg="add mod">
          <ac:chgData name="Alistair Hynes" userId="f176abbf-83e1-4f7b-98da-056364e39698" providerId="ADAL" clId="{6BF92ED0-C7D5-4AB0-B841-EEBA9C5B9344}" dt="2025-02-13T04:39:02.405" v="390" actId="1076"/>
          <ac:picMkLst>
            <pc:docMk/>
            <pc:sldMk cId="3303766629" sldId="294"/>
            <ac:picMk id="11" creationId="{859BE6F2-FEB4-0E4C-66EC-D26589D13098}"/>
          </ac:picMkLst>
        </pc:picChg>
        <pc:picChg chg="add mod">
          <ac:chgData name="Alistair Hynes" userId="f176abbf-83e1-4f7b-98da-056364e39698" providerId="ADAL" clId="{6BF92ED0-C7D5-4AB0-B841-EEBA9C5B9344}" dt="2025-02-13T04:43:56.168" v="503" actId="14100"/>
          <ac:picMkLst>
            <pc:docMk/>
            <pc:sldMk cId="3303766629" sldId="294"/>
            <ac:picMk id="18" creationId="{BE17DAF2-08E5-ECED-B0AC-4CDA3D561323}"/>
          </ac:picMkLst>
        </pc:picChg>
      </pc:sldChg>
      <pc:sldChg chg="modSp mod">
        <pc:chgData name="Alistair Hynes" userId="f176abbf-83e1-4f7b-98da-056364e39698" providerId="ADAL" clId="{6BF92ED0-C7D5-4AB0-B841-EEBA9C5B9344}" dt="2025-02-15T03:07:48.437" v="1535" actId="14100"/>
        <pc:sldMkLst>
          <pc:docMk/>
          <pc:sldMk cId="3265554878" sldId="295"/>
        </pc:sldMkLst>
        <pc:spChg chg="mod">
          <ac:chgData name="Alistair Hynes" userId="f176abbf-83e1-4f7b-98da-056364e39698" providerId="ADAL" clId="{6BF92ED0-C7D5-4AB0-B841-EEBA9C5B9344}" dt="2025-02-15T03:07:48.437" v="1535" actId="14100"/>
          <ac:spMkLst>
            <pc:docMk/>
            <pc:sldMk cId="3265554878" sldId="295"/>
            <ac:spMk id="3" creationId="{972D9FF8-81FC-93BA-6736-FF905FB8A9D7}"/>
          </ac:spMkLst>
        </pc:spChg>
        <pc:picChg chg="mod">
          <ac:chgData name="Alistair Hynes" userId="f176abbf-83e1-4f7b-98da-056364e39698" providerId="ADAL" clId="{6BF92ED0-C7D5-4AB0-B841-EEBA9C5B9344}" dt="2025-02-15T02:57:07.559" v="1439" actId="1038"/>
          <ac:picMkLst>
            <pc:docMk/>
            <pc:sldMk cId="3265554878" sldId="295"/>
            <ac:picMk id="8" creationId="{9F9F09DB-E4C9-CFB9-49C0-5E14ADBE2CCD}"/>
          </ac:picMkLst>
        </pc:picChg>
        <pc:picChg chg="mod">
          <ac:chgData name="Alistair Hynes" userId="f176abbf-83e1-4f7b-98da-056364e39698" providerId="ADAL" clId="{6BF92ED0-C7D5-4AB0-B841-EEBA9C5B9344}" dt="2025-02-15T02:56:55.335" v="1432" actId="1035"/>
          <ac:picMkLst>
            <pc:docMk/>
            <pc:sldMk cId="3265554878" sldId="295"/>
            <ac:picMk id="11" creationId="{708C2A80-8683-507D-BDF1-CDD209CD8B6F}"/>
          </ac:picMkLst>
        </pc:picChg>
      </pc:sldChg>
      <pc:sldChg chg="modSp mod">
        <pc:chgData name="Alistair Hynes" userId="f176abbf-83e1-4f7b-98da-056364e39698" providerId="ADAL" clId="{6BF92ED0-C7D5-4AB0-B841-EEBA9C5B9344}" dt="2025-02-15T03:15:45.410" v="1599" actId="2711"/>
        <pc:sldMkLst>
          <pc:docMk/>
          <pc:sldMk cId="112416315" sldId="296"/>
        </pc:sldMkLst>
        <pc:spChg chg="mod">
          <ac:chgData name="Alistair Hynes" userId="f176abbf-83e1-4f7b-98da-056364e39698" providerId="ADAL" clId="{6BF92ED0-C7D5-4AB0-B841-EEBA9C5B9344}" dt="2025-02-15T03:15:45.410" v="1599" actId="2711"/>
          <ac:spMkLst>
            <pc:docMk/>
            <pc:sldMk cId="112416315" sldId="296"/>
            <ac:spMk id="2" creationId="{D2CBA2DA-B03D-B573-30D6-25D9FE92CA0A}"/>
          </ac:spMkLst>
        </pc:spChg>
      </pc:sldChg>
      <pc:sldChg chg="addSp delSp modSp new mod">
        <pc:chgData name="Alistair Hynes" userId="f176abbf-83e1-4f7b-98da-056364e39698" providerId="ADAL" clId="{6BF92ED0-C7D5-4AB0-B841-EEBA9C5B9344}" dt="2025-02-15T03:05:10.193" v="1525" actId="1076"/>
        <pc:sldMkLst>
          <pc:docMk/>
          <pc:sldMk cId="2321645583" sldId="300"/>
        </pc:sldMkLst>
        <pc:spChg chg="del">
          <ac:chgData name="Alistair Hynes" userId="f176abbf-83e1-4f7b-98da-056364e39698" providerId="ADAL" clId="{6BF92ED0-C7D5-4AB0-B841-EEBA9C5B9344}" dt="2025-02-15T02:12:09.049" v="760" actId="478"/>
          <ac:spMkLst>
            <pc:docMk/>
            <pc:sldMk cId="2321645583" sldId="300"/>
            <ac:spMk id="2" creationId="{B38E022B-B241-AC01-1797-2A28D10C27A4}"/>
          </ac:spMkLst>
        </pc:spChg>
        <pc:spChg chg="mod">
          <ac:chgData name="Alistair Hynes" userId="f176abbf-83e1-4f7b-98da-056364e39698" providerId="ADAL" clId="{6BF92ED0-C7D5-4AB0-B841-EEBA9C5B9344}" dt="2025-02-15T02:12:01.579" v="758" actId="20577"/>
          <ac:spMkLst>
            <pc:docMk/>
            <pc:sldMk cId="2321645583" sldId="300"/>
            <ac:spMk id="3" creationId="{D3876152-2970-81EB-CF07-79E359DC26B1}"/>
          </ac:spMkLst>
        </pc:spChg>
        <pc:spChg chg="del">
          <ac:chgData name="Alistair Hynes" userId="f176abbf-83e1-4f7b-98da-056364e39698" providerId="ADAL" clId="{6BF92ED0-C7D5-4AB0-B841-EEBA9C5B9344}" dt="2025-02-15T02:12:05.079" v="759" actId="478"/>
          <ac:spMkLst>
            <pc:docMk/>
            <pc:sldMk cId="2321645583" sldId="300"/>
            <ac:spMk id="4" creationId="{849088C9-311E-8B5C-BC3E-9441A9C05727}"/>
          </ac:spMkLst>
        </pc:spChg>
        <pc:spChg chg="add mod">
          <ac:chgData name="Alistair Hynes" userId="f176abbf-83e1-4f7b-98da-056364e39698" providerId="ADAL" clId="{6BF92ED0-C7D5-4AB0-B841-EEBA9C5B9344}" dt="2025-02-15T02:36:47.618" v="1389" actId="20577"/>
          <ac:spMkLst>
            <pc:docMk/>
            <pc:sldMk cId="2321645583" sldId="300"/>
            <ac:spMk id="5" creationId="{099DF0FD-A1E0-8641-385C-1C6C802C857D}"/>
          </ac:spMkLst>
        </pc:spChg>
        <pc:spChg chg="add mod">
          <ac:chgData name="Alistair Hynes" userId="f176abbf-83e1-4f7b-98da-056364e39698" providerId="ADAL" clId="{6BF92ED0-C7D5-4AB0-B841-EEBA9C5B9344}" dt="2025-02-15T02:25:17.223" v="816" actId="208"/>
          <ac:spMkLst>
            <pc:docMk/>
            <pc:sldMk cId="2321645583" sldId="300"/>
            <ac:spMk id="8" creationId="{19A6E86A-DB61-9106-4C2F-CCAC1BAD1ACD}"/>
          </ac:spMkLst>
        </pc:spChg>
        <pc:picChg chg="add mod">
          <ac:chgData name="Alistair Hynes" userId="f176abbf-83e1-4f7b-98da-056364e39698" providerId="ADAL" clId="{6BF92ED0-C7D5-4AB0-B841-EEBA9C5B9344}" dt="2025-02-15T03:05:10.193" v="1525" actId="1076"/>
          <ac:picMkLst>
            <pc:docMk/>
            <pc:sldMk cId="2321645583" sldId="300"/>
            <ac:picMk id="7" creationId="{C72659B9-E47A-1E17-F3A4-D280F3CADE78}"/>
          </ac:picMkLst>
        </pc:picChg>
      </pc:sldChg>
      <pc:sldChg chg="del">
        <pc:chgData name="Alistair Hynes" userId="f176abbf-83e1-4f7b-98da-056364e39698" providerId="ADAL" clId="{6BF92ED0-C7D5-4AB0-B841-EEBA9C5B9344}" dt="2025-02-15T02:37:24.549" v="1392" actId="47"/>
        <pc:sldMkLst>
          <pc:docMk/>
          <pc:sldMk cId="933601778" sldId="301"/>
        </pc:sldMkLst>
      </pc:sldChg>
      <pc:sldChg chg="addSp delSp modSp new mod">
        <pc:chgData name="Alistair Hynes" userId="f176abbf-83e1-4f7b-98da-056364e39698" providerId="ADAL" clId="{6BF92ED0-C7D5-4AB0-B841-EEBA9C5B9344}" dt="2025-02-15T03:03:11.404" v="1522" actId="1076"/>
        <pc:sldMkLst>
          <pc:docMk/>
          <pc:sldMk cId="125773321" sldId="302"/>
        </pc:sldMkLst>
        <pc:spChg chg="del">
          <ac:chgData name="Alistair Hynes" userId="f176abbf-83e1-4f7b-98da-056364e39698" providerId="ADAL" clId="{6BF92ED0-C7D5-4AB0-B841-EEBA9C5B9344}" dt="2025-02-15T02:37:35.180" v="1406" actId="478"/>
          <ac:spMkLst>
            <pc:docMk/>
            <pc:sldMk cId="125773321" sldId="302"/>
            <ac:spMk id="2" creationId="{30EE6B84-42BD-A858-2AE9-67FBB48EBDAC}"/>
          </ac:spMkLst>
        </pc:spChg>
        <pc:spChg chg="mod">
          <ac:chgData name="Alistair Hynes" userId="f176abbf-83e1-4f7b-98da-056364e39698" providerId="ADAL" clId="{6BF92ED0-C7D5-4AB0-B841-EEBA9C5B9344}" dt="2025-02-15T02:37:28.772" v="1404" actId="20577"/>
          <ac:spMkLst>
            <pc:docMk/>
            <pc:sldMk cId="125773321" sldId="302"/>
            <ac:spMk id="3" creationId="{8A30FBDC-A083-A648-AEA0-2962E5054C52}"/>
          </ac:spMkLst>
        </pc:spChg>
        <pc:spChg chg="del">
          <ac:chgData name="Alistair Hynes" userId="f176abbf-83e1-4f7b-98da-056364e39698" providerId="ADAL" clId="{6BF92ED0-C7D5-4AB0-B841-EEBA9C5B9344}" dt="2025-02-15T02:37:32.510" v="1405" actId="478"/>
          <ac:spMkLst>
            <pc:docMk/>
            <pc:sldMk cId="125773321" sldId="302"/>
            <ac:spMk id="4" creationId="{11E8511A-14C5-2FF2-5917-AB049D27D66E}"/>
          </ac:spMkLst>
        </pc:spChg>
        <pc:spChg chg="add mod">
          <ac:chgData name="Alistair Hynes" userId="f176abbf-83e1-4f7b-98da-056364e39698" providerId="ADAL" clId="{6BF92ED0-C7D5-4AB0-B841-EEBA9C5B9344}" dt="2025-02-15T03:00:40.728" v="1460" actId="207"/>
          <ac:spMkLst>
            <pc:docMk/>
            <pc:sldMk cId="125773321" sldId="302"/>
            <ac:spMk id="14" creationId="{A4F4B6A9-EB38-6847-E9AB-8499C1E09885}"/>
          </ac:spMkLst>
        </pc:spChg>
        <pc:spChg chg="add mod">
          <ac:chgData name="Alistair Hynes" userId="f176abbf-83e1-4f7b-98da-056364e39698" providerId="ADAL" clId="{6BF92ED0-C7D5-4AB0-B841-EEBA9C5B9344}" dt="2025-02-15T03:01:13.830" v="1470" actId="1076"/>
          <ac:spMkLst>
            <pc:docMk/>
            <pc:sldMk cId="125773321" sldId="302"/>
            <ac:spMk id="15" creationId="{FCA49471-E3F2-09B1-09C6-F547FD4FCC3C}"/>
          </ac:spMkLst>
        </pc:spChg>
        <pc:spChg chg="add mod">
          <ac:chgData name="Alistair Hynes" userId="f176abbf-83e1-4f7b-98da-056364e39698" providerId="ADAL" clId="{6BF92ED0-C7D5-4AB0-B841-EEBA9C5B9344}" dt="2025-02-15T03:01:26.944" v="1482" actId="1076"/>
          <ac:spMkLst>
            <pc:docMk/>
            <pc:sldMk cId="125773321" sldId="302"/>
            <ac:spMk id="16" creationId="{4A8F18F8-3EE0-DE27-C4FB-BA0BB2572DDC}"/>
          </ac:spMkLst>
        </pc:spChg>
        <pc:spChg chg="add mod">
          <ac:chgData name="Alistair Hynes" userId="f176abbf-83e1-4f7b-98da-056364e39698" providerId="ADAL" clId="{6BF92ED0-C7D5-4AB0-B841-EEBA9C5B9344}" dt="2025-02-15T03:02:46.242" v="1515" actId="1036"/>
          <ac:spMkLst>
            <pc:docMk/>
            <pc:sldMk cId="125773321" sldId="302"/>
            <ac:spMk id="17" creationId="{EFEAF5FC-C61A-2B13-B326-80B9968E5F70}"/>
          </ac:spMkLst>
        </pc:spChg>
        <pc:spChg chg="add mod">
          <ac:chgData name="Alistair Hynes" userId="f176abbf-83e1-4f7b-98da-056364e39698" providerId="ADAL" clId="{6BF92ED0-C7D5-4AB0-B841-EEBA9C5B9344}" dt="2025-02-15T03:01:58.354" v="1503" actId="20577"/>
          <ac:spMkLst>
            <pc:docMk/>
            <pc:sldMk cId="125773321" sldId="302"/>
            <ac:spMk id="18" creationId="{762D8EE3-E652-D442-95EF-A0E36F2D6657}"/>
          </ac:spMkLst>
        </pc:spChg>
        <pc:spChg chg="add mod">
          <ac:chgData name="Alistair Hynes" userId="f176abbf-83e1-4f7b-98da-056364e39698" providerId="ADAL" clId="{6BF92ED0-C7D5-4AB0-B841-EEBA9C5B9344}" dt="2025-02-15T03:03:11.404" v="1522" actId="1076"/>
          <ac:spMkLst>
            <pc:docMk/>
            <pc:sldMk cId="125773321" sldId="302"/>
            <ac:spMk id="24" creationId="{F506CC3A-5B9F-1DEB-D777-A8824936D3C3}"/>
          </ac:spMkLst>
        </pc:spChg>
        <pc:picChg chg="add del mod">
          <ac:chgData name="Alistair Hynes" userId="f176abbf-83e1-4f7b-98da-056364e39698" providerId="ADAL" clId="{6BF92ED0-C7D5-4AB0-B841-EEBA9C5B9344}" dt="2025-02-15T02:40:30.667" v="1407" actId="478"/>
          <ac:picMkLst>
            <pc:docMk/>
            <pc:sldMk cId="125773321" sldId="302"/>
            <ac:picMk id="5" creationId="{47B62E1D-D387-420B-7A78-A02C558C81C5}"/>
          </ac:picMkLst>
        </pc:picChg>
        <pc:picChg chg="add del mod">
          <ac:chgData name="Alistair Hynes" userId="f176abbf-83e1-4f7b-98da-056364e39698" providerId="ADAL" clId="{6BF92ED0-C7D5-4AB0-B841-EEBA9C5B9344}" dt="2025-02-15T02:56:08.842" v="1416" actId="478"/>
          <ac:picMkLst>
            <pc:docMk/>
            <pc:sldMk cId="125773321" sldId="302"/>
            <ac:picMk id="7" creationId="{C792F433-B18E-F4A1-B1CF-F916DE987466}"/>
          </ac:picMkLst>
        </pc:picChg>
        <pc:picChg chg="add del mod">
          <ac:chgData name="Alistair Hynes" userId="f176abbf-83e1-4f7b-98da-056364e39698" providerId="ADAL" clId="{6BF92ED0-C7D5-4AB0-B841-EEBA9C5B9344}" dt="2025-02-15T02:56:06.656" v="1415" actId="478"/>
          <ac:picMkLst>
            <pc:docMk/>
            <pc:sldMk cId="125773321" sldId="302"/>
            <ac:picMk id="9" creationId="{2C7646D8-FF29-AFA6-BCC1-867EF3F748B0}"/>
          </ac:picMkLst>
        </pc:picChg>
        <pc:picChg chg="add del mod">
          <ac:chgData name="Alistair Hynes" userId="f176abbf-83e1-4f7b-98da-056364e39698" providerId="ADAL" clId="{6BF92ED0-C7D5-4AB0-B841-EEBA9C5B9344}" dt="2025-02-15T02:59:26.188" v="1440" actId="478"/>
          <ac:picMkLst>
            <pc:docMk/>
            <pc:sldMk cId="125773321" sldId="302"/>
            <ac:picMk id="11" creationId="{41C61491-8CF1-8CAD-F11B-1E2D6D862C78}"/>
          </ac:picMkLst>
        </pc:picChg>
        <pc:picChg chg="add mod">
          <ac:chgData name="Alistair Hynes" userId="f176abbf-83e1-4f7b-98da-056364e39698" providerId="ADAL" clId="{6BF92ED0-C7D5-4AB0-B841-EEBA9C5B9344}" dt="2025-02-15T03:01:20.188" v="1481" actId="1076"/>
          <ac:picMkLst>
            <pc:docMk/>
            <pc:sldMk cId="125773321" sldId="302"/>
            <ac:picMk id="13" creationId="{2AD67B59-2D29-CD8C-8351-99D1F0FACC7A}"/>
          </ac:picMkLst>
        </pc:picChg>
        <pc:cxnChg chg="add mod">
          <ac:chgData name="Alistair Hynes" userId="f176abbf-83e1-4f7b-98da-056364e39698" providerId="ADAL" clId="{6BF92ED0-C7D5-4AB0-B841-EEBA9C5B9344}" dt="2025-02-15T03:02:39.425" v="1509" actId="14100"/>
          <ac:cxnSpMkLst>
            <pc:docMk/>
            <pc:sldMk cId="125773321" sldId="302"/>
            <ac:cxnSpMk id="20" creationId="{71945BC2-76B2-56BB-B9A2-D9CBA6ECC935}"/>
          </ac:cxnSpMkLst>
        </pc:cxnChg>
        <pc:cxnChg chg="add mod">
          <ac:chgData name="Alistair Hynes" userId="f176abbf-83e1-4f7b-98da-056364e39698" providerId="ADAL" clId="{6BF92ED0-C7D5-4AB0-B841-EEBA9C5B9344}" dt="2025-02-15T03:02:53.403" v="1518" actId="14100"/>
          <ac:cxnSpMkLst>
            <pc:docMk/>
            <pc:sldMk cId="125773321" sldId="302"/>
            <ac:cxnSpMk id="22" creationId="{FF9CCA51-F144-984E-EC66-0F1D3E9E6BD6}"/>
          </ac:cxnSpMkLst>
        </pc:cxnChg>
        <pc:cxnChg chg="add mod">
          <ac:chgData name="Alistair Hynes" userId="f176abbf-83e1-4f7b-98da-056364e39698" providerId="ADAL" clId="{6BF92ED0-C7D5-4AB0-B841-EEBA9C5B9344}" dt="2025-02-15T03:03:08.607" v="1521" actId="14100"/>
          <ac:cxnSpMkLst>
            <pc:docMk/>
            <pc:sldMk cId="125773321" sldId="302"/>
            <ac:cxnSpMk id="25" creationId="{96759381-697E-7855-C442-FB5774D958D7}"/>
          </ac:cxnSpMkLst>
        </pc:cxnChg>
      </pc:sldChg>
      <pc:sldChg chg="addSp delSp modSp mod">
        <pc:chgData name="Alistair Hynes" userId="f176abbf-83e1-4f7b-98da-056364e39698" providerId="ADAL" clId="{6BF92ED0-C7D5-4AB0-B841-EEBA9C5B9344}" dt="2025-02-15T03:09:36.765" v="1559" actId="14100"/>
        <pc:sldMkLst>
          <pc:docMk/>
          <pc:sldMk cId="1960561610" sldId="304"/>
        </pc:sldMkLst>
        <pc:spChg chg="mod">
          <ac:chgData name="Alistair Hynes" userId="f176abbf-83e1-4f7b-98da-056364e39698" providerId="ADAL" clId="{6BF92ED0-C7D5-4AB0-B841-EEBA9C5B9344}" dt="2025-02-15T03:09:36.765" v="1559" actId="14100"/>
          <ac:spMkLst>
            <pc:docMk/>
            <pc:sldMk cId="1960561610" sldId="304"/>
            <ac:spMk id="2" creationId="{056DFAAA-4FF8-F5E7-6A13-0EF2FCDC9EF6}"/>
          </ac:spMkLst>
        </pc:spChg>
        <pc:spChg chg="del">
          <ac:chgData name="Alistair Hynes" userId="f176abbf-83e1-4f7b-98da-056364e39698" providerId="ADAL" clId="{6BF92ED0-C7D5-4AB0-B841-EEBA9C5B9344}" dt="2025-02-15T03:09:17.674" v="1553" actId="478"/>
          <ac:spMkLst>
            <pc:docMk/>
            <pc:sldMk cId="1960561610" sldId="304"/>
            <ac:spMk id="3" creationId="{FA2877D0-96D1-6D40-35C6-4C4E58CD97B1}"/>
          </ac:spMkLst>
        </pc:spChg>
        <pc:spChg chg="add del">
          <ac:chgData name="Alistair Hynes" userId="f176abbf-83e1-4f7b-98da-056364e39698" providerId="ADAL" clId="{6BF92ED0-C7D5-4AB0-B841-EEBA9C5B9344}" dt="2025-02-15T03:08:57.278" v="1548" actId="478"/>
          <ac:spMkLst>
            <pc:docMk/>
            <pc:sldMk cId="1960561610" sldId="304"/>
            <ac:spMk id="7" creationId="{13B18D39-D2CB-3C35-06A4-314BADF16AB5}"/>
          </ac:spMkLst>
        </pc:spChg>
        <pc:spChg chg="add mod">
          <ac:chgData name="Alistair Hynes" userId="f176abbf-83e1-4f7b-98da-056364e39698" providerId="ADAL" clId="{6BF92ED0-C7D5-4AB0-B841-EEBA9C5B9344}" dt="2025-02-15T03:09:27.624" v="1556" actId="1076"/>
          <ac:spMkLst>
            <pc:docMk/>
            <pc:sldMk cId="1960561610" sldId="304"/>
            <ac:spMk id="8" creationId="{AEBBDC8C-7A6F-166A-31F0-18938DD17AA9}"/>
          </ac:spMkLst>
        </pc:spChg>
        <pc:spChg chg="add del mod">
          <ac:chgData name="Alistair Hynes" userId="f176abbf-83e1-4f7b-98da-056364e39698" providerId="ADAL" clId="{6BF92ED0-C7D5-4AB0-B841-EEBA9C5B9344}" dt="2025-02-15T03:09:19.731" v="1554" actId="478"/>
          <ac:spMkLst>
            <pc:docMk/>
            <pc:sldMk cId="1960561610" sldId="304"/>
            <ac:spMk id="10" creationId="{A7D53DB6-E100-E3A2-1696-709B97728C36}"/>
          </ac:spMkLst>
        </pc:spChg>
      </pc:sldChg>
      <pc:sldChg chg="addSp delSp modSp mod">
        <pc:chgData name="Alistair Hynes" userId="f176abbf-83e1-4f7b-98da-056364e39698" providerId="ADAL" clId="{6BF92ED0-C7D5-4AB0-B841-EEBA9C5B9344}" dt="2025-02-15T03:10:08.882" v="1581" actId="1076"/>
        <pc:sldMkLst>
          <pc:docMk/>
          <pc:sldMk cId="715043467" sldId="305"/>
        </pc:sldMkLst>
        <pc:spChg chg="del">
          <ac:chgData name="Alistair Hynes" userId="f176abbf-83e1-4f7b-98da-056364e39698" providerId="ADAL" clId="{6BF92ED0-C7D5-4AB0-B841-EEBA9C5B9344}" dt="2025-02-15T03:10:01.426" v="1577" actId="478"/>
          <ac:spMkLst>
            <pc:docMk/>
            <pc:sldMk cId="715043467" sldId="305"/>
            <ac:spMk id="3" creationId="{499D1C75-7E83-111E-0D4C-27D23F9CA6EB}"/>
          </ac:spMkLst>
        </pc:spChg>
        <pc:spChg chg="add mod">
          <ac:chgData name="Alistair Hynes" userId="f176abbf-83e1-4f7b-98da-056364e39698" providerId="ADAL" clId="{6BF92ED0-C7D5-4AB0-B841-EEBA9C5B9344}" dt="2025-02-15T03:10:08.882" v="1581" actId="1076"/>
          <ac:spMkLst>
            <pc:docMk/>
            <pc:sldMk cId="715043467" sldId="305"/>
            <ac:spMk id="7" creationId="{15AE4F83-737A-C5D1-C367-52D9C2F1847E}"/>
          </ac:spMkLst>
        </pc:spChg>
        <pc:spChg chg="add del mod">
          <ac:chgData name="Alistair Hynes" userId="f176abbf-83e1-4f7b-98da-056364e39698" providerId="ADAL" clId="{6BF92ED0-C7D5-4AB0-B841-EEBA9C5B9344}" dt="2025-02-15T03:10:03.764" v="1578" actId="478"/>
          <ac:spMkLst>
            <pc:docMk/>
            <pc:sldMk cId="715043467" sldId="305"/>
            <ac:spMk id="9" creationId="{B4672FE3-5E1C-CEC6-9A7C-E2CAE11E3BBD}"/>
          </ac:spMkLst>
        </pc:spChg>
        <pc:picChg chg="mod">
          <ac:chgData name="Alistair Hynes" userId="f176abbf-83e1-4f7b-98da-056364e39698" providerId="ADAL" clId="{6BF92ED0-C7D5-4AB0-B841-EEBA9C5B9344}" dt="2025-02-15T03:10:06.385" v="1580" actId="1076"/>
          <ac:picMkLst>
            <pc:docMk/>
            <pc:sldMk cId="715043467" sldId="305"/>
            <ac:picMk id="5" creationId="{21F0DD5C-6BEF-9095-4E09-344C93B8D5A3}"/>
          </ac:picMkLst>
        </pc:picChg>
      </pc:sldChg>
      <pc:sldChg chg="addSp delSp modSp mod">
        <pc:chgData name="Alistair Hynes" userId="f176abbf-83e1-4f7b-98da-056364e39698" providerId="ADAL" clId="{6BF92ED0-C7D5-4AB0-B841-EEBA9C5B9344}" dt="2025-02-15T03:10:33.955" v="1598" actId="207"/>
        <pc:sldMkLst>
          <pc:docMk/>
          <pc:sldMk cId="883446760" sldId="306"/>
        </pc:sldMkLst>
        <pc:spChg chg="add del">
          <ac:chgData name="Alistair Hynes" userId="f176abbf-83e1-4f7b-98da-056364e39698" providerId="ADAL" clId="{6BF92ED0-C7D5-4AB0-B841-EEBA9C5B9344}" dt="2025-02-15T03:10:18.570" v="1584" actId="478"/>
          <ac:spMkLst>
            <pc:docMk/>
            <pc:sldMk cId="883446760" sldId="306"/>
            <ac:spMk id="3" creationId="{1738A874-268A-4D24-29F1-631D0FC48CE5}"/>
          </ac:spMkLst>
        </pc:spChg>
        <pc:spChg chg="mod">
          <ac:chgData name="Alistair Hynes" userId="f176abbf-83e1-4f7b-98da-056364e39698" providerId="ADAL" clId="{6BF92ED0-C7D5-4AB0-B841-EEBA9C5B9344}" dt="2025-02-15T03:10:33.955" v="1598" actId="207"/>
          <ac:spMkLst>
            <pc:docMk/>
            <pc:sldMk cId="883446760" sldId="306"/>
            <ac:spMk id="5" creationId="{B636BA63-FDD5-1198-DE76-9BF6CB2FF08A}"/>
          </ac:spMkLst>
        </pc:spChg>
        <pc:spChg chg="add del mod">
          <ac:chgData name="Alistair Hynes" userId="f176abbf-83e1-4f7b-98da-056364e39698" providerId="ADAL" clId="{6BF92ED0-C7D5-4AB0-B841-EEBA9C5B9344}" dt="2025-02-15T03:10:17.408" v="1583" actId="478"/>
          <ac:spMkLst>
            <pc:docMk/>
            <pc:sldMk cId="883446760" sldId="306"/>
            <ac:spMk id="11" creationId="{B1963848-3928-C3F3-4EB6-1E7BC2C23E83}"/>
          </ac:spMkLst>
        </pc:spChg>
        <pc:spChg chg="add del mod">
          <ac:chgData name="Alistair Hynes" userId="f176abbf-83e1-4f7b-98da-056364e39698" providerId="ADAL" clId="{6BF92ED0-C7D5-4AB0-B841-EEBA9C5B9344}" dt="2025-02-15T03:10:21.019" v="1585" actId="478"/>
          <ac:spMkLst>
            <pc:docMk/>
            <pc:sldMk cId="883446760" sldId="306"/>
            <ac:spMk id="13" creationId="{E6329701-4E15-9069-EA13-7961E6A29484}"/>
          </ac:spMkLst>
        </pc:spChg>
        <pc:spChg chg="add mod">
          <ac:chgData name="Alistair Hynes" userId="f176abbf-83e1-4f7b-98da-056364e39698" providerId="ADAL" clId="{6BF92ED0-C7D5-4AB0-B841-EEBA9C5B9344}" dt="2025-02-15T03:10:25.507" v="1596" actId="20577"/>
          <ac:spMkLst>
            <pc:docMk/>
            <pc:sldMk cId="883446760" sldId="306"/>
            <ac:spMk id="14" creationId="{1B662ED5-B021-29EE-19F5-1FA4D268B334}"/>
          </ac:spMkLst>
        </pc:spChg>
      </pc:sldChg>
      <pc:sldChg chg="addSp modSp mod">
        <pc:chgData name="Alistair Hynes" userId="f176abbf-83e1-4f7b-98da-056364e39698" providerId="ADAL" clId="{6BF92ED0-C7D5-4AB0-B841-EEBA9C5B9344}" dt="2025-02-15T03:06:59.989" v="1531" actId="1076"/>
        <pc:sldMkLst>
          <pc:docMk/>
          <pc:sldMk cId="369803565" sldId="307"/>
        </pc:sldMkLst>
        <pc:picChg chg="add mod">
          <ac:chgData name="Alistair Hynes" userId="f176abbf-83e1-4f7b-98da-056364e39698" providerId="ADAL" clId="{6BF92ED0-C7D5-4AB0-B841-EEBA9C5B9344}" dt="2025-02-15T03:06:59.989" v="1531" actId="1076"/>
          <ac:picMkLst>
            <pc:docMk/>
            <pc:sldMk cId="369803565" sldId="307"/>
            <ac:picMk id="6" creationId="{30B91C66-1BDC-6FA0-E703-12271FCCB5CD}"/>
          </ac:picMkLst>
        </pc:picChg>
      </pc:sldChg>
      <pc:sldChg chg="modSp mod">
        <pc:chgData name="Alistair Hynes" userId="f176abbf-83e1-4f7b-98da-056364e39698" providerId="ADAL" clId="{6BF92ED0-C7D5-4AB0-B841-EEBA9C5B9344}" dt="2025-02-15T03:18:39.005" v="1607" actId="2711"/>
        <pc:sldMkLst>
          <pc:docMk/>
          <pc:sldMk cId="26102918" sldId="310"/>
        </pc:sldMkLst>
        <pc:spChg chg="mod">
          <ac:chgData name="Alistair Hynes" userId="f176abbf-83e1-4f7b-98da-056364e39698" providerId="ADAL" clId="{6BF92ED0-C7D5-4AB0-B841-EEBA9C5B9344}" dt="2025-02-15T03:18:39.005" v="1607" actId="2711"/>
          <ac:spMkLst>
            <pc:docMk/>
            <pc:sldMk cId="26102918" sldId="310"/>
            <ac:spMk id="9" creationId="{8FBAD7B0-3E32-5B3F-7D3A-3284116B45CA}"/>
          </ac:spMkLst>
        </pc:spChg>
      </pc:sldChg>
      <pc:sldChg chg="modSp mod">
        <pc:chgData name="Alistair Hynes" userId="f176abbf-83e1-4f7b-98da-056364e39698" providerId="ADAL" clId="{6BF92ED0-C7D5-4AB0-B841-EEBA9C5B9344}" dt="2025-02-15T03:21:53.019" v="1721" actId="20577"/>
        <pc:sldMkLst>
          <pc:docMk/>
          <pc:sldMk cId="541127200" sldId="311"/>
        </pc:sldMkLst>
        <pc:spChg chg="mod">
          <ac:chgData name="Alistair Hynes" userId="f176abbf-83e1-4f7b-98da-056364e39698" providerId="ADAL" clId="{6BF92ED0-C7D5-4AB0-B841-EEBA9C5B9344}" dt="2025-02-15T03:21:53.019" v="1721" actId="20577"/>
          <ac:spMkLst>
            <pc:docMk/>
            <pc:sldMk cId="541127200" sldId="311"/>
            <ac:spMk id="9" creationId="{26FA7A4C-D013-1E4F-E0AD-AA6DB7B5D43D}"/>
          </ac:spMkLst>
        </pc:spChg>
      </pc:sldChg>
    </pc:docChg>
  </pc:docChgLst>
  <pc:docChgLst>
    <pc:chgData name="Maximus Tswv Feej Davis" userId="S::mdavi130@calpoly.edu::3a9e8f84-fd7e-46ee-a86c-0b4dea4be8c2" providerId="AD" clId="Web-{9D2AB775-D03B-3C09-86B3-36378F8F80DA}"/>
    <pc:docChg chg="addSld modSld">
      <pc:chgData name="Maximus Tswv Feej Davis" userId="S::mdavi130@calpoly.edu::3a9e8f84-fd7e-46ee-a86c-0b4dea4be8c2" providerId="AD" clId="Web-{9D2AB775-D03B-3C09-86B3-36378F8F80DA}" dt="2025-02-04T02:33:13.603" v="88" actId="20577"/>
      <pc:docMkLst>
        <pc:docMk/>
      </pc:docMkLst>
      <pc:sldChg chg="modSp">
        <pc:chgData name="Maximus Tswv Feej Davis" userId="S::mdavi130@calpoly.edu::3a9e8f84-fd7e-46ee-a86c-0b4dea4be8c2" providerId="AD" clId="Web-{9D2AB775-D03B-3C09-86B3-36378F8F80DA}" dt="2025-02-04T02:26:44.388" v="33" actId="20577"/>
        <pc:sldMkLst>
          <pc:docMk/>
          <pc:sldMk cId="199057560" sldId="262"/>
        </pc:sldMkLst>
      </pc:sldChg>
      <pc:sldChg chg="addSp delSp modSp new">
        <pc:chgData name="Maximus Tswv Feej Davis" userId="S::mdavi130@calpoly.edu::3a9e8f84-fd7e-46ee-a86c-0b4dea4be8c2" providerId="AD" clId="Web-{9D2AB775-D03B-3C09-86B3-36378F8F80DA}" dt="2025-02-04T02:33:13.603" v="88" actId="20577"/>
        <pc:sldMkLst>
          <pc:docMk/>
          <pc:sldMk cId="2489196310" sldId="288"/>
        </pc:sldMkLst>
        <pc:spChg chg="mod">
          <ac:chgData name="Maximus Tswv Feej Davis" userId="S::mdavi130@calpoly.edu::3a9e8f84-fd7e-46ee-a86c-0b4dea4be8c2" providerId="AD" clId="Web-{9D2AB775-D03B-3C09-86B3-36378F8F80DA}" dt="2025-02-04T02:33:13.603" v="88" actId="20577"/>
          <ac:spMkLst>
            <pc:docMk/>
            <pc:sldMk cId="2489196310" sldId="288"/>
            <ac:spMk id="3" creationId="{244CCFB6-51E6-ED07-681F-FC3A997D9F28}"/>
          </ac:spMkLst>
        </pc:spChg>
        <pc:spChg chg="add mod">
          <ac:chgData name="Maximus Tswv Feej Davis" userId="S::mdavi130@calpoly.edu::3a9e8f84-fd7e-46ee-a86c-0b4dea4be8c2" providerId="AD" clId="Web-{9D2AB775-D03B-3C09-86B3-36378F8F80DA}" dt="2025-02-04T02:33:06.572" v="82" actId="20577"/>
          <ac:spMkLst>
            <pc:docMk/>
            <pc:sldMk cId="2489196310" sldId="288"/>
            <ac:spMk id="9" creationId="{A1B080F6-2BAB-03BA-2AD8-5E689B93112F}"/>
          </ac:spMkLst>
        </pc:spChg>
      </pc:sldChg>
    </pc:docChg>
  </pc:docChgLst>
  <pc:docChgLst>
    <pc:chgData name="David Felipe Tlaloc Carter Oropeza" userId="S::dforopez@calpoly.edu::e94bc7ac-ad00-42f5-8c4b-275f14c8fb3b" providerId="AD" clId="Web-{6E56CD17-262E-BDEF-13E7-C7C33BF806B3}"/>
    <pc:docChg chg="modSld">
      <pc:chgData name="David Felipe Tlaloc Carter Oropeza" userId="S::dforopez@calpoly.edu::e94bc7ac-ad00-42f5-8c4b-275f14c8fb3b" providerId="AD" clId="Web-{6E56CD17-262E-BDEF-13E7-C7C33BF806B3}" dt="2025-02-12T05:42:09.056" v="496" actId="1076"/>
      <pc:docMkLst>
        <pc:docMk/>
      </pc:docMkLst>
      <pc:sldChg chg="addSp delSp modSp">
        <pc:chgData name="David Felipe Tlaloc Carter Oropeza" userId="S::dforopez@calpoly.edu::e94bc7ac-ad00-42f5-8c4b-275f14c8fb3b" providerId="AD" clId="Web-{6E56CD17-262E-BDEF-13E7-C7C33BF806B3}" dt="2025-02-12T05:42:09.056" v="496" actId="1076"/>
        <pc:sldMkLst>
          <pc:docMk/>
          <pc:sldMk cId="3671309738" sldId="274"/>
        </pc:sldMkLst>
        <pc:spChg chg="mod">
          <ac:chgData name="David Felipe Tlaloc Carter Oropeza" userId="S::dforopez@calpoly.edu::e94bc7ac-ad00-42f5-8c4b-275f14c8fb3b" providerId="AD" clId="Web-{6E56CD17-262E-BDEF-13E7-C7C33BF806B3}" dt="2025-02-12T05:42:01.275" v="495" actId="20577"/>
          <ac:spMkLst>
            <pc:docMk/>
            <pc:sldMk cId="3671309738" sldId="274"/>
            <ac:spMk id="2" creationId="{48B041F1-1018-ABEB-8C37-0030A3F90176}"/>
          </ac:spMkLst>
        </pc:spChg>
        <pc:spChg chg="mod">
          <ac:chgData name="David Felipe Tlaloc Carter Oropeza" userId="S::dforopez@calpoly.edu::e94bc7ac-ad00-42f5-8c4b-275f14c8fb3b" providerId="AD" clId="Web-{6E56CD17-262E-BDEF-13E7-C7C33BF806B3}" dt="2025-02-12T04:52:06.545" v="2" actId="20577"/>
          <ac:spMkLst>
            <pc:docMk/>
            <pc:sldMk cId="3671309738" sldId="274"/>
            <ac:spMk id="3" creationId="{BB8456BE-4104-F80F-57A7-1B9D7761287A}"/>
          </ac:spMkLst>
        </pc:spChg>
        <pc:spChg chg="add mod">
          <ac:chgData name="David Felipe Tlaloc Carter Oropeza" userId="S::dforopez@calpoly.edu::e94bc7ac-ad00-42f5-8c4b-275f14c8fb3b" providerId="AD" clId="Web-{6E56CD17-262E-BDEF-13E7-C7C33BF806B3}" dt="2025-02-12T05:36:56.449" v="431" actId="1076"/>
          <ac:spMkLst>
            <pc:docMk/>
            <pc:sldMk cId="3671309738" sldId="274"/>
            <ac:spMk id="14" creationId="{20A83368-6B86-BE79-4A20-3149990B0E63}"/>
          </ac:spMkLst>
        </pc:spChg>
        <pc:spChg chg="add mod">
          <ac:chgData name="David Felipe Tlaloc Carter Oropeza" userId="S::dforopez@calpoly.edu::e94bc7ac-ad00-42f5-8c4b-275f14c8fb3b" providerId="AD" clId="Web-{6E56CD17-262E-BDEF-13E7-C7C33BF806B3}" dt="2025-02-12T05:40:58.666" v="471" actId="20577"/>
          <ac:spMkLst>
            <pc:docMk/>
            <pc:sldMk cId="3671309738" sldId="274"/>
            <ac:spMk id="15" creationId="{A04CCBBC-39A6-397A-8BE8-436FCB6E43F1}"/>
          </ac:spMkLst>
        </pc:spChg>
        <pc:spChg chg="add mod">
          <ac:chgData name="David Felipe Tlaloc Carter Oropeza" userId="S::dforopez@calpoly.edu::e94bc7ac-ad00-42f5-8c4b-275f14c8fb3b" providerId="AD" clId="Web-{6E56CD17-262E-BDEF-13E7-C7C33BF806B3}" dt="2025-02-12T05:40:56.401" v="470" actId="20577"/>
          <ac:spMkLst>
            <pc:docMk/>
            <pc:sldMk cId="3671309738" sldId="274"/>
            <ac:spMk id="17" creationId="{6263585D-1AC0-8866-9BBC-E81C8BA61282}"/>
          </ac:spMkLst>
        </pc:spChg>
        <pc:picChg chg="add mod">
          <ac:chgData name="David Felipe Tlaloc Carter Oropeza" userId="S::dforopez@calpoly.edu::e94bc7ac-ad00-42f5-8c4b-275f14c8fb3b" providerId="AD" clId="Web-{6E56CD17-262E-BDEF-13E7-C7C33BF806B3}" dt="2025-02-12T05:42:09.056" v="496" actId="1076"/>
          <ac:picMkLst>
            <pc:docMk/>
            <pc:sldMk cId="3671309738" sldId="274"/>
            <ac:picMk id="5" creationId="{0C901F4E-3CD8-F100-E3A9-2AEBBA02F4A5}"/>
          </ac:picMkLst>
        </pc:picChg>
        <pc:cxnChg chg="add mod">
          <ac:chgData name="David Felipe Tlaloc Carter Oropeza" userId="S::dforopez@calpoly.edu::e94bc7ac-ad00-42f5-8c4b-275f14c8fb3b" providerId="AD" clId="Web-{6E56CD17-262E-BDEF-13E7-C7C33BF806B3}" dt="2025-02-12T05:32:35.060" v="398"/>
          <ac:cxnSpMkLst>
            <pc:docMk/>
            <pc:sldMk cId="3671309738" sldId="274"/>
            <ac:cxnSpMk id="9" creationId="{4EF8F44D-BFCD-D2A5-F104-CA15F02E5BE5}"/>
          </ac:cxnSpMkLst>
        </pc:cxnChg>
      </pc:sldChg>
    </pc:docChg>
  </pc:docChgLst>
  <pc:docChgLst>
    <pc:chgData name="David Felipe Tlaloc Carter Oropeza" userId="e94bc7ac-ad00-42f5-8c4b-275f14c8fb3b" providerId="ADAL" clId="{F54AFEBE-73DE-47FA-ACF4-872034BBB817}"/>
    <pc:docChg chg="undo custSel modSld">
      <pc:chgData name="David Felipe Tlaloc Carter Oropeza" userId="e94bc7ac-ad00-42f5-8c4b-275f14c8fb3b" providerId="ADAL" clId="{F54AFEBE-73DE-47FA-ACF4-872034BBB817}" dt="2025-02-08T19:14:34.923" v="373" actId="20577"/>
      <pc:docMkLst>
        <pc:docMk/>
      </pc:docMkLst>
      <pc:sldChg chg="addSp delSp modSp mod">
        <pc:chgData name="David Felipe Tlaloc Carter Oropeza" userId="e94bc7ac-ad00-42f5-8c4b-275f14c8fb3b" providerId="ADAL" clId="{F54AFEBE-73DE-47FA-ACF4-872034BBB817}" dt="2025-02-08T19:14:34.923" v="373" actId="20577"/>
        <pc:sldMkLst>
          <pc:docMk/>
          <pc:sldMk cId="3351023100" sldId="287"/>
        </pc:sldMkLst>
        <pc:spChg chg="mod">
          <ac:chgData name="David Felipe Tlaloc Carter Oropeza" userId="e94bc7ac-ad00-42f5-8c4b-275f14c8fb3b" providerId="ADAL" clId="{F54AFEBE-73DE-47FA-ACF4-872034BBB817}" dt="2025-02-08T19:08:35.750" v="109" actId="14100"/>
          <ac:spMkLst>
            <pc:docMk/>
            <pc:sldMk cId="3351023100" sldId="287"/>
            <ac:spMk id="3" creationId="{0161EF96-34C1-EAB8-F782-494BF3336849}"/>
          </ac:spMkLst>
        </pc:spChg>
        <pc:spChg chg="mod">
          <ac:chgData name="David Felipe Tlaloc Carter Oropeza" userId="e94bc7ac-ad00-42f5-8c4b-275f14c8fb3b" providerId="ADAL" clId="{F54AFEBE-73DE-47FA-ACF4-872034BBB817}" dt="2025-02-08T19:14:34.923" v="373" actId="20577"/>
          <ac:spMkLst>
            <pc:docMk/>
            <pc:sldMk cId="3351023100" sldId="287"/>
            <ac:spMk id="9" creationId="{F8B8B591-E4BC-699A-0606-471F75391E6B}"/>
          </ac:spMkLst>
        </pc:spChg>
      </pc:sldChg>
    </pc:docChg>
  </pc:docChgLst>
  <pc:docChgLst>
    <pc:chgData name="Maximus Tswv Feej Davis" userId="S::mdavi130@calpoly.edu::3a9e8f84-fd7e-46ee-a86c-0b4dea4be8c2" providerId="AD" clId="Web-{217EAB8B-2B47-9FF1-9440-539B306A2A85}"/>
    <pc:docChg chg="addSld modSld sldOrd">
      <pc:chgData name="Maximus Tswv Feej Davis" userId="S::mdavi130@calpoly.edu::3a9e8f84-fd7e-46ee-a86c-0b4dea4be8c2" providerId="AD" clId="Web-{217EAB8B-2B47-9FF1-9440-539B306A2A85}" dt="2025-01-30T03:47:59.819" v="225" actId="20577"/>
      <pc:docMkLst>
        <pc:docMk/>
      </pc:docMkLst>
      <pc:sldChg chg="modSp">
        <pc:chgData name="Maximus Tswv Feej Davis" userId="S::mdavi130@calpoly.edu::3a9e8f84-fd7e-46ee-a86c-0b4dea4be8c2" providerId="AD" clId="Web-{217EAB8B-2B47-9FF1-9440-539B306A2A85}" dt="2025-01-30T03:40:31.571" v="130" actId="20577"/>
        <pc:sldMkLst>
          <pc:docMk/>
          <pc:sldMk cId="2007878993" sldId="259"/>
        </pc:sldMkLst>
        <pc:spChg chg="mod">
          <ac:chgData name="Maximus Tswv Feej Davis" userId="S::mdavi130@calpoly.edu::3a9e8f84-fd7e-46ee-a86c-0b4dea4be8c2" providerId="AD" clId="Web-{217EAB8B-2B47-9FF1-9440-539B306A2A85}" dt="2025-01-30T03:40:31.571" v="130" actId="20577"/>
          <ac:spMkLst>
            <pc:docMk/>
            <pc:sldMk cId="2007878993" sldId="259"/>
            <ac:spMk id="2" creationId="{470238A2-F230-2DC2-E7E0-2B97A2248EBB}"/>
          </ac:spMkLst>
        </pc:spChg>
      </pc:sldChg>
      <pc:sldChg chg="modSp">
        <pc:chgData name="Maximus Tswv Feej Davis" userId="S::mdavi130@calpoly.edu::3a9e8f84-fd7e-46ee-a86c-0b4dea4be8c2" providerId="AD" clId="Web-{217EAB8B-2B47-9FF1-9440-539B306A2A85}" dt="2025-01-30T03:32:07.837" v="10" actId="20577"/>
        <pc:sldMkLst>
          <pc:docMk/>
          <pc:sldMk cId="2005174313" sldId="261"/>
        </pc:sldMkLst>
        <pc:spChg chg="mod">
          <ac:chgData name="Maximus Tswv Feej Davis" userId="S::mdavi130@calpoly.edu::3a9e8f84-fd7e-46ee-a86c-0b4dea4be8c2" providerId="AD" clId="Web-{217EAB8B-2B47-9FF1-9440-539B306A2A85}" dt="2025-01-30T03:32:07.837" v="10" actId="20577"/>
          <ac:spMkLst>
            <pc:docMk/>
            <pc:sldMk cId="2005174313" sldId="261"/>
            <ac:spMk id="4" creationId="{292F633D-4B31-105E-15F8-D22BAD85CF55}"/>
          </ac:spMkLst>
        </pc:spChg>
      </pc:sldChg>
      <pc:sldChg chg="modSp">
        <pc:chgData name="Maximus Tswv Feej Davis" userId="S::mdavi130@calpoly.edu::3a9e8f84-fd7e-46ee-a86c-0b4dea4be8c2" providerId="AD" clId="Web-{217EAB8B-2B47-9FF1-9440-539B306A2A85}" dt="2025-01-30T03:32:04.290" v="9" actId="20577"/>
        <pc:sldMkLst>
          <pc:docMk/>
          <pc:sldMk cId="199057560" sldId="262"/>
        </pc:sldMkLst>
        <pc:spChg chg="mod">
          <ac:chgData name="Maximus Tswv Feej Davis" userId="S::mdavi130@calpoly.edu::3a9e8f84-fd7e-46ee-a86c-0b4dea4be8c2" providerId="AD" clId="Web-{217EAB8B-2B47-9FF1-9440-539B306A2A85}" dt="2025-01-30T03:32:04.290" v="9" actId="20577"/>
          <ac:spMkLst>
            <pc:docMk/>
            <pc:sldMk cId="199057560" sldId="262"/>
            <ac:spMk id="3" creationId="{7988541E-FF5B-BF87-286D-9F57034DD93A}"/>
          </ac:spMkLst>
        </pc:spChg>
      </pc:sldChg>
      <pc:sldChg chg="modSp new">
        <pc:chgData name="Maximus Tswv Feej Davis" userId="S::mdavi130@calpoly.edu::3a9e8f84-fd7e-46ee-a86c-0b4dea4be8c2" providerId="AD" clId="Web-{217EAB8B-2B47-9FF1-9440-539B306A2A85}" dt="2025-01-30T03:47:59.819" v="225" actId="20577"/>
        <pc:sldMkLst>
          <pc:docMk/>
          <pc:sldMk cId="2457280371" sldId="263"/>
        </pc:sldMkLst>
        <pc:spChg chg="mod">
          <ac:chgData name="Maximus Tswv Feej Davis" userId="S::mdavi130@calpoly.edu::3a9e8f84-fd7e-46ee-a86c-0b4dea4be8c2" providerId="AD" clId="Web-{217EAB8B-2B47-9FF1-9440-539B306A2A85}" dt="2025-01-30T03:47:59.819" v="225" actId="20577"/>
          <ac:spMkLst>
            <pc:docMk/>
            <pc:sldMk cId="2457280371" sldId="263"/>
            <ac:spMk id="2" creationId="{88FA72BC-47FF-A5A5-CB06-F1025783B36D}"/>
          </ac:spMkLst>
        </pc:spChg>
        <pc:spChg chg="mod">
          <ac:chgData name="Maximus Tswv Feej Davis" userId="S::mdavi130@calpoly.edu::3a9e8f84-fd7e-46ee-a86c-0b4dea4be8c2" providerId="AD" clId="Web-{217EAB8B-2B47-9FF1-9440-539B306A2A85}" dt="2025-01-30T03:33:30.106" v="19" actId="20577"/>
          <ac:spMkLst>
            <pc:docMk/>
            <pc:sldMk cId="2457280371" sldId="263"/>
            <ac:spMk id="3" creationId="{E878B0B9-9877-2D5E-8F9C-DAD4388FE665}"/>
          </ac:spMkLst>
        </pc:spChg>
      </pc:sldChg>
      <pc:sldChg chg="modSp new">
        <pc:chgData name="Maximus Tswv Feej Davis" userId="S::mdavi130@calpoly.edu::3a9e8f84-fd7e-46ee-a86c-0b4dea4be8c2" providerId="AD" clId="Web-{217EAB8B-2B47-9FF1-9440-539B306A2A85}" dt="2025-01-30T03:33:34.871" v="28" actId="20577"/>
        <pc:sldMkLst>
          <pc:docMk/>
          <pc:sldMk cId="1570139971" sldId="264"/>
        </pc:sldMkLst>
        <pc:spChg chg="mod">
          <ac:chgData name="Maximus Tswv Feej Davis" userId="S::mdavi130@calpoly.edu::3a9e8f84-fd7e-46ee-a86c-0b4dea4be8c2" providerId="AD" clId="Web-{217EAB8B-2B47-9FF1-9440-539B306A2A85}" dt="2025-01-30T03:33:34.871" v="28" actId="20577"/>
          <ac:spMkLst>
            <pc:docMk/>
            <pc:sldMk cId="1570139971" sldId="264"/>
            <ac:spMk id="3" creationId="{3B5EA438-8422-5D54-F255-A4D1C63FCAAD}"/>
          </ac:spMkLst>
        </pc:spChg>
      </pc:sldChg>
      <pc:sldChg chg="modSp new">
        <pc:chgData name="Maximus Tswv Feej Davis" userId="S::mdavi130@calpoly.edu::3a9e8f84-fd7e-46ee-a86c-0b4dea4be8c2" providerId="AD" clId="Web-{217EAB8B-2B47-9FF1-9440-539B306A2A85}" dt="2025-01-30T03:33:40.465" v="35" actId="20577"/>
        <pc:sldMkLst>
          <pc:docMk/>
          <pc:sldMk cId="314042997" sldId="265"/>
        </pc:sldMkLst>
        <pc:spChg chg="mod">
          <ac:chgData name="Maximus Tswv Feej Davis" userId="S::mdavi130@calpoly.edu::3a9e8f84-fd7e-46ee-a86c-0b4dea4be8c2" providerId="AD" clId="Web-{217EAB8B-2B47-9FF1-9440-539B306A2A85}" dt="2025-01-30T03:33:40.465" v="35" actId="20577"/>
          <ac:spMkLst>
            <pc:docMk/>
            <pc:sldMk cId="314042997" sldId="265"/>
            <ac:spMk id="3" creationId="{342FC515-7C87-D627-6947-963520C2900C}"/>
          </ac:spMkLst>
        </pc:spChg>
      </pc:sldChg>
      <pc:sldChg chg="new ord">
        <pc:chgData name="Maximus Tswv Feej Davis" userId="S::mdavi130@calpoly.edu::3a9e8f84-fd7e-46ee-a86c-0b4dea4be8c2" providerId="AD" clId="Web-{217EAB8B-2B47-9FF1-9440-539B306A2A85}" dt="2025-01-30T03:36:22.986" v="107"/>
        <pc:sldMkLst>
          <pc:docMk/>
          <pc:sldMk cId="4041658300" sldId="266"/>
        </pc:sldMkLst>
      </pc:sldChg>
      <pc:sldChg chg="modSp new ord">
        <pc:chgData name="Maximus Tswv Feej Davis" userId="S::mdavi130@calpoly.edu::3a9e8f84-fd7e-46ee-a86c-0b4dea4be8c2" providerId="AD" clId="Web-{217EAB8B-2B47-9FF1-9440-539B306A2A85}" dt="2025-01-30T03:34:39.826" v="54" actId="20577"/>
        <pc:sldMkLst>
          <pc:docMk/>
          <pc:sldMk cId="2959840755" sldId="267"/>
        </pc:sldMkLst>
        <pc:spChg chg="mod">
          <ac:chgData name="Maximus Tswv Feej Davis" userId="S::mdavi130@calpoly.edu::3a9e8f84-fd7e-46ee-a86c-0b4dea4be8c2" providerId="AD" clId="Web-{217EAB8B-2B47-9FF1-9440-539B306A2A85}" dt="2025-01-30T03:34:39.826" v="54" actId="20577"/>
          <ac:spMkLst>
            <pc:docMk/>
            <pc:sldMk cId="2959840755" sldId="267"/>
            <ac:spMk id="2" creationId="{13FD123B-9303-9616-B49E-2751333AFE29}"/>
          </ac:spMkLst>
        </pc:spChg>
      </pc:sldChg>
      <pc:sldChg chg="modSp new">
        <pc:chgData name="Maximus Tswv Feej Davis" userId="S::mdavi130@calpoly.edu::3a9e8f84-fd7e-46ee-a86c-0b4dea4be8c2" providerId="AD" clId="Web-{217EAB8B-2B47-9FF1-9440-539B306A2A85}" dt="2025-01-30T03:35:01.030" v="72" actId="20577"/>
        <pc:sldMkLst>
          <pc:docMk/>
          <pc:sldMk cId="85434302" sldId="268"/>
        </pc:sldMkLst>
      </pc:sldChg>
      <pc:sldChg chg="modSp new">
        <pc:chgData name="Maximus Tswv Feej Davis" userId="S::mdavi130@calpoly.edu::3a9e8f84-fd7e-46ee-a86c-0b4dea4be8c2" providerId="AD" clId="Web-{217EAB8B-2B47-9FF1-9440-539B306A2A85}" dt="2025-01-30T03:35:12.859" v="87" actId="20577"/>
        <pc:sldMkLst>
          <pc:docMk/>
          <pc:sldMk cId="1577809839" sldId="269"/>
        </pc:sldMkLst>
        <pc:spChg chg="mod">
          <ac:chgData name="Maximus Tswv Feej Davis" userId="S::mdavi130@calpoly.edu::3a9e8f84-fd7e-46ee-a86c-0b4dea4be8c2" providerId="AD" clId="Web-{217EAB8B-2B47-9FF1-9440-539B306A2A85}" dt="2025-01-30T03:35:12.859" v="87" actId="20577"/>
          <ac:spMkLst>
            <pc:docMk/>
            <pc:sldMk cId="1577809839" sldId="269"/>
            <ac:spMk id="2" creationId="{591C2257-7B9A-B269-6345-9A19A80C96BA}"/>
          </ac:spMkLst>
        </pc:spChg>
      </pc:sldChg>
      <pc:sldChg chg="modSp new">
        <pc:chgData name="Maximus Tswv Feej Davis" userId="S::mdavi130@calpoly.edu::3a9e8f84-fd7e-46ee-a86c-0b4dea4be8c2" providerId="AD" clId="Web-{217EAB8B-2B47-9FF1-9440-539B306A2A85}" dt="2025-01-30T03:35:32.594" v="94" actId="20577"/>
        <pc:sldMkLst>
          <pc:docMk/>
          <pc:sldMk cId="4155115200" sldId="270"/>
        </pc:sldMkLst>
        <pc:spChg chg="mod">
          <ac:chgData name="Maximus Tswv Feej Davis" userId="S::mdavi130@calpoly.edu::3a9e8f84-fd7e-46ee-a86c-0b4dea4be8c2" providerId="AD" clId="Web-{217EAB8B-2B47-9FF1-9440-539B306A2A85}" dt="2025-01-30T03:35:32.594" v="94" actId="20577"/>
          <ac:spMkLst>
            <pc:docMk/>
            <pc:sldMk cId="4155115200" sldId="270"/>
            <ac:spMk id="2" creationId="{54C6E18E-C36D-237C-3318-D2A6DABEA5A4}"/>
          </ac:spMkLst>
        </pc:spChg>
      </pc:sldChg>
      <pc:sldChg chg="modSp new">
        <pc:chgData name="Maximus Tswv Feej Davis" userId="S::mdavi130@calpoly.edu::3a9e8f84-fd7e-46ee-a86c-0b4dea4be8c2" providerId="AD" clId="Web-{217EAB8B-2B47-9FF1-9440-539B306A2A85}" dt="2025-01-30T03:35:35.547" v="102" actId="20577"/>
        <pc:sldMkLst>
          <pc:docMk/>
          <pc:sldMk cId="2961502390" sldId="271"/>
        </pc:sldMkLst>
        <pc:spChg chg="mod">
          <ac:chgData name="Maximus Tswv Feej Davis" userId="S::mdavi130@calpoly.edu::3a9e8f84-fd7e-46ee-a86c-0b4dea4be8c2" providerId="AD" clId="Web-{217EAB8B-2B47-9FF1-9440-539B306A2A85}" dt="2025-01-30T03:35:35.547" v="102" actId="20577"/>
          <ac:spMkLst>
            <pc:docMk/>
            <pc:sldMk cId="2961502390" sldId="271"/>
            <ac:spMk id="2" creationId="{B14B6992-993B-C76A-8D66-9F22825299AC}"/>
          </ac:spMkLst>
        </pc:spChg>
      </pc:sldChg>
      <pc:sldChg chg="modSp new">
        <pc:chgData name="Maximus Tswv Feej Davis" userId="S::mdavi130@calpoly.edu::3a9e8f84-fd7e-46ee-a86c-0b4dea4be8c2" providerId="AD" clId="Web-{217EAB8B-2B47-9FF1-9440-539B306A2A85}" dt="2025-01-30T03:35:38.672" v="106" actId="20577"/>
        <pc:sldMkLst>
          <pc:docMk/>
          <pc:sldMk cId="2535593938" sldId="272"/>
        </pc:sldMkLst>
        <pc:spChg chg="mod">
          <ac:chgData name="Maximus Tswv Feej Davis" userId="S::mdavi130@calpoly.edu::3a9e8f84-fd7e-46ee-a86c-0b4dea4be8c2" providerId="AD" clId="Web-{217EAB8B-2B47-9FF1-9440-539B306A2A85}" dt="2025-01-30T03:35:38.672" v="106" actId="20577"/>
          <ac:spMkLst>
            <pc:docMk/>
            <pc:sldMk cId="2535593938" sldId="272"/>
            <ac:spMk id="2" creationId="{F38E4868-CBAF-CA71-A81B-CB9937470FE5}"/>
          </ac:spMkLst>
        </pc:spChg>
      </pc:sldChg>
      <pc:sldChg chg="add ord replId">
        <pc:chgData name="Maximus Tswv Feej Davis" userId="S::mdavi130@calpoly.edu::3a9e8f84-fd7e-46ee-a86c-0b4dea4be8c2" providerId="AD" clId="Web-{217EAB8B-2B47-9FF1-9440-539B306A2A85}" dt="2025-01-30T03:36:34.783" v="113"/>
        <pc:sldMkLst>
          <pc:docMk/>
          <pc:sldMk cId="4270040319" sldId="273"/>
        </pc:sldMkLst>
      </pc:sldChg>
      <pc:sldChg chg="add ord replId">
        <pc:chgData name="Maximus Tswv Feej Davis" userId="S::mdavi130@calpoly.edu::3a9e8f84-fd7e-46ee-a86c-0b4dea4be8c2" providerId="AD" clId="Web-{217EAB8B-2B47-9FF1-9440-539B306A2A85}" dt="2025-01-30T03:36:32.002" v="112"/>
        <pc:sldMkLst>
          <pc:docMk/>
          <pc:sldMk cId="3671309738" sldId="274"/>
        </pc:sldMkLst>
      </pc:sldChg>
      <pc:sldChg chg="add ord replId">
        <pc:chgData name="Maximus Tswv Feej Davis" userId="S::mdavi130@calpoly.edu::3a9e8f84-fd7e-46ee-a86c-0b4dea4be8c2" providerId="AD" clId="Web-{217EAB8B-2B47-9FF1-9440-539B306A2A85}" dt="2025-01-30T03:36:30.298" v="111"/>
        <pc:sldMkLst>
          <pc:docMk/>
          <pc:sldMk cId="3420477608" sldId="275"/>
        </pc:sldMkLst>
      </pc:sldChg>
      <pc:sldChg chg="add ord replId">
        <pc:chgData name="Maximus Tswv Feej Davis" userId="S::mdavi130@calpoly.edu::3a9e8f84-fd7e-46ee-a86c-0b4dea4be8c2" providerId="AD" clId="Web-{217EAB8B-2B47-9FF1-9440-539B306A2A85}" dt="2025-01-30T03:36:39.689" v="115"/>
        <pc:sldMkLst>
          <pc:docMk/>
          <pc:sldMk cId="3037852814" sldId="276"/>
        </pc:sldMkLst>
      </pc:sldChg>
      <pc:sldChg chg="add ord replId">
        <pc:chgData name="Maximus Tswv Feej Davis" userId="S::mdavi130@calpoly.edu::3a9e8f84-fd7e-46ee-a86c-0b4dea4be8c2" providerId="AD" clId="Web-{217EAB8B-2B47-9FF1-9440-539B306A2A85}" dt="2025-01-30T03:36:44.111" v="117"/>
        <pc:sldMkLst>
          <pc:docMk/>
          <pc:sldMk cId="715362508" sldId="277"/>
        </pc:sldMkLst>
      </pc:sldChg>
      <pc:sldChg chg="add replId">
        <pc:chgData name="Maximus Tswv Feej Davis" userId="S::mdavi130@calpoly.edu::3a9e8f84-fd7e-46ee-a86c-0b4dea4be8c2" providerId="AD" clId="Web-{217EAB8B-2B47-9FF1-9440-539B306A2A85}" dt="2025-01-30T03:44:07.609" v="131"/>
        <pc:sldMkLst>
          <pc:docMk/>
          <pc:sldMk cId="965444940" sldId="279"/>
        </pc:sldMkLst>
      </pc:sldChg>
      <pc:sldChg chg="modSp add replId">
        <pc:chgData name="Maximus Tswv Feej Davis" userId="S::mdavi130@calpoly.edu::3a9e8f84-fd7e-46ee-a86c-0b4dea4be8c2" providerId="AD" clId="Web-{217EAB8B-2B47-9FF1-9440-539B306A2A85}" dt="2025-01-30T03:47:21.380" v="202" actId="20577"/>
        <pc:sldMkLst>
          <pc:docMk/>
          <pc:sldMk cId="3600189883" sldId="280"/>
        </pc:sldMkLst>
      </pc:sldChg>
    </pc:docChg>
  </pc:docChgLst>
  <pc:docChgLst>
    <pc:chgData name="Alistair Hynes" userId="f176abbf-83e1-4f7b-98da-056364e39698" providerId="ADAL" clId="{405EF1AF-E8D7-4084-9126-B330EE996E08}"/>
    <pc:docChg chg="undo custSel addSld delSld modSld">
      <pc:chgData name="Alistair Hynes" userId="f176abbf-83e1-4f7b-98da-056364e39698" providerId="ADAL" clId="{405EF1AF-E8D7-4084-9126-B330EE996E08}" dt="2025-05-30T02:40:31.352" v="37" actId="47"/>
      <pc:docMkLst>
        <pc:docMk/>
      </pc:docMkLst>
      <pc:sldChg chg="addSp delSp modSp mod">
        <pc:chgData name="Alistair Hynes" userId="f176abbf-83e1-4f7b-98da-056364e39698" providerId="ADAL" clId="{405EF1AF-E8D7-4084-9126-B330EE996E08}" dt="2025-05-28T02:43:25.836" v="35" actId="1076"/>
        <pc:sldMkLst>
          <pc:docMk/>
          <pc:sldMk cId="125773321" sldId="302"/>
        </pc:sldMkLst>
        <pc:spChg chg="mod">
          <ac:chgData name="Alistair Hynes" userId="f176abbf-83e1-4f7b-98da-056364e39698" providerId="ADAL" clId="{405EF1AF-E8D7-4084-9126-B330EE996E08}" dt="2025-05-28T02:43:25.836" v="35" actId="1076"/>
          <ac:spMkLst>
            <pc:docMk/>
            <pc:sldMk cId="125773321" sldId="302"/>
            <ac:spMk id="15" creationId="{FCA49471-E3F2-09B1-09C6-F547FD4FCC3C}"/>
          </ac:spMkLst>
        </pc:spChg>
        <pc:spChg chg="mod">
          <ac:chgData name="Alistair Hynes" userId="f176abbf-83e1-4f7b-98da-056364e39698" providerId="ADAL" clId="{405EF1AF-E8D7-4084-9126-B330EE996E08}" dt="2025-05-28T02:42:59.271" v="31" actId="1076"/>
          <ac:spMkLst>
            <pc:docMk/>
            <pc:sldMk cId="125773321" sldId="302"/>
            <ac:spMk id="16" creationId="{4A8F18F8-3EE0-DE27-C4FB-BA0BB2572DDC}"/>
          </ac:spMkLst>
        </pc:spChg>
        <pc:spChg chg="mod">
          <ac:chgData name="Alistair Hynes" userId="f176abbf-83e1-4f7b-98da-056364e39698" providerId="ADAL" clId="{405EF1AF-E8D7-4084-9126-B330EE996E08}" dt="2025-05-28T02:43:05.586" v="32" actId="1076"/>
          <ac:spMkLst>
            <pc:docMk/>
            <pc:sldMk cId="125773321" sldId="302"/>
            <ac:spMk id="17" creationId="{EFEAF5FC-C61A-2B13-B326-80B9968E5F70}"/>
          </ac:spMkLst>
        </pc:spChg>
        <pc:spChg chg="mod">
          <ac:chgData name="Alistair Hynes" userId="f176abbf-83e1-4f7b-98da-056364e39698" providerId="ADAL" clId="{405EF1AF-E8D7-4084-9126-B330EE996E08}" dt="2025-05-28T02:43:09.730" v="33" actId="1076"/>
          <ac:spMkLst>
            <pc:docMk/>
            <pc:sldMk cId="125773321" sldId="302"/>
            <ac:spMk id="18" creationId="{762D8EE3-E652-D442-95EF-A0E36F2D6657}"/>
          </ac:spMkLst>
        </pc:spChg>
        <pc:spChg chg="mod">
          <ac:chgData name="Alistair Hynes" userId="f176abbf-83e1-4f7b-98da-056364e39698" providerId="ADAL" clId="{405EF1AF-E8D7-4084-9126-B330EE996E08}" dt="2025-05-28T02:43:18.160" v="34" actId="1076"/>
          <ac:spMkLst>
            <pc:docMk/>
            <pc:sldMk cId="125773321" sldId="302"/>
            <ac:spMk id="24" creationId="{F506CC3A-5B9F-1DEB-D777-A8824936D3C3}"/>
          </ac:spMkLst>
        </pc:spChg>
        <pc:picChg chg="add mod ord">
          <ac:chgData name="Alistair Hynes" userId="f176abbf-83e1-4f7b-98da-056364e39698" providerId="ADAL" clId="{405EF1AF-E8D7-4084-9126-B330EE996E08}" dt="2025-05-28T02:42:47.922" v="20" actId="1076"/>
          <ac:picMkLst>
            <pc:docMk/>
            <pc:sldMk cId="125773321" sldId="302"/>
            <ac:picMk id="10" creationId="{E7700AFB-0774-A6FC-1E2B-94BCE4D55D52}"/>
          </ac:picMkLst>
        </pc:picChg>
        <pc:cxnChg chg="mod">
          <ac:chgData name="Alistair Hynes" userId="f176abbf-83e1-4f7b-98da-056364e39698" providerId="ADAL" clId="{405EF1AF-E8D7-4084-9126-B330EE996E08}" dt="2025-05-28T02:43:05.586" v="32" actId="1076"/>
          <ac:cxnSpMkLst>
            <pc:docMk/>
            <pc:sldMk cId="125773321" sldId="302"/>
            <ac:cxnSpMk id="20" creationId="{71945BC2-76B2-56BB-B9A2-D9CBA6ECC935}"/>
          </ac:cxnSpMkLst>
        </pc:cxnChg>
        <pc:cxnChg chg="mod">
          <ac:chgData name="Alistair Hynes" userId="f176abbf-83e1-4f7b-98da-056364e39698" providerId="ADAL" clId="{405EF1AF-E8D7-4084-9126-B330EE996E08}" dt="2025-05-28T02:43:09.730" v="33" actId="1076"/>
          <ac:cxnSpMkLst>
            <pc:docMk/>
            <pc:sldMk cId="125773321" sldId="302"/>
            <ac:cxnSpMk id="22" creationId="{FF9CCA51-F144-984E-EC66-0F1D3E9E6BD6}"/>
          </ac:cxnSpMkLst>
        </pc:cxnChg>
        <pc:cxnChg chg="mod">
          <ac:chgData name="Alistair Hynes" userId="f176abbf-83e1-4f7b-98da-056364e39698" providerId="ADAL" clId="{405EF1AF-E8D7-4084-9126-B330EE996E08}" dt="2025-05-28T02:43:18.160" v="34" actId="1076"/>
          <ac:cxnSpMkLst>
            <pc:docMk/>
            <pc:sldMk cId="125773321" sldId="302"/>
            <ac:cxnSpMk id="25" creationId="{96759381-697E-7855-C442-FB5774D958D7}"/>
          </ac:cxnSpMkLst>
        </pc:cxnChg>
      </pc:sldChg>
      <pc:sldChg chg="add del">
        <pc:chgData name="Alistair Hynes" userId="f176abbf-83e1-4f7b-98da-056364e39698" providerId="ADAL" clId="{405EF1AF-E8D7-4084-9126-B330EE996E08}" dt="2025-05-30T02:40:31.352" v="37" actId="47"/>
        <pc:sldMkLst>
          <pc:docMk/>
          <pc:sldMk cId="1303702558" sldId="312"/>
        </pc:sldMkLst>
      </pc:sldChg>
    </pc:docChg>
  </pc:docChgLst>
  <pc:docChgLst>
    <pc:chgData name="Maximus Tswv Feej Davis" userId="S::mdavi130@calpoly.edu::3a9e8f84-fd7e-46ee-a86c-0b4dea4be8c2" providerId="AD" clId="Web-{A9ECFF58-B1F9-2600-20CB-C3DF44737427}"/>
    <pc:docChg chg="modSld">
      <pc:chgData name="Maximus Tswv Feej Davis" userId="S::mdavi130@calpoly.edu::3a9e8f84-fd7e-46ee-a86c-0b4dea4be8c2" providerId="AD" clId="Web-{A9ECFF58-B1F9-2600-20CB-C3DF44737427}" dt="2025-02-08T19:41:16.654" v="1050"/>
      <pc:docMkLst>
        <pc:docMk/>
      </pc:docMkLst>
      <pc:sldChg chg="modSp">
        <pc:chgData name="Maximus Tswv Feej Davis" userId="S::mdavi130@calpoly.edu::3a9e8f84-fd7e-46ee-a86c-0b4dea4be8c2" providerId="AD" clId="Web-{A9ECFF58-B1F9-2600-20CB-C3DF44737427}" dt="2025-02-08T19:40:26.383" v="980" actId="20577"/>
        <pc:sldMkLst>
          <pc:docMk/>
          <pc:sldMk cId="199057560" sldId="262"/>
        </pc:sldMkLst>
      </pc:sldChg>
      <pc:sldChg chg="addSp delSp modSp">
        <pc:chgData name="Maximus Tswv Feej Davis" userId="S::mdavi130@calpoly.edu::3a9e8f84-fd7e-46ee-a86c-0b4dea4be8c2" providerId="AD" clId="Web-{A9ECFF58-B1F9-2600-20CB-C3DF44737427}" dt="2025-02-08T19:06:30.826" v="483" actId="14100"/>
        <pc:sldMkLst>
          <pc:docMk/>
          <pc:sldMk cId="2457280371" sldId="263"/>
        </pc:sldMkLst>
        <pc:picChg chg="add mod">
          <ac:chgData name="Maximus Tswv Feej Davis" userId="S::mdavi130@calpoly.edu::3a9e8f84-fd7e-46ee-a86c-0b4dea4be8c2" providerId="AD" clId="Web-{A9ECFF58-B1F9-2600-20CB-C3DF44737427}" dt="2025-02-08T19:06:30.826" v="483" actId="14100"/>
          <ac:picMkLst>
            <pc:docMk/>
            <pc:sldMk cId="2457280371" sldId="263"/>
            <ac:picMk id="7" creationId="{EC270B09-EB7D-0B76-473C-1B9D08EA0F01}"/>
          </ac:picMkLst>
        </pc:picChg>
      </pc:sldChg>
      <pc:sldChg chg="modSp">
        <pc:chgData name="Maximus Tswv Feej Davis" userId="S::mdavi130@calpoly.edu::3a9e8f84-fd7e-46ee-a86c-0b4dea4be8c2" providerId="AD" clId="Web-{A9ECFF58-B1F9-2600-20CB-C3DF44737427}" dt="2025-02-08T18:58:16.150" v="476" actId="20577"/>
        <pc:sldMkLst>
          <pc:docMk/>
          <pc:sldMk cId="1570139971" sldId="264"/>
        </pc:sldMkLst>
        <pc:spChg chg="mod">
          <ac:chgData name="Maximus Tswv Feej Davis" userId="S::mdavi130@calpoly.edu::3a9e8f84-fd7e-46ee-a86c-0b4dea4be8c2" providerId="AD" clId="Web-{A9ECFF58-B1F9-2600-20CB-C3DF44737427}" dt="2025-02-08T18:58:16.150" v="476" actId="20577"/>
          <ac:spMkLst>
            <pc:docMk/>
            <pc:sldMk cId="1570139971" sldId="264"/>
            <ac:spMk id="2" creationId="{B6D925DC-3D1D-8D23-3A07-4F6F39D2B544}"/>
          </ac:spMkLst>
        </pc:spChg>
      </pc:sldChg>
      <pc:sldChg chg="addSp delSp modSp">
        <pc:chgData name="Maximus Tswv Feej Davis" userId="S::mdavi130@calpoly.edu::3a9e8f84-fd7e-46ee-a86c-0b4dea4be8c2" providerId="AD" clId="Web-{A9ECFF58-B1F9-2600-20CB-C3DF44737427}" dt="2025-02-08T19:41:16.654" v="1050"/>
        <pc:sldMkLst>
          <pc:docMk/>
          <pc:sldMk cId="314042997" sldId="265"/>
        </pc:sldMkLst>
        <pc:graphicFrameChg chg="add mod modGraphic">
          <ac:chgData name="Maximus Tswv Feej Davis" userId="S::mdavi130@calpoly.edu::3a9e8f84-fd7e-46ee-a86c-0b4dea4be8c2" providerId="AD" clId="Web-{A9ECFF58-B1F9-2600-20CB-C3DF44737427}" dt="2025-02-08T19:41:16.654" v="1050"/>
          <ac:graphicFrameMkLst>
            <pc:docMk/>
            <pc:sldMk cId="314042997" sldId="265"/>
            <ac:graphicFrameMk id="6" creationId="{C8C6E240-099B-0702-9093-63CE4A606CE2}"/>
          </ac:graphicFrameMkLst>
        </pc:graphicFrameChg>
      </pc:sldChg>
      <pc:sldChg chg="modSp">
        <pc:chgData name="Maximus Tswv Feej Davis" userId="S::mdavi130@calpoly.edu::3a9e8f84-fd7e-46ee-a86c-0b4dea4be8c2" providerId="AD" clId="Web-{A9ECFF58-B1F9-2600-20CB-C3DF44737427}" dt="2025-02-08T17:52:39.045" v="16" actId="20577"/>
        <pc:sldMkLst>
          <pc:docMk/>
          <pc:sldMk cId="2489196310" sldId="288"/>
        </pc:sldMkLst>
        <pc:spChg chg="mod">
          <ac:chgData name="Maximus Tswv Feej Davis" userId="S::mdavi130@calpoly.edu::3a9e8f84-fd7e-46ee-a86c-0b4dea4be8c2" providerId="AD" clId="Web-{A9ECFF58-B1F9-2600-20CB-C3DF44737427}" dt="2025-02-08T17:52:39.045" v="16" actId="20577"/>
          <ac:spMkLst>
            <pc:docMk/>
            <pc:sldMk cId="2489196310" sldId="288"/>
            <ac:spMk id="9" creationId="{A1B080F6-2BAB-03BA-2AD8-5E689B93112F}"/>
          </ac:spMkLst>
        </pc:spChg>
      </pc:sldChg>
    </pc:docChg>
  </pc:docChgLst>
  <pc:docChgLst>
    <pc:chgData name="Shiva Srinivas Pulmamidi" userId="S::spulmami@calpoly.edu::e7ab9942-b347-4ade-87f4-7dceecdf3cc0" providerId="AD" clId="Web-{8991B783-B4D3-3821-A86C-128DFF8EC0DA}"/>
    <pc:docChg chg="modSld">
      <pc:chgData name="Shiva Srinivas Pulmamidi" userId="S::spulmami@calpoly.edu::e7ab9942-b347-4ade-87f4-7dceecdf3cc0" providerId="AD" clId="Web-{8991B783-B4D3-3821-A86C-128DFF8EC0DA}" dt="2025-02-14T22:13:59.076" v="3" actId="20577"/>
      <pc:docMkLst>
        <pc:docMk/>
      </pc:docMkLst>
      <pc:sldChg chg="modSp">
        <pc:chgData name="Shiva Srinivas Pulmamidi" userId="S::spulmami@calpoly.edu::e7ab9942-b347-4ade-87f4-7dceecdf3cc0" providerId="AD" clId="Web-{8991B783-B4D3-3821-A86C-128DFF8EC0DA}" dt="2025-02-14T22:02:22.869" v="1" actId="1076"/>
        <pc:sldMkLst>
          <pc:docMk/>
          <pc:sldMk cId="2007878993" sldId="259"/>
        </pc:sldMkLst>
        <pc:spChg chg="mod">
          <ac:chgData name="Shiva Srinivas Pulmamidi" userId="S::spulmami@calpoly.edu::e7ab9942-b347-4ade-87f4-7dceecdf3cc0" providerId="AD" clId="Web-{8991B783-B4D3-3821-A86C-128DFF8EC0DA}" dt="2025-02-14T22:02:22.869" v="1" actId="1076"/>
          <ac:spMkLst>
            <pc:docMk/>
            <pc:sldMk cId="2007878993" sldId="259"/>
            <ac:spMk id="6" creationId="{57F04A54-A059-B7FC-7E0F-F59F94D64604}"/>
          </ac:spMkLst>
        </pc:spChg>
      </pc:sldChg>
      <pc:sldChg chg="modSp">
        <pc:chgData name="Shiva Srinivas Pulmamidi" userId="S::spulmami@calpoly.edu::e7ab9942-b347-4ade-87f4-7dceecdf3cc0" providerId="AD" clId="Web-{8991B783-B4D3-3821-A86C-128DFF8EC0DA}" dt="2025-02-14T22:13:59.076" v="3" actId="20577"/>
        <pc:sldMkLst>
          <pc:docMk/>
          <pc:sldMk cId="3551441810" sldId="292"/>
        </pc:sldMkLst>
        <pc:spChg chg="mod">
          <ac:chgData name="Shiva Srinivas Pulmamidi" userId="S::spulmami@calpoly.edu::e7ab9942-b347-4ade-87f4-7dceecdf3cc0" providerId="AD" clId="Web-{8991B783-B4D3-3821-A86C-128DFF8EC0DA}" dt="2025-02-14T22:13:59.076" v="3" actId="20577"/>
          <ac:spMkLst>
            <pc:docMk/>
            <pc:sldMk cId="3551441810" sldId="292"/>
            <ac:spMk id="9" creationId="{3AA44F40-FF20-3B16-8865-2D62BBB4F763}"/>
          </ac:spMkLst>
        </pc:spChg>
      </pc:sldChg>
    </pc:docChg>
  </pc:docChgLst>
  <pc:docChgLst>
    <pc:chgData name="David Felipe Tlaloc Carter Oropeza" userId="e94bc7ac-ad00-42f5-8c4b-275f14c8fb3b" providerId="ADAL" clId="{777065B8-A34F-42A7-AAC8-762ABBC39BE2}"/>
    <pc:docChg chg="modSld">
      <pc:chgData name="David Felipe Tlaloc Carter Oropeza" userId="e94bc7ac-ad00-42f5-8c4b-275f14c8fb3b" providerId="ADAL" clId="{777065B8-A34F-42A7-AAC8-762ABBC39BE2}" dt="2025-02-15T17:10:41.804" v="8" actId="14100"/>
      <pc:docMkLst>
        <pc:docMk/>
      </pc:docMkLst>
      <pc:sldChg chg="modSp mod">
        <pc:chgData name="David Felipe Tlaloc Carter Oropeza" userId="e94bc7ac-ad00-42f5-8c4b-275f14c8fb3b" providerId="ADAL" clId="{777065B8-A34F-42A7-AAC8-762ABBC39BE2}" dt="2025-02-15T17:10:41.804" v="8" actId="14100"/>
        <pc:sldMkLst>
          <pc:docMk/>
          <pc:sldMk cId="2959840755" sldId="267"/>
        </pc:sldMkLst>
        <pc:spChg chg="mod">
          <ac:chgData name="David Felipe Tlaloc Carter Oropeza" userId="e94bc7ac-ad00-42f5-8c4b-275f14c8fb3b" providerId="ADAL" clId="{777065B8-A34F-42A7-AAC8-762ABBC39BE2}" dt="2025-02-15T17:10:41.804" v="8" actId="14100"/>
          <ac:spMkLst>
            <pc:docMk/>
            <pc:sldMk cId="2959840755" sldId="267"/>
            <ac:spMk id="3" creationId="{96C2AE2D-6D42-E836-FB53-808864744ADF}"/>
          </ac:spMkLst>
        </pc:spChg>
      </pc:sldChg>
    </pc:docChg>
  </pc:docChgLst>
  <pc:docChgLst>
    <pc:chgData name="Shiva Srinivas Pulmamidi" userId="S::spulmami@calpoly.edu::e7ab9942-b347-4ade-87f4-7dceecdf3cc0" providerId="AD" clId="Web-{1C2A42AC-556B-DE47-7682-29975B43FDC8}"/>
    <pc:docChg chg="modSld">
      <pc:chgData name="Shiva Srinivas Pulmamidi" userId="S::spulmami@calpoly.edu::e7ab9942-b347-4ade-87f4-7dceecdf3cc0" providerId="AD" clId="Web-{1C2A42AC-556B-DE47-7682-29975B43FDC8}" dt="2025-04-09T05:41:37.883" v="4"/>
      <pc:docMkLst>
        <pc:docMk/>
      </pc:docMkLst>
      <pc:sldChg chg="modNotes">
        <pc:chgData name="Shiva Srinivas Pulmamidi" userId="S::spulmami@calpoly.edu::e7ab9942-b347-4ade-87f4-7dceecdf3cc0" providerId="AD" clId="Web-{1C2A42AC-556B-DE47-7682-29975B43FDC8}" dt="2025-04-09T05:41:37.883" v="4"/>
        <pc:sldMkLst>
          <pc:docMk/>
          <pc:sldMk cId="3351023100" sldId="287"/>
        </pc:sldMkLst>
      </pc:sldChg>
    </pc:docChg>
  </pc:docChgLst>
  <pc:docChgLst>
    <pc:chgData name="David Felipe Tlaloc Carter Oropeza" userId="S::dforopez@calpoly.edu::e94bc7ac-ad00-42f5-8c4b-275f14c8fb3b" providerId="AD" clId="Web-{41D56A5D-CD9C-5224-DA17-F6BB95509170}"/>
    <pc:docChg chg="addSld modSld">
      <pc:chgData name="David Felipe Tlaloc Carter Oropeza" userId="S::dforopez@calpoly.edu::e94bc7ac-ad00-42f5-8c4b-275f14c8fb3b" providerId="AD" clId="Web-{41D56A5D-CD9C-5224-DA17-F6BB95509170}" dt="2025-02-04T03:23:37.876" v="255" actId="20577"/>
      <pc:docMkLst>
        <pc:docMk/>
      </pc:docMkLst>
      <pc:sldChg chg="addSp delSp modSp add replId">
        <pc:chgData name="David Felipe Tlaloc Carter Oropeza" userId="S::dforopez@calpoly.edu::e94bc7ac-ad00-42f5-8c4b-275f14c8fb3b" providerId="AD" clId="Web-{41D56A5D-CD9C-5224-DA17-F6BB95509170}" dt="2025-02-04T03:23:37.876" v="255" actId="20577"/>
        <pc:sldMkLst>
          <pc:docMk/>
          <pc:sldMk cId="3351023100" sldId="287"/>
        </pc:sldMkLst>
        <pc:spChg chg="mod">
          <ac:chgData name="David Felipe Tlaloc Carter Oropeza" userId="S::dforopez@calpoly.edu::e94bc7ac-ad00-42f5-8c4b-275f14c8fb3b" providerId="AD" clId="Web-{41D56A5D-CD9C-5224-DA17-F6BB95509170}" dt="2025-02-04T02:24:53.604" v="4" actId="20577"/>
          <ac:spMkLst>
            <pc:docMk/>
            <pc:sldMk cId="3351023100" sldId="287"/>
            <ac:spMk id="3" creationId="{0161EF96-34C1-EAB8-F782-494BF3336849}"/>
          </ac:spMkLst>
        </pc:spChg>
        <pc:spChg chg="add mod">
          <ac:chgData name="David Felipe Tlaloc Carter Oropeza" userId="S::dforopez@calpoly.edu::e94bc7ac-ad00-42f5-8c4b-275f14c8fb3b" providerId="AD" clId="Web-{41D56A5D-CD9C-5224-DA17-F6BB95509170}" dt="2025-02-04T03:23:37.876" v="255" actId="20577"/>
          <ac:spMkLst>
            <pc:docMk/>
            <pc:sldMk cId="3351023100" sldId="287"/>
            <ac:spMk id="9" creationId="{F8B8B591-E4BC-699A-0606-471F75391E6B}"/>
          </ac:spMkLst>
        </pc:spChg>
      </pc:sldChg>
    </pc:docChg>
  </pc:docChgLst>
  <pc:docChgLst>
    <pc:chgData name="Maximus Tswv Feej Davis" userId="S::mdavi130@calpoly.edu::3a9e8f84-fd7e-46ee-a86c-0b4dea4be8c2" providerId="AD" clId="Web-{8373C130-4ED7-5A6F-426D-EA2A4A5120B6}"/>
    <pc:docChg chg="addSld delSld modSld sldOrd">
      <pc:chgData name="Maximus Tswv Feej Davis" userId="S::mdavi130@calpoly.edu::3a9e8f84-fd7e-46ee-a86c-0b4dea4be8c2" providerId="AD" clId="Web-{8373C130-4ED7-5A6F-426D-EA2A4A5120B6}" dt="2025-02-15T04:08:15.812" v="1955" actId="20577"/>
      <pc:docMkLst>
        <pc:docMk/>
      </pc:docMkLst>
      <pc:sldChg chg="modSp">
        <pc:chgData name="Maximus Tswv Feej Davis" userId="S::mdavi130@calpoly.edu::3a9e8f84-fd7e-46ee-a86c-0b4dea4be8c2" providerId="AD" clId="Web-{8373C130-4ED7-5A6F-426D-EA2A4A5120B6}" dt="2025-02-15T03:24:40.663" v="1576" actId="14100"/>
        <pc:sldMkLst>
          <pc:docMk/>
          <pc:sldMk cId="2007878993" sldId="259"/>
        </pc:sldMkLst>
        <pc:spChg chg="mod">
          <ac:chgData name="Maximus Tswv Feej Davis" userId="S::mdavi130@calpoly.edu::3a9e8f84-fd7e-46ee-a86c-0b4dea4be8c2" providerId="AD" clId="Web-{8373C130-4ED7-5A6F-426D-EA2A4A5120B6}" dt="2025-02-15T03:24:40.663" v="1576" actId="14100"/>
          <ac:spMkLst>
            <pc:docMk/>
            <pc:sldMk cId="2007878993" sldId="259"/>
            <ac:spMk id="5" creationId="{DBAE24CC-B26D-4E3B-8CB1-CA7512638080}"/>
          </ac:spMkLst>
        </pc:spChg>
      </pc:sldChg>
      <pc:sldChg chg="modSp">
        <pc:chgData name="Maximus Tswv Feej Davis" userId="S::mdavi130@calpoly.edu::3a9e8f84-fd7e-46ee-a86c-0b4dea4be8c2" providerId="AD" clId="Web-{8373C130-4ED7-5A6F-426D-EA2A4A5120B6}" dt="2025-02-15T01:27:39.879" v="177" actId="20577"/>
        <pc:sldMkLst>
          <pc:docMk/>
          <pc:sldMk cId="2005174313" sldId="261"/>
        </pc:sldMkLst>
        <pc:spChg chg="mod">
          <ac:chgData name="Maximus Tswv Feej Davis" userId="S::mdavi130@calpoly.edu::3a9e8f84-fd7e-46ee-a86c-0b4dea4be8c2" providerId="AD" clId="Web-{8373C130-4ED7-5A6F-426D-EA2A4A5120B6}" dt="2025-02-15T01:27:39.879" v="177" actId="20577"/>
          <ac:spMkLst>
            <pc:docMk/>
            <pc:sldMk cId="2005174313" sldId="261"/>
            <ac:spMk id="2" creationId="{43AA1305-30C2-5805-DBF4-DEC3D81DBA98}"/>
          </ac:spMkLst>
        </pc:spChg>
      </pc:sldChg>
      <pc:sldChg chg="addSp delSp modSp">
        <pc:chgData name="Maximus Tswv Feej Davis" userId="S::mdavi130@calpoly.edu::3a9e8f84-fd7e-46ee-a86c-0b4dea4be8c2" providerId="AD" clId="Web-{8373C130-4ED7-5A6F-426D-EA2A4A5120B6}" dt="2025-02-15T03:20:00.655" v="1557" actId="20577"/>
        <pc:sldMkLst>
          <pc:docMk/>
          <pc:sldMk cId="199057560" sldId="262"/>
        </pc:sldMkLst>
        <pc:spChg chg="del mod">
          <ac:chgData name="Maximus Tswv Feej Davis" userId="S::mdavi130@calpoly.edu::3a9e8f84-fd7e-46ee-a86c-0b4dea4be8c2" providerId="AD" clId="Web-{8373C130-4ED7-5A6F-426D-EA2A4A5120B6}" dt="2025-02-15T03:13:14.707" v="1452"/>
          <ac:spMkLst>
            <pc:docMk/>
            <pc:sldMk cId="199057560" sldId="262"/>
            <ac:spMk id="2" creationId="{D76B0C6A-42F9-40D9-F9EB-6092BE91F627}"/>
          </ac:spMkLst>
        </pc:spChg>
        <pc:spChg chg="mod">
          <ac:chgData name="Maximus Tswv Feej Davis" userId="S::mdavi130@calpoly.edu::3a9e8f84-fd7e-46ee-a86c-0b4dea4be8c2" providerId="AD" clId="Web-{8373C130-4ED7-5A6F-426D-EA2A4A5120B6}" dt="2025-02-15T01:23:27.669" v="55" actId="20577"/>
          <ac:spMkLst>
            <pc:docMk/>
            <pc:sldMk cId="199057560" sldId="262"/>
            <ac:spMk id="4" creationId="{12D198C3-58FF-CE1C-CFFC-1A07E50F1C75}"/>
          </ac:spMkLst>
        </pc:spChg>
        <pc:spChg chg="add mod">
          <ac:chgData name="Maximus Tswv Feej Davis" userId="S::mdavi130@calpoly.edu::3a9e8f84-fd7e-46ee-a86c-0b4dea4be8c2" providerId="AD" clId="Web-{8373C130-4ED7-5A6F-426D-EA2A4A5120B6}" dt="2025-02-15T03:20:00.655" v="1557" actId="20577"/>
          <ac:spMkLst>
            <pc:docMk/>
            <pc:sldMk cId="199057560" sldId="262"/>
            <ac:spMk id="5" creationId="{5F2265B4-4D9A-60AD-8159-8E49B61A4FAB}"/>
          </ac:spMkLst>
        </pc:spChg>
        <pc:spChg chg="add del mod">
          <ac:chgData name="Maximus Tswv Feej Davis" userId="S::mdavi130@calpoly.edu::3a9e8f84-fd7e-46ee-a86c-0b4dea4be8c2" providerId="AD" clId="Web-{8373C130-4ED7-5A6F-426D-EA2A4A5120B6}" dt="2025-02-15T03:13:40.349" v="1455"/>
          <ac:spMkLst>
            <pc:docMk/>
            <pc:sldMk cId="199057560" sldId="262"/>
            <ac:spMk id="7" creationId="{FFD5B543-A1D2-3A0A-EA81-8E72D356F8B3}"/>
          </ac:spMkLst>
        </pc:spChg>
      </pc:sldChg>
      <pc:sldChg chg="modSp">
        <pc:chgData name="Maximus Tswv Feej Davis" userId="S::mdavi130@calpoly.edu::3a9e8f84-fd7e-46ee-a86c-0b4dea4be8c2" providerId="AD" clId="Web-{8373C130-4ED7-5A6F-426D-EA2A4A5120B6}" dt="2025-02-15T01:23:56.608" v="67" actId="20577"/>
        <pc:sldMkLst>
          <pc:docMk/>
          <pc:sldMk cId="2457280371" sldId="263"/>
        </pc:sldMkLst>
        <pc:spChg chg="mod">
          <ac:chgData name="Maximus Tswv Feej Davis" userId="S::mdavi130@calpoly.edu::3a9e8f84-fd7e-46ee-a86c-0b4dea4be8c2" providerId="AD" clId="Web-{8373C130-4ED7-5A6F-426D-EA2A4A5120B6}" dt="2025-02-15T01:23:56.608" v="67" actId="20577"/>
          <ac:spMkLst>
            <pc:docMk/>
            <pc:sldMk cId="2457280371" sldId="263"/>
            <ac:spMk id="4" creationId="{85971AAA-A0E3-9A8D-F4F7-0D76B15FA3D9}"/>
          </ac:spMkLst>
        </pc:spChg>
      </pc:sldChg>
      <pc:sldChg chg="modSp">
        <pc:chgData name="Maximus Tswv Feej Davis" userId="S::mdavi130@calpoly.edu::3a9e8f84-fd7e-46ee-a86c-0b4dea4be8c2" providerId="AD" clId="Web-{8373C130-4ED7-5A6F-426D-EA2A4A5120B6}" dt="2025-02-15T04:07:11.904" v="1942" actId="20577"/>
        <pc:sldMkLst>
          <pc:docMk/>
          <pc:sldMk cId="1570139971" sldId="264"/>
        </pc:sldMkLst>
        <pc:spChg chg="mod">
          <ac:chgData name="Maximus Tswv Feej Davis" userId="S::mdavi130@calpoly.edu::3a9e8f84-fd7e-46ee-a86c-0b4dea4be8c2" providerId="AD" clId="Web-{8373C130-4ED7-5A6F-426D-EA2A4A5120B6}" dt="2025-02-15T04:07:11.904" v="1942" actId="20577"/>
          <ac:spMkLst>
            <pc:docMk/>
            <pc:sldMk cId="1570139971" sldId="264"/>
            <ac:spMk id="2" creationId="{B6D925DC-3D1D-8D23-3A07-4F6F39D2B544}"/>
          </ac:spMkLst>
        </pc:spChg>
        <pc:spChg chg="mod">
          <ac:chgData name="Maximus Tswv Feej Davis" userId="S::mdavi130@calpoly.edu::3a9e8f84-fd7e-46ee-a86c-0b4dea4be8c2" providerId="AD" clId="Web-{8373C130-4ED7-5A6F-426D-EA2A4A5120B6}" dt="2025-02-15T01:24:10.421" v="71" actId="20577"/>
          <ac:spMkLst>
            <pc:docMk/>
            <pc:sldMk cId="1570139971" sldId="264"/>
            <ac:spMk id="4" creationId="{DBE21D92-84C8-F668-5788-6EACDD5EFD1D}"/>
          </ac:spMkLst>
        </pc:spChg>
      </pc:sldChg>
      <pc:sldChg chg="modSp">
        <pc:chgData name="Maximus Tswv Feej Davis" userId="S::mdavi130@calpoly.edu::3a9e8f84-fd7e-46ee-a86c-0b4dea4be8c2" providerId="AD" clId="Web-{8373C130-4ED7-5A6F-426D-EA2A4A5120B6}" dt="2025-02-15T01:24:27.187" v="78" actId="20577"/>
        <pc:sldMkLst>
          <pc:docMk/>
          <pc:sldMk cId="314042997" sldId="265"/>
        </pc:sldMkLst>
        <pc:spChg chg="mod">
          <ac:chgData name="Maximus Tswv Feej Davis" userId="S::mdavi130@calpoly.edu::3a9e8f84-fd7e-46ee-a86c-0b4dea4be8c2" providerId="AD" clId="Web-{8373C130-4ED7-5A6F-426D-EA2A4A5120B6}" dt="2025-02-15T01:24:27.187" v="78" actId="20577"/>
          <ac:spMkLst>
            <pc:docMk/>
            <pc:sldMk cId="314042997" sldId="265"/>
            <ac:spMk id="4" creationId="{B668B8FD-25B9-BB31-512A-838D6C620426}"/>
          </ac:spMkLst>
        </pc:spChg>
      </pc:sldChg>
      <pc:sldChg chg="modSp">
        <pc:chgData name="Maximus Tswv Feej Davis" userId="S::mdavi130@calpoly.edu::3a9e8f84-fd7e-46ee-a86c-0b4dea4be8c2" providerId="AD" clId="Web-{8373C130-4ED7-5A6F-426D-EA2A4A5120B6}" dt="2025-02-15T01:30:47.556" v="179" actId="20577"/>
        <pc:sldMkLst>
          <pc:docMk/>
          <pc:sldMk cId="2959840755" sldId="267"/>
        </pc:sldMkLst>
        <pc:spChg chg="mod">
          <ac:chgData name="Maximus Tswv Feej Davis" userId="S::mdavi130@calpoly.edu::3a9e8f84-fd7e-46ee-a86c-0b4dea4be8c2" providerId="AD" clId="Web-{8373C130-4ED7-5A6F-426D-EA2A4A5120B6}" dt="2025-02-15T01:30:47.556" v="179" actId="20577"/>
          <ac:spMkLst>
            <pc:docMk/>
            <pc:sldMk cId="2959840755" sldId="267"/>
            <ac:spMk id="2" creationId="{13FD123B-9303-9616-B49E-2751333AFE29}"/>
          </ac:spMkLst>
        </pc:spChg>
      </pc:sldChg>
      <pc:sldChg chg="modSp">
        <pc:chgData name="Maximus Tswv Feej Davis" userId="S::mdavi130@calpoly.edu::3a9e8f84-fd7e-46ee-a86c-0b4dea4be8c2" providerId="AD" clId="Web-{8373C130-4ED7-5A6F-426D-EA2A4A5120B6}" dt="2025-02-15T04:08:15.812" v="1955" actId="20577"/>
        <pc:sldMkLst>
          <pc:docMk/>
          <pc:sldMk cId="2535593938" sldId="272"/>
        </pc:sldMkLst>
        <pc:spChg chg="mod">
          <ac:chgData name="Maximus Tswv Feej Davis" userId="S::mdavi130@calpoly.edu::3a9e8f84-fd7e-46ee-a86c-0b4dea4be8c2" providerId="AD" clId="Web-{8373C130-4ED7-5A6F-426D-EA2A4A5120B6}" dt="2025-02-15T04:08:15.812" v="1955" actId="20577"/>
          <ac:spMkLst>
            <pc:docMk/>
            <pc:sldMk cId="2535593938" sldId="272"/>
            <ac:spMk id="3" creationId="{B1AF9190-02DF-50A2-F914-3BB9C55D9700}"/>
          </ac:spMkLst>
        </pc:spChg>
      </pc:sldChg>
      <pc:sldChg chg="addSp delSp modSp">
        <pc:chgData name="Maximus Tswv Feej Davis" userId="S::mdavi130@calpoly.edu::3a9e8f84-fd7e-46ee-a86c-0b4dea4be8c2" providerId="AD" clId="Web-{8373C130-4ED7-5A6F-426D-EA2A4A5120B6}" dt="2025-02-15T02:14:38.703" v="389" actId="20577"/>
        <pc:sldMkLst>
          <pc:docMk/>
          <pc:sldMk cId="715362508" sldId="277"/>
        </pc:sldMkLst>
        <pc:spChg chg="del">
          <ac:chgData name="Maximus Tswv Feej Davis" userId="S::mdavi130@calpoly.edu::3a9e8f84-fd7e-46ee-a86c-0b4dea4be8c2" providerId="AD" clId="Web-{8373C130-4ED7-5A6F-426D-EA2A4A5120B6}" dt="2025-02-15T02:07:44.661" v="355"/>
          <ac:spMkLst>
            <pc:docMk/>
            <pc:sldMk cId="715362508" sldId="277"/>
            <ac:spMk id="2" creationId="{6331765E-2583-875E-40F4-47CD18E797F5}"/>
          </ac:spMkLst>
        </pc:spChg>
        <pc:spChg chg="mod">
          <ac:chgData name="Maximus Tswv Feej Davis" userId="S::mdavi130@calpoly.edu::3a9e8f84-fd7e-46ee-a86c-0b4dea4be8c2" providerId="AD" clId="Web-{8373C130-4ED7-5A6F-426D-EA2A4A5120B6}" dt="2025-02-15T02:14:38.703" v="389" actId="20577"/>
          <ac:spMkLst>
            <pc:docMk/>
            <pc:sldMk cId="715362508" sldId="277"/>
            <ac:spMk id="3" creationId="{76AFA3FD-C880-A72F-D5CB-744473EB3925}"/>
          </ac:spMkLst>
        </pc:spChg>
        <pc:spChg chg="mod">
          <ac:chgData name="Maximus Tswv Feej Davis" userId="S::mdavi130@calpoly.edu::3a9e8f84-fd7e-46ee-a86c-0b4dea4be8c2" providerId="AD" clId="Web-{8373C130-4ED7-5A6F-426D-EA2A4A5120B6}" dt="2025-02-15T02:14:31.359" v="387" actId="14100"/>
          <ac:spMkLst>
            <pc:docMk/>
            <pc:sldMk cId="715362508" sldId="277"/>
            <ac:spMk id="4" creationId="{B80938AD-780C-148F-B29D-DEA7DC01033E}"/>
          </ac:spMkLst>
        </pc:spChg>
        <pc:graphicFrameChg chg="add mod modGraphic">
          <ac:chgData name="Maximus Tswv Feej Davis" userId="S::mdavi130@calpoly.edu::3a9e8f84-fd7e-46ee-a86c-0b4dea4be8c2" providerId="AD" clId="Web-{8373C130-4ED7-5A6F-426D-EA2A4A5120B6}" dt="2025-02-15T02:09:09.975" v="381"/>
          <ac:graphicFrameMkLst>
            <pc:docMk/>
            <pc:sldMk cId="715362508" sldId="277"/>
            <ac:graphicFrameMk id="6" creationId="{B5648EEE-744D-DA40-4092-702662270C22}"/>
          </ac:graphicFrameMkLst>
        </pc:graphicFrameChg>
      </pc:sldChg>
      <pc:sldChg chg="addSp modSp">
        <pc:chgData name="Maximus Tswv Feej Davis" userId="S::mdavi130@calpoly.edu::3a9e8f84-fd7e-46ee-a86c-0b4dea4be8c2" providerId="AD" clId="Web-{8373C130-4ED7-5A6F-426D-EA2A4A5120B6}" dt="2025-02-15T03:28:05.059" v="1580" actId="1076"/>
        <pc:sldMkLst>
          <pc:docMk/>
          <pc:sldMk cId="2317387512" sldId="285"/>
        </pc:sldMkLst>
        <pc:spChg chg="mod">
          <ac:chgData name="Maximus Tswv Feej Davis" userId="S::mdavi130@calpoly.edu::3a9e8f84-fd7e-46ee-a86c-0b4dea4be8c2" providerId="AD" clId="Web-{8373C130-4ED7-5A6F-426D-EA2A4A5120B6}" dt="2025-02-15T02:00:07.958" v="287" actId="20577"/>
          <ac:spMkLst>
            <pc:docMk/>
            <pc:sldMk cId="2317387512" sldId="285"/>
            <ac:spMk id="3" creationId="{A58FBE45-B70A-62DF-7FE5-A579F6C4958D}"/>
          </ac:spMkLst>
        </pc:spChg>
        <pc:picChg chg="add mod">
          <ac:chgData name="Maximus Tswv Feej Davis" userId="S::mdavi130@calpoly.edu::3a9e8f84-fd7e-46ee-a86c-0b4dea4be8c2" providerId="AD" clId="Web-{8373C130-4ED7-5A6F-426D-EA2A4A5120B6}" dt="2025-02-15T03:28:05.059" v="1580" actId="1076"/>
          <ac:picMkLst>
            <pc:docMk/>
            <pc:sldMk cId="2317387512" sldId="285"/>
            <ac:picMk id="7" creationId="{AA14ED98-587E-7B8D-14AF-72CAC7B792CA}"/>
          </ac:picMkLst>
        </pc:picChg>
      </pc:sldChg>
      <pc:sldChg chg="addSp delSp modSp">
        <pc:chgData name="Maximus Tswv Feej Davis" userId="S::mdavi130@calpoly.edu::3a9e8f84-fd7e-46ee-a86c-0b4dea4be8c2" providerId="AD" clId="Web-{8373C130-4ED7-5A6F-426D-EA2A4A5120B6}" dt="2025-02-15T02:46:46.391" v="1048" actId="1076"/>
        <pc:sldMkLst>
          <pc:docMk/>
          <pc:sldMk cId="2489196310" sldId="288"/>
        </pc:sldMkLst>
        <pc:spChg chg="mod">
          <ac:chgData name="Maximus Tswv Feej Davis" userId="S::mdavi130@calpoly.edu::3a9e8f84-fd7e-46ee-a86c-0b4dea4be8c2" providerId="AD" clId="Web-{8373C130-4ED7-5A6F-426D-EA2A4A5120B6}" dt="2025-02-15T02:31:36.054" v="940" actId="20577"/>
          <ac:spMkLst>
            <pc:docMk/>
            <pc:sldMk cId="2489196310" sldId="288"/>
            <ac:spMk id="4" creationId="{B184B777-6784-D933-ED65-A07CFA035DA8}"/>
          </ac:spMkLst>
        </pc:spChg>
        <pc:spChg chg="add del mod">
          <ac:chgData name="Maximus Tswv Feej Davis" userId="S::mdavi130@calpoly.edu::3a9e8f84-fd7e-46ee-a86c-0b4dea4be8c2" providerId="AD" clId="Web-{8373C130-4ED7-5A6F-426D-EA2A4A5120B6}" dt="2025-02-15T02:32:36.258" v="949"/>
          <ac:spMkLst>
            <pc:docMk/>
            <pc:sldMk cId="2489196310" sldId="288"/>
            <ac:spMk id="7" creationId="{FD6F5E06-34A7-1B82-281D-FC078F0ED125}"/>
          </ac:spMkLst>
        </pc:spChg>
        <pc:spChg chg="add del mod">
          <ac:chgData name="Maximus Tswv Feej Davis" userId="S::mdavi130@calpoly.edu::3a9e8f84-fd7e-46ee-a86c-0b4dea4be8c2" providerId="AD" clId="Web-{8373C130-4ED7-5A6F-426D-EA2A4A5120B6}" dt="2025-02-15T02:36:43.001" v="987"/>
          <ac:spMkLst>
            <pc:docMk/>
            <pc:sldMk cId="2489196310" sldId="288"/>
            <ac:spMk id="8" creationId="{5ACE5AE9-E58A-565A-D2C3-FB0CFA3D4243}"/>
          </ac:spMkLst>
        </pc:spChg>
        <pc:spChg chg="mod">
          <ac:chgData name="Maximus Tswv Feej Davis" userId="S::mdavi130@calpoly.edu::3a9e8f84-fd7e-46ee-a86c-0b4dea4be8c2" providerId="AD" clId="Web-{8373C130-4ED7-5A6F-426D-EA2A4A5120B6}" dt="2025-02-15T02:45:11.889" v="1003" actId="1076"/>
          <ac:spMkLst>
            <pc:docMk/>
            <pc:sldMk cId="2489196310" sldId="288"/>
            <ac:spMk id="9" creationId="{A1B080F6-2BAB-03BA-2AD8-5E689B93112F}"/>
          </ac:spMkLst>
        </pc:spChg>
        <pc:spChg chg="add mod">
          <ac:chgData name="Maximus Tswv Feej Davis" userId="S::mdavi130@calpoly.edu::3a9e8f84-fd7e-46ee-a86c-0b4dea4be8c2" providerId="AD" clId="Web-{8373C130-4ED7-5A6F-426D-EA2A4A5120B6}" dt="2025-02-15T02:46:46.391" v="1048" actId="1076"/>
          <ac:spMkLst>
            <pc:docMk/>
            <pc:sldMk cId="2489196310" sldId="288"/>
            <ac:spMk id="12" creationId="{4AE32637-BC4B-2063-0F5E-102767D4DFF9}"/>
          </ac:spMkLst>
        </pc:spChg>
        <pc:picChg chg="add del mod">
          <ac:chgData name="Maximus Tswv Feej Davis" userId="S::mdavi130@calpoly.edu::3a9e8f84-fd7e-46ee-a86c-0b4dea4be8c2" providerId="AD" clId="Web-{8373C130-4ED7-5A6F-426D-EA2A4A5120B6}" dt="2025-02-15T02:36:44.735" v="988"/>
          <ac:picMkLst>
            <pc:docMk/>
            <pc:sldMk cId="2489196310" sldId="288"/>
            <ac:picMk id="6" creationId="{B2828F38-23F1-CAE4-FD97-281E3E7BDDB8}"/>
          </ac:picMkLst>
        </pc:picChg>
        <pc:picChg chg="add mod ord">
          <ac:chgData name="Maximus Tswv Feej Davis" userId="S::mdavi130@calpoly.edu::3a9e8f84-fd7e-46ee-a86c-0b4dea4be8c2" providerId="AD" clId="Web-{8373C130-4ED7-5A6F-426D-EA2A4A5120B6}" dt="2025-02-15T02:46:12.812" v="1007" actId="1076"/>
          <ac:picMkLst>
            <pc:docMk/>
            <pc:sldMk cId="2489196310" sldId="288"/>
            <ac:picMk id="10" creationId="{98F64AB1-41C7-266F-2CE5-0532887CC6A3}"/>
          </ac:picMkLst>
        </pc:picChg>
        <pc:picChg chg="add mod ord">
          <ac:chgData name="Maximus Tswv Feej Davis" userId="S::mdavi130@calpoly.edu::3a9e8f84-fd7e-46ee-a86c-0b4dea4be8c2" providerId="AD" clId="Web-{8373C130-4ED7-5A6F-426D-EA2A4A5120B6}" dt="2025-02-15T02:46:12.828" v="1008" actId="1076"/>
          <ac:picMkLst>
            <pc:docMk/>
            <pc:sldMk cId="2489196310" sldId="288"/>
            <ac:picMk id="11" creationId="{80BE50A2-FE10-7FDE-22FD-87B4ED232A9F}"/>
          </ac:picMkLst>
        </pc:picChg>
      </pc:sldChg>
      <pc:sldChg chg="addSp modSp">
        <pc:chgData name="Maximus Tswv Feej Davis" userId="S::mdavi130@calpoly.edu::3a9e8f84-fd7e-46ee-a86c-0b4dea4be8c2" providerId="AD" clId="Web-{8373C130-4ED7-5A6F-426D-EA2A4A5120B6}" dt="2025-02-15T02:01:58.229" v="338" actId="20577"/>
        <pc:sldMkLst>
          <pc:docMk/>
          <pc:sldMk cId="112416315" sldId="296"/>
        </pc:sldMkLst>
        <pc:spChg chg="mod">
          <ac:chgData name="Maximus Tswv Feej Davis" userId="S::mdavi130@calpoly.edu::3a9e8f84-fd7e-46ee-a86c-0b4dea4be8c2" providerId="AD" clId="Web-{8373C130-4ED7-5A6F-426D-EA2A4A5120B6}" dt="2025-02-15T02:01:40.819" v="300" actId="20577"/>
          <ac:spMkLst>
            <pc:docMk/>
            <pc:sldMk cId="112416315" sldId="296"/>
            <ac:spMk id="3" creationId="{F843CF1F-BE57-BD46-D3B3-20017758C9BB}"/>
          </ac:spMkLst>
        </pc:spChg>
        <pc:spChg chg="mod">
          <ac:chgData name="Maximus Tswv Feej Davis" userId="S::mdavi130@calpoly.edu::3a9e8f84-fd7e-46ee-a86c-0b4dea4be8c2" providerId="AD" clId="Web-{8373C130-4ED7-5A6F-426D-EA2A4A5120B6}" dt="2025-02-15T02:01:58.229" v="338" actId="20577"/>
          <ac:spMkLst>
            <pc:docMk/>
            <pc:sldMk cId="112416315" sldId="296"/>
            <ac:spMk id="4" creationId="{3AF03001-3023-48B4-22A3-1E0E9A5772E5}"/>
          </ac:spMkLst>
        </pc:spChg>
        <pc:picChg chg="mod">
          <ac:chgData name="Maximus Tswv Feej Davis" userId="S::mdavi130@calpoly.edu::3a9e8f84-fd7e-46ee-a86c-0b4dea4be8c2" providerId="AD" clId="Web-{8373C130-4ED7-5A6F-426D-EA2A4A5120B6}" dt="2025-02-15T02:01:18.428" v="292" actId="1076"/>
          <ac:picMkLst>
            <pc:docMk/>
            <pc:sldMk cId="112416315" sldId="296"/>
            <ac:picMk id="5" creationId="{2D063FD7-B59D-66B3-1B99-82CFA2625B0F}"/>
          </ac:picMkLst>
        </pc:picChg>
        <pc:picChg chg="mod">
          <ac:chgData name="Maximus Tswv Feej Davis" userId="S::mdavi130@calpoly.edu::3a9e8f84-fd7e-46ee-a86c-0b4dea4be8c2" providerId="AD" clId="Web-{8373C130-4ED7-5A6F-426D-EA2A4A5120B6}" dt="2025-02-15T02:01:16.866" v="291" actId="1076"/>
          <ac:picMkLst>
            <pc:docMk/>
            <pc:sldMk cId="112416315" sldId="296"/>
            <ac:picMk id="7" creationId="{5A6816BA-CAF6-DE18-B969-8815FF3944CA}"/>
          </ac:picMkLst>
        </pc:picChg>
        <pc:picChg chg="add mod">
          <ac:chgData name="Maximus Tswv Feej Davis" userId="S::mdavi130@calpoly.edu::3a9e8f84-fd7e-46ee-a86c-0b4dea4be8c2" providerId="AD" clId="Web-{8373C130-4ED7-5A6F-426D-EA2A4A5120B6}" dt="2025-02-15T02:01:14.116" v="290" actId="1076"/>
          <ac:picMkLst>
            <pc:docMk/>
            <pc:sldMk cId="112416315" sldId="296"/>
            <ac:picMk id="8" creationId="{4C505D65-C660-1D5E-1259-1469D14D177E}"/>
          </ac:picMkLst>
        </pc:picChg>
      </pc:sldChg>
      <pc:sldChg chg="modSp">
        <pc:chgData name="Maximus Tswv Feej Davis" userId="S::mdavi130@calpoly.edu::3a9e8f84-fd7e-46ee-a86c-0b4dea4be8c2" providerId="AD" clId="Web-{8373C130-4ED7-5A6F-426D-EA2A4A5120B6}" dt="2025-02-15T02:02:14.963" v="354" actId="20577"/>
        <pc:sldMkLst>
          <pc:docMk/>
          <pc:sldMk cId="3493957864" sldId="297"/>
        </pc:sldMkLst>
        <pc:spChg chg="mod">
          <ac:chgData name="Maximus Tswv Feej Davis" userId="S::mdavi130@calpoly.edu::3a9e8f84-fd7e-46ee-a86c-0b4dea4be8c2" providerId="AD" clId="Web-{8373C130-4ED7-5A6F-426D-EA2A4A5120B6}" dt="2025-02-15T02:02:12.229" v="351" actId="20577"/>
          <ac:spMkLst>
            <pc:docMk/>
            <pc:sldMk cId="3493957864" sldId="297"/>
            <ac:spMk id="3" creationId="{215DACB4-B6C6-BB8F-7487-3C33F610D893}"/>
          </ac:spMkLst>
        </pc:spChg>
        <pc:spChg chg="mod">
          <ac:chgData name="Maximus Tswv Feej Davis" userId="S::mdavi130@calpoly.edu::3a9e8f84-fd7e-46ee-a86c-0b4dea4be8c2" providerId="AD" clId="Web-{8373C130-4ED7-5A6F-426D-EA2A4A5120B6}" dt="2025-02-15T02:02:14.963" v="354" actId="20577"/>
          <ac:spMkLst>
            <pc:docMk/>
            <pc:sldMk cId="3493957864" sldId="297"/>
            <ac:spMk id="4" creationId="{0345249B-595E-ADCE-3D33-052BA22034C6}"/>
          </ac:spMkLst>
        </pc:spChg>
      </pc:sldChg>
      <pc:sldChg chg="addSp delSp modSp new">
        <pc:chgData name="Maximus Tswv Feej Davis" userId="S::mdavi130@calpoly.edu::3a9e8f84-fd7e-46ee-a86c-0b4dea4be8c2" providerId="AD" clId="Web-{8373C130-4ED7-5A6F-426D-EA2A4A5120B6}" dt="2025-02-15T03:31:06.830" v="1600" actId="20577"/>
        <pc:sldMkLst>
          <pc:docMk/>
          <pc:sldMk cId="3012400637" sldId="298"/>
        </pc:sldMkLst>
        <pc:spChg chg="del mod">
          <ac:chgData name="Maximus Tswv Feej Davis" userId="S::mdavi130@calpoly.edu::3a9e8f84-fd7e-46ee-a86c-0b4dea4be8c2" providerId="AD" clId="Web-{8373C130-4ED7-5A6F-426D-EA2A4A5120B6}" dt="2025-02-15T03:06:41.036" v="1307"/>
          <ac:spMkLst>
            <pc:docMk/>
            <pc:sldMk cId="3012400637" sldId="298"/>
            <ac:spMk id="2" creationId="{D5CC7E5E-571B-3367-2216-91D33E6A4E8E}"/>
          </ac:spMkLst>
        </pc:spChg>
        <pc:spChg chg="mod">
          <ac:chgData name="Maximus Tswv Feej Davis" userId="S::mdavi130@calpoly.edu::3a9e8f84-fd7e-46ee-a86c-0b4dea4be8c2" providerId="AD" clId="Web-{8373C130-4ED7-5A6F-426D-EA2A4A5120B6}" dt="2025-02-15T02:15:17.391" v="391" actId="14100"/>
          <ac:spMkLst>
            <pc:docMk/>
            <pc:sldMk cId="3012400637" sldId="298"/>
            <ac:spMk id="3" creationId="{76740B6F-871A-DD3A-CCC9-CBEBA89596B2}"/>
          </ac:spMkLst>
        </pc:spChg>
        <pc:spChg chg="mod">
          <ac:chgData name="Maximus Tswv Feej Davis" userId="S::mdavi130@calpoly.edu::3a9e8f84-fd7e-46ee-a86c-0b4dea4be8c2" providerId="AD" clId="Web-{8373C130-4ED7-5A6F-426D-EA2A4A5120B6}" dt="2025-02-15T02:17:17.261" v="524" actId="20577"/>
          <ac:spMkLst>
            <pc:docMk/>
            <pc:sldMk cId="3012400637" sldId="298"/>
            <ac:spMk id="4" creationId="{02105861-BA05-8ADF-82B9-7A742E34C75B}"/>
          </ac:spMkLst>
        </pc:spChg>
        <pc:spChg chg="add del mod">
          <ac:chgData name="Maximus Tswv Feej Davis" userId="S::mdavi130@calpoly.edu::3a9e8f84-fd7e-46ee-a86c-0b4dea4be8c2" providerId="AD" clId="Web-{8373C130-4ED7-5A6F-426D-EA2A4A5120B6}" dt="2025-02-15T03:06:46.848" v="1309"/>
          <ac:spMkLst>
            <pc:docMk/>
            <pc:sldMk cId="3012400637" sldId="298"/>
            <ac:spMk id="6" creationId="{176F24C3-B35B-A6C6-3E3F-433C2F9D10E0}"/>
          </ac:spMkLst>
        </pc:spChg>
        <pc:spChg chg="add mod">
          <ac:chgData name="Maximus Tswv Feej Davis" userId="S::mdavi130@calpoly.edu::3a9e8f84-fd7e-46ee-a86c-0b4dea4be8c2" providerId="AD" clId="Web-{8373C130-4ED7-5A6F-426D-EA2A4A5120B6}" dt="2025-02-15T03:31:06.830" v="1600" actId="20577"/>
          <ac:spMkLst>
            <pc:docMk/>
            <pc:sldMk cId="3012400637" sldId="298"/>
            <ac:spMk id="8" creationId="{ED10F325-D06A-007D-B489-C4E2C21FCEBF}"/>
          </ac:spMkLst>
        </pc:spChg>
      </pc:sldChg>
      <pc:sldChg chg="del ord">
        <pc:chgData name="Maximus Tswv Feej Davis" userId="S::mdavi130@calpoly.edu::3a9e8f84-fd7e-46ee-a86c-0b4dea4be8c2" providerId="AD" clId="Web-{8373C130-4ED7-5A6F-426D-EA2A4A5120B6}" dt="2025-02-15T03:06:00.878" v="1302"/>
        <pc:sldMkLst>
          <pc:docMk/>
          <pc:sldMk cId="3506015402" sldId="303"/>
        </pc:sldMkLst>
      </pc:sldChg>
      <pc:sldChg chg="add replId">
        <pc:chgData name="Maximus Tswv Feej Davis" userId="S::mdavi130@calpoly.edu::3a9e8f84-fd7e-46ee-a86c-0b4dea4be8c2" providerId="AD" clId="Web-{8373C130-4ED7-5A6F-426D-EA2A4A5120B6}" dt="2025-02-15T03:05:31.796" v="1300"/>
        <pc:sldMkLst>
          <pc:docMk/>
          <pc:sldMk cId="2110429738" sldId="310"/>
        </pc:sldMkLst>
      </pc:sldChg>
      <pc:sldChg chg="modSp add del replId">
        <pc:chgData name="Maximus Tswv Feej Davis" userId="S::mdavi130@calpoly.edu::3a9e8f84-fd7e-46ee-a86c-0b4dea4be8c2" providerId="AD" clId="Web-{8373C130-4ED7-5A6F-426D-EA2A4A5120B6}" dt="2025-02-15T03:06:56.145" v="1312"/>
        <pc:sldMkLst>
          <pc:docMk/>
          <pc:sldMk cId="216513867" sldId="311"/>
        </pc:sldMkLst>
        <pc:spChg chg="mod">
          <ac:chgData name="Maximus Tswv Feej Davis" userId="S::mdavi130@calpoly.edu::3a9e8f84-fd7e-46ee-a86c-0b4dea4be8c2" providerId="AD" clId="Web-{8373C130-4ED7-5A6F-426D-EA2A4A5120B6}" dt="2025-02-15T03:06:37.426" v="1306" actId="20577"/>
          <ac:spMkLst>
            <pc:docMk/>
            <pc:sldMk cId="216513867" sldId="311"/>
            <ac:spMk id="9" creationId="{D6DD9316-C996-EEB4-2B67-22196F4A01FA}"/>
          </ac:spMkLst>
        </pc:spChg>
      </pc:sldChg>
    </pc:docChg>
  </pc:docChgLst>
  <pc:docChgLst>
    <pc:chgData name="Shiva Srinivas Pulmamidi" userId="S::spulmami@calpoly.edu::e7ab9942-b347-4ade-87f4-7dceecdf3cc0" providerId="AD" clId="Web-{A609292E-0EF5-70BA-E103-55761BAAB811}"/>
    <pc:docChg chg="modSld">
      <pc:chgData name="Shiva Srinivas Pulmamidi" userId="S::spulmami@calpoly.edu::e7ab9942-b347-4ade-87f4-7dceecdf3cc0" providerId="AD" clId="Web-{A609292E-0EF5-70BA-E103-55761BAAB811}" dt="2025-02-13T16:43:04.424" v="4" actId="20577"/>
      <pc:docMkLst>
        <pc:docMk/>
      </pc:docMkLst>
      <pc:sldChg chg="modSp">
        <pc:chgData name="Shiva Srinivas Pulmamidi" userId="S::spulmami@calpoly.edu::e7ab9942-b347-4ade-87f4-7dceecdf3cc0" providerId="AD" clId="Web-{A609292E-0EF5-70BA-E103-55761BAAB811}" dt="2025-02-13T16:41:30.059" v="0" actId="20577"/>
        <pc:sldMkLst>
          <pc:docMk/>
          <pc:sldMk cId="199057560" sldId="262"/>
        </pc:sldMkLst>
        <pc:spChg chg="mod">
          <ac:chgData name="Shiva Srinivas Pulmamidi" userId="S::spulmami@calpoly.edu::e7ab9942-b347-4ade-87f4-7dceecdf3cc0" providerId="AD" clId="Web-{A609292E-0EF5-70BA-E103-55761BAAB811}" dt="2025-02-13T16:41:30.059" v="0" actId="20577"/>
          <ac:spMkLst>
            <pc:docMk/>
            <pc:sldMk cId="199057560" sldId="262"/>
            <ac:spMk id="3" creationId="{7988541E-FF5B-BF87-286D-9F57034DD93A}"/>
          </ac:spMkLst>
        </pc:spChg>
      </pc:sldChg>
      <pc:sldChg chg="modSp">
        <pc:chgData name="Shiva Srinivas Pulmamidi" userId="S::spulmami@calpoly.edu::e7ab9942-b347-4ade-87f4-7dceecdf3cc0" providerId="AD" clId="Web-{A609292E-0EF5-70BA-E103-55761BAAB811}" dt="2025-02-13T16:43:04.424" v="4" actId="20577"/>
        <pc:sldMkLst>
          <pc:docMk/>
          <pc:sldMk cId="3351023100" sldId="287"/>
        </pc:sldMkLst>
        <pc:spChg chg="mod">
          <ac:chgData name="Shiva Srinivas Pulmamidi" userId="S::spulmami@calpoly.edu::e7ab9942-b347-4ade-87f4-7dceecdf3cc0" providerId="AD" clId="Web-{A609292E-0EF5-70BA-E103-55761BAAB811}" dt="2025-02-13T16:42:33.782" v="2" actId="1076"/>
          <ac:spMkLst>
            <pc:docMk/>
            <pc:sldMk cId="3351023100" sldId="287"/>
            <ac:spMk id="7" creationId="{457AA798-EE71-C34B-F142-03D559A40B84}"/>
          </ac:spMkLst>
        </pc:spChg>
        <pc:spChg chg="mod">
          <ac:chgData name="Shiva Srinivas Pulmamidi" userId="S::spulmami@calpoly.edu::e7ab9942-b347-4ade-87f4-7dceecdf3cc0" providerId="AD" clId="Web-{A609292E-0EF5-70BA-E103-55761BAAB811}" dt="2025-02-13T16:43:04.424" v="4" actId="20577"/>
          <ac:spMkLst>
            <pc:docMk/>
            <pc:sldMk cId="3351023100" sldId="287"/>
            <ac:spMk id="9" creationId="{F8B8B591-E4BC-699A-0606-471F75391E6B}"/>
          </ac:spMkLst>
        </pc:spChg>
        <pc:picChg chg="mod">
          <ac:chgData name="Shiva Srinivas Pulmamidi" userId="S::spulmami@calpoly.edu::e7ab9942-b347-4ade-87f4-7dceecdf3cc0" providerId="AD" clId="Web-{A609292E-0EF5-70BA-E103-55761BAAB811}" dt="2025-02-13T16:42:29.609" v="1" actId="1076"/>
          <ac:picMkLst>
            <pc:docMk/>
            <pc:sldMk cId="3351023100" sldId="287"/>
            <ac:picMk id="5" creationId="{EC78C2AE-3C42-6746-2C62-CE7A8D63B677}"/>
          </ac:picMkLst>
        </pc:picChg>
      </pc:sldChg>
    </pc:docChg>
  </pc:docChgLst>
  <pc:docChgLst>
    <pc:chgData name="Alistair Hynes" userId="f176abbf-83e1-4f7b-98da-056364e39698" providerId="ADAL" clId="{F8465C84-3595-49C9-90D0-89CAED7CF2C1}"/>
    <pc:docChg chg="undo custSel modSld sldOrd">
      <pc:chgData name="Alistair Hynes" userId="f176abbf-83e1-4f7b-98da-056364e39698" providerId="ADAL" clId="{F8465C84-3595-49C9-90D0-89CAED7CF2C1}" dt="2025-02-11T03:23:02.925" v="1404" actId="14100"/>
      <pc:docMkLst>
        <pc:docMk/>
      </pc:docMkLst>
      <pc:sldChg chg="addSp delSp modSp mod">
        <pc:chgData name="Alistair Hynes" userId="f176abbf-83e1-4f7b-98da-056364e39698" providerId="ADAL" clId="{F8465C84-3595-49C9-90D0-89CAED7CF2C1}" dt="2025-02-11T02:40:48.677" v="1277" actId="1076"/>
        <pc:sldMkLst>
          <pc:docMk/>
          <pc:sldMk cId="2007878993" sldId="259"/>
        </pc:sldMkLst>
        <pc:spChg chg="mod">
          <ac:chgData name="Alistair Hynes" userId="f176abbf-83e1-4f7b-98da-056364e39698" providerId="ADAL" clId="{F8465C84-3595-49C9-90D0-89CAED7CF2C1}" dt="2025-02-11T02:40:48.677" v="1277" actId="1076"/>
          <ac:spMkLst>
            <pc:docMk/>
            <pc:sldMk cId="2007878993" sldId="259"/>
            <ac:spMk id="2" creationId="{470238A2-F230-2DC2-E7E0-2B97A2248EBB}"/>
          </ac:spMkLst>
        </pc:spChg>
        <pc:spChg chg="add mod">
          <ac:chgData name="Alistair Hynes" userId="f176abbf-83e1-4f7b-98da-056364e39698" providerId="ADAL" clId="{F8465C84-3595-49C9-90D0-89CAED7CF2C1}" dt="2025-02-04T02:54:09.095" v="829"/>
          <ac:spMkLst>
            <pc:docMk/>
            <pc:sldMk cId="2007878993" sldId="259"/>
            <ac:spMk id="10" creationId="{B8D09279-DA1E-7DBA-F411-F2991F5FE7B4}"/>
          </ac:spMkLst>
        </pc:spChg>
        <pc:spChg chg="add mod">
          <ac:chgData name="Alistair Hynes" userId="f176abbf-83e1-4f7b-98da-056364e39698" providerId="ADAL" clId="{F8465C84-3595-49C9-90D0-89CAED7CF2C1}" dt="2025-02-04T02:54:09.095" v="829"/>
          <ac:spMkLst>
            <pc:docMk/>
            <pc:sldMk cId="2007878993" sldId="259"/>
            <ac:spMk id="11" creationId="{8379BA70-CBD5-00A1-27C7-9B5A63C316A1}"/>
          </ac:spMkLst>
        </pc:spChg>
        <pc:picChg chg="add mod modCrop">
          <ac:chgData name="Alistair Hynes" userId="f176abbf-83e1-4f7b-98da-056364e39698" providerId="ADAL" clId="{F8465C84-3595-49C9-90D0-89CAED7CF2C1}" dt="2025-02-11T02:40:48.677" v="1277" actId="1076"/>
          <ac:picMkLst>
            <pc:docMk/>
            <pc:sldMk cId="2007878993" sldId="259"/>
            <ac:picMk id="3" creationId="{126E5996-B0DA-46D9-26CF-AC53EB4DDC86}"/>
          </ac:picMkLst>
        </pc:picChg>
      </pc:sldChg>
      <pc:sldChg chg="addSp delSp modSp mod">
        <pc:chgData name="Alistair Hynes" userId="f176abbf-83e1-4f7b-98da-056364e39698" providerId="ADAL" clId="{F8465C84-3595-49C9-90D0-89CAED7CF2C1}" dt="2025-02-04T02:49:15.893" v="802" actId="20577"/>
        <pc:sldMkLst>
          <pc:docMk/>
          <pc:sldMk cId="4041658300" sldId="266"/>
        </pc:sldMkLst>
        <pc:spChg chg="mod">
          <ac:chgData name="Alistair Hynes" userId="f176abbf-83e1-4f7b-98da-056364e39698" providerId="ADAL" clId="{F8465C84-3595-49C9-90D0-89CAED7CF2C1}" dt="2025-02-04T02:25:19.430" v="534" actId="20577"/>
          <ac:spMkLst>
            <pc:docMk/>
            <pc:sldMk cId="4041658300" sldId="266"/>
            <ac:spMk id="3" creationId="{D9E38308-154C-5537-ACFD-8FE9ED5E10B0}"/>
          </ac:spMkLst>
        </pc:spChg>
        <pc:spChg chg="add mod">
          <ac:chgData name="Alistair Hynes" userId="f176abbf-83e1-4f7b-98da-056364e39698" providerId="ADAL" clId="{F8465C84-3595-49C9-90D0-89CAED7CF2C1}" dt="2025-02-04T02:49:15.893" v="802" actId="20577"/>
          <ac:spMkLst>
            <pc:docMk/>
            <pc:sldMk cId="4041658300" sldId="266"/>
            <ac:spMk id="9" creationId="{5E348FC1-28B0-DF84-76FD-A912801DE455}"/>
          </ac:spMkLst>
        </pc:spChg>
      </pc:sldChg>
      <pc:sldChg chg="modSp mod">
        <pc:chgData name="Alistair Hynes" userId="f176abbf-83e1-4f7b-98da-056364e39698" providerId="ADAL" clId="{F8465C84-3595-49C9-90D0-89CAED7CF2C1}" dt="2025-02-04T02:25:11.731" v="529" actId="207"/>
        <pc:sldMkLst>
          <pc:docMk/>
          <pc:sldMk cId="2959840755" sldId="267"/>
        </pc:sldMkLst>
        <pc:spChg chg="mod">
          <ac:chgData name="Alistair Hynes" userId="f176abbf-83e1-4f7b-98da-056364e39698" providerId="ADAL" clId="{F8465C84-3595-49C9-90D0-89CAED7CF2C1}" dt="2025-02-04T02:25:11.731" v="529" actId="207"/>
          <ac:spMkLst>
            <pc:docMk/>
            <pc:sldMk cId="2959840755" sldId="267"/>
            <ac:spMk id="2" creationId="{13FD123B-9303-9616-B49E-2751333AFE29}"/>
          </ac:spMkLst>
        </pc:spChg>
      </pc:sldChg>
      <pc:sldChg chg="addSp delSp modSp mod ord">
        <pc:chgData name="Alistair Hynes" userId="f176abbf-83e1-4f7b-98da-056364e39698" providerId="ADAL" clId="{F8465C84-3595-49C9-90D0-89CAED7CF2C1}" dt="2025-02-08T18:56:16.490" v="1265" actId="12"/>
        <pc:sldMkLst>
          <pc:docMk/>
          <pc:sldMk cId="4270040319" sldId="273"/>
        </pc:sldMkLst>
        <pc:spChg chg="add mod">
          <ac:chgData name="Alistair Hynes" userId="f176abbf-83e1-4f7b-98da-056364e39698" providerId="ADAL" clId="{F8465C84-3595-49C9-90D0-89CAED7CF2C1}" dt="2025-02-08T18:56:16.490" v="1265" actId="12"/>
          <ac:spMkLst>
            <pc:docMk/>
            <pc:sldMk cId="4270040319" sldId="273"/>
            <ac:spMk id="6" creationId="{8F904E28-BC76-A424-DE8B-5F2D95980A10}"/>
          </ac:spMkLst>
        </pc:spChg>
      </pc:sldChg>
      <pc:sldChg chg="addSp delSp modSp mod setBg addAnim delAnim setClrOvrMap">
        <pc:chgData name="Alistair Hynes" userId="f176abbf-83e1-4f7b-98da-056364e39698" providerId="ADAL" clId="{F8465C84-3595-49C9-90D0-89CAED7CF2C1}" dt="2025-02-11T02:42:52.543" v="1283" actId="20577"/>
        <pc:sldMkLst>
          <pc:docMk/>
          <pc:sldMk cId="1405898492" sldId="278"/>
        </pc:sldMkLst>
        <pc:spChg chg="mod ord">
          <ac:chgData name="Alistair Hynes" userId="f176abbf-83e1-4f7b-98da-056364e39698" providerId="ADAL" clId="{F8465C84-3595-49C9-90D0-89CAED7CF2C1}" dt="2025-02-01T17:24:40.178" v="13" actId="26606"/>
          <ac:spMkLst>
            <pc:docMk/>
            <pc:sldMk cId="1405898492" sldId="278"/>
            <ac:spMk id="3" creationId="{28EFCF2E-03B5-C12D-E4B8-D5977C8A743F}"/>
          </ac:spMkLst>
        </pc:spChg>
        <pc:spChg chg="add mod topLvl">
          <ac:chgData name="Alistair Hynes" userId="f176abbf-83e1-4f7b-98da-056364e39698" providerId="ADAL" clId="{F8465C84-3595-49C9-90D0-89CAED7CF2C1}" dt="2025-02-01T17:46:41.051" v="242" actId="165"/>
          <ac:spMkLst>
            <pc:docMk/>
            <pc:sldMk cId="1405898492" sldId="278"/>
            <ac:spMk id="8" creationId="{7078D4D9-3980-BF4C-F1CA-D83F85871BE4}"/>
          </ac:spMkLst>
        </pc:spChg>
        <pc:spChg chg="add mod topLvl">
          <ac:chgData name="Alistair Hynes" userId="f176abbf-83e1-4f7b-98da-056364e39698" providerId="ADAL" clId="{F8465C84-3595-49C9-90D0-89CAED7CF2C1}" dt="2025-02-01T17:46:41.051" v="242" actId="165"/>
          <ac:spMkLst>
            <pc:docMk/>
            <pc:sldMk cId="1405898492" sldId="278"/>
            <ac:spMk id="9" creationId="{5ED3F61A-665D-CD59-2676-D23CAC13E3A1}"/>
          </ac:spMkLst>
        </pc:spChg>
        <pc:spChg chg="add mod topLvl">
          <ac:chgData name="Alistair Hynes" userId="f176abbf-83e1-4f7b-98da-056364e39698" providerId="ADAL" clId="{F8465C84-3595-49C9-90D0-89CAED7CF2C1}" dt="2025-02-08T18:44:05.959" v="1008" actId="20577"/>
          <ac:spMkLst>
            <pc:docMk/>
            <pc:sldMk cId="1405898492" sldId="278"/>
            <ac:spMk id="13" creationId="{4A0D9594-EEE0-9B4A-8DB9-84677484D427}"/>
          </ac:spMkLst>
        </pc:spChg>
        <pc:spChg chg="add mod topLvl">
          <ac:chgData name="Alistair Hynes" userId="f176abbf-83e1-4f7b-98da-056364e39698" providerId="ADAL" clId="{F8465C84-3595-49C9-90D0-89CAED7CF2C1}" dt="2025-02-11T02:42:52.543" v="1283" actId="20577"/>
          <ac:spMkLst>
            <pc:docMk/>
            <pc:sldMk cId="1405898492" sldId="278"/>
            <ac:spMk id="16" creationId="{63F61842-236A-5A14-A80C-1C1DF51AD99C}"/>
          </ac:spMkLst>
        </pc:spChg>
        <pc:picChg chg="add mod topLvl">
          <ac:chgData name="Alistair Hynes" userId="f176abbf-83e1-4f7b-98da-056364e39698" providerId="ADAL" clId="{F8465C84-3595-49C9-90D0-89CAED7CF2C1}" dt="2025-02-01T17:46:41.051" v="242" actId="165"/>
          <ac:picMkLst>
            <pc:docMk/>
            <pc:sldMk cId="1405898492" sldId="278"/>
            <ac:picMk id="5" creationId="{9DD7DAE8-3592-83D1-1B3A-F2C364E883BB}"/>
          </ac:picMkLst>
        </pc:picChg>
        <pc:picChg chg="add mod topLvl">
          <ac:chgData name="Alistair Hynes" userId="f176abbf-83e1-4f7b-98da-056364e39698" providerId="ADAL" clId="{F8465C84-3595-49C9-90D0-89CAED7CF2C1}" dt="2025-02-01T17:46:41.051" v="242" actId="165"/>
          <ac:picMkLst>
            <pc:docMk/>
            <pc:sldMk cId="1405898492" sldId="278"/>
            <ac:picMk id="7" creationId="{250B291E-694D-96D1-60DE-5918480522C7}"/>
          </ac:picMkLst>
        </pc:picChg>
      </pc:sldChg>
      <pc:sldChg chg="modSp mod">
        <pc:chgData name="Alistair Hynes" userId="f176abbf-83e1-4f7b-98da-056364e39698" providerId="ADAL" clId="{F8465C84-3595-49C9-90D0-89CAED7CF2C1}" dt="2025-02-01T19:14:56.392" v="521" actId="20577"/>
        <pc:sldMkLst>
          <pc:docMk/>
          <pc:sldMk cId="965444940" sldId="279"/>
        </pc:sldMkLst>
      </pc:sldChg>
      <pc:sldChg chg="addSp modSp mod">
        <pc:chgData name="Alistair Hynes" userId="f176abbf-83e1-4f7b-98da-056364e39698" providerId="ADAL" clId="{F8465C84-3595-49C9-90D0-89CAED7CF2C1}" dt="2025-02-08T18:36:34.257" v="924" actId="20577"/>
        <pc:sldMkLst>
          <pc:docMk/>
          <pc:sldMk cId="2566703804" sldId="281"/>
        </pc:sldMkLst>
        <pc:spChg chg="add mod">
          <ac:chgData name="Alistair Hynes" userId="f176abbf-83e1-4f7b-98da-056364e39698" providerId="ADAL" clId="{F8465C84-3595-49C9-90D0-89CAED7CF2C1}" dt="2025-02-08T18:36:34.257" v="924" actId="20577"/>
          <ac:spMkLst>
            <pc:docMk/>
            <pc:sldMk cId="2566703804" sldId="281"/>
            <ac:spMk id="2" creationId="{466EFDF0-C03F-677D-FDE4-09C5FE41B7E3}"/>
          </ac:spMkLst>
        </pc:spChg>
        <pc:spChg chg="add mod">
          <ac:chgData name="Alistair Hynes" userId="f176abbf-83e1-4f7b-98da-056364e39698" providerId="ADAL" clId="{F8465C84-3595-49C9-90D0-89CAED7CF2C1}" dt="2025-02-08T18:36:03.241" v="897" actId="20577"/>
          <ac:spMkLst>
            <pc:docMk/>
            <pc:sldMk cId="2566703804" sldId="281"/>
            <ac:spMk id="4" creationId="{937FACCC-EB19-16C2-FA35-0C89BE63EFF9}"/>
          </ac:spMkLst>
        </pc:spChg>
        <pc:spChg chg="add mod">
          <ac:chgData name="Alistair Hynes" userId="f176abbf-83e1-4f7b-98da-056364e39698" providerId="ADAL" clId="{F8465C84-3595-49C9-90D0-89CAED7CF2C1}" dt="2025-02-08T18:36:24.443" v="916" actId="20577"/>
          <ac:spMkLst>
            <pc:docMk/>
            <pc:sldMk cId="2566703804" sldId="281"/>
            <ac:spMk id="7" creationId="{ED48D42A-AA6D-22A3-B1D9-EE944D2B8BD1}"/>
          </ac:spMkLst>
        </pc:spChg>
        <pc:picChg chg="mod">
          <ac:chgData name="Alistair Hynes" userId="f176abbf-83e1-4f7b-98da-056364e39698" providerId="ADAL" clId="{F8465C84-3595-49C9-90D0-89CAED7CF2C1}" dt="2025-02-01T17:56:53.500" v="388" actId="1076"/>
          <ac:picMkLst>
            <pc:docMk/>
            <pc:sldMk cId="2566703804" sldId="281"/>
            <ac:picMk id="12" creationId="{0F0C253B-5AE7-05F6-6A97-0C9C22ECD34B}"/>
          </ac:picMkLst>
        </pc:picChg>
        <pc:picChg chg="mod">
          <ac:chgData name="Alistair Hynes" userId="f176abbf-83e1-4f7b-98da-056364e39698" providerId="ADAL" clId="{F8465C84-3595-49C9-90D0-89CAED7CF2C1}" dt="2025-02-01T17:57:41.910" v="400" actId="1076"/>
          <ac:picMkLst>
            <pc:docMk/>
            <pc:sldMk cId="2566703804" sldId="281"/>
            <ac:picMk id="13" creationId="{813225AA-C831-564D-4B94-8BE974755CC1}"/>
          </ac:picMkLst>
        </pc:picChg>
        <pc:picChg chg="mod">
          <ac:chgData name="Alistair Hynes" userId="f176abbf-83e1-4f7b-98da-056364e39698" providerId="ADAL" clId="{F8465C84-3595-49C9-90D0-89CAED7CF2C1}" dt="2025-02-01T17:57:47.008" v="401" actId="1076"/>
          <ac:picMkLst>
            <pc:docMk/>
            <pc:sldMk cId="2566703804" sldId="281"/>
            <ac:picMk id="14" creationId="{2A33BD10-957A-AA2E-8D3B-4F724DC1D54D}"/>
          </ac:picMkLst>
        </pc:picChg>
      </pc:sldChg>
      <pc:sldChg chg="addSp modSp mod">
        <pc:chgData name="Alistair Hynes" userId="f176abbf-83e1-4f7b-98da-056364e39698" providerId="ADAL" clId="{F8465C84-3595-49C9-90D0-89CAED7CF2C1}" dt="2025-02-08T18:42:49.535" v="945" actId="20577"/>
        <pc:sldMkLst>
          <pc:docMk/>
          <pc:sldMk cId="599854888" sldId="286"/>
        </pc:sldMkLst>
        <pc:spChg chg="add mod">
          <ac:chgData name="Alistair Hynes" userId="f176abbf-83e1-4f7b-98da-056364e39698" providerId="ADAL" clId="{F8465C84-3595-49C9-90D0-89CAED7CF2C1}" dt="2025-02-08T18:42:49.535" v="945" actId="20577"/>
          <ac:spMkLst>
            <pc:docMk/>
            <pc:sldMk cId="599854888" sldId="286"/>
            <ac:spMk id="2" creationId="{F35C877F-F216-19E5-9F59-91DE8B4587AE}"/>
          </ac:spMkLst>
        </pc:spChg>
        <pc:spChg chg="mod">
          <ac:chgData name="Alistair Hynes" userId="f176abbf-83e1-4f7b-98da-056364e39698" providerId="ADAL" clId="{F8465C84-3595-49C9-90D0-89CAED7CF2C1}" dt="2025-02-04T02:59:47.423" v="853" actId="1076"/>
          <ac:spMkLst>
            <pc:docMk/>
            <pc:sldMk cId="599854888" sldId="286"/>
            <ac:spMk id="3" creationId="{8701BE53-AD31-E376-21AF-5938FC33E1A3}"/>
          </ac:spMkLst>
        </pc:spChg>
        <pc:spChg chg="add mod">
          <ac:chgData name="Alistair Hynes" userId="f176abbf-83e1-4f7b-98da-056364e39698" providerId="ADAL" clId="{F8465C84-3595-49C9-90D0-89CAED7CF2C1}" dt="2025-02-08T18:42:16.483" v="943"/>
          <ac:spMkLst>
            <pc:docMk/>
            <pc:sldMk cId="599854888" sldId="286"/>
            <ac:spMk id="4" creationId="{86C3C0F8-E8C1-12A2-FA97-4EE3FC31C4A5}"/>
          </ac:spMkLst>
        </pc:spChg>
        <pc:spChg chg="mod">
          <ac:chgData name="Alistair Hynes" userId="f176abbf-83e1-4f7b-98da-056364e39698" providerId="ADAL" clId="{F8465C84-3595-49C9-90D0-89CAED7CF2C1}" dt="2025-02-04T03:00:07.714" v="856" actId="164"/>
          <ac:spMkLst>
            <pc:docMk/>
            <pc:sldMk cId="599854888" sldId="286"/>
            <ac:spMk id="5" creationId="{39F68F7F-1640-8F5C-4B0F-2AD29975F0B4}"/>
          </ac:spMkLst>
        </pc:spChg>
        <pc:spChg chg="mod">
          <ac:chgData name="Alistair Hynes" userId="f176abbf-83e1-4f7b-98da-056364e39698" providerId="ADAL" clId="{F8465C84-3595-49C9-90D0-89CAED7CF2C1}" dt="2025-02-04T03:00:07.714" v="856" actId="164"/>
          <ac:spMkLst>
            <pc:docMk/>
            <pc:sldMk cId="599854888" sldId="286"/>
            <ac:spMk id="6" creationId="{C50E7073-84AA-EF2C-56B8-7E0A0E8A6E02}"/>
          </ac:spMkLst>
        </pc:spChg>
        <pc:grpChg chg="add mod">
          <ac:chgData name="Alistair Hynes" userId="f176abbf-83e1-4f7b-98da-056364e39698" providerId="ADAL" clId="{F8465C84-3595-49C9-90D0-89CAED7CF2C1}" dt="2025-02-04T03:00:18.337" v="857" actId="12788"/>
          <ac:grpSpMkLst>
            <pc:docMk/>
            <pc:sldMk cId="599854888" sldId="286"/>
            <ac:grpSpMk id="8" creationId="{CDB48A0E-E04B-EAA8-A853-C0954429473C}"/>
          </ac:grpSpMkLst>
        </pc:grpChg>
        <pc:picChg chg="mod">
          <ac:chgData name="Alistair Hynes" userId="f176abbf-83e1-4f7b-98da-056364e39698" providerId="ADAL" clId="{F8465C84-3595-49C9-90D0-89CAED7CF2C1}" dt="2025-02-04T03:00:07.714" v="856" actId="164"/>
          <ac:picMkLst>
            <pc:docMk/>
            <pc:sldMk cId="599854888" sldId="286"/>
            <ac:picMk id="7" creationId="{DC2B3F72-7F8E-4675-9302-E10970D53944}"/>
          </ac:picMkLst>
        </pc:picChg>
        <pc:picChg chg="mod">
          <ac:chgData name="Alistair Hynes" userId="f176abbf-83e1-4f7b-98da-056364e39698" providerId="ADAL" clId="{F8465C84-3595-49C9-90D0-89CAED7CF2C1}" dt="2025-02-04T03:00:07.714" v="856" actId="164"/>
          <ac:picMkLst>
            <pc:docMk/>
            <pc:sldMk cId="599854888" sldId="286"/>
            <ac:picMk id="9" creationId="{253508B5-C105-72F6-612B-6A05160F1426}"/>
          </ac:picMkLst>
        </pc:picChg>
      </pc:sldChg>
      <pc:sldChg chg="modSp mod">
        <pc:chgData name="Alistair Hynes" userId="f176abbf-83e1-4f7b-98da-056364e39698" providerId="ADAL" clId="{F8465C84-3595-49C9-90D0-89CAED7CF2C1}" dt="2025-02-11T02:43:31.140" v="1284" actId="14100"/>
        <pc:sldMkLst>
          <pc:docMk/>
          <pc:sldMk cId="3351023100" sldId="287"/>
        </pc:sldMkLst>
        <pc:spChg chg="mod">
          <ac:chgData name="Alistair Hynes" userId="f176abbf-83e1-4f7b-98da-056364e39698" providerId="ADAL" clId="{F8465C84-3595-49C9-90D0-89CAED7CF2C1}" dt="2025-02-11T02:43:31.140" v="1284" actId="14100"/>
          <ac:spMkLst>
            <pc:docMk/>
            <pc:sldMk cId="3351023100" sldId="287"/>
            <ac:spMk id="3" creationId="{0161EF96-34C1-EAB8-F782-494BF3336849}"/>
          </ac:spMkLst>
        </pc:spChg>
      </pc:sldChg>
      <pc:sldChg chg="addSp delSp modSp mod modClrScheme chgLayout">
        <pc:chgData name="Alistair Hynes" userId="f176abbf-83e1-4f7b-98da-056364e39698" providerId="ADAL" clId="{F8465C84-3595-49C9-90D0-89CAED7CF2C1}" dt="2025-02-11T03:21:17.178" v="1402" actId="20577"/>
        <pc:sldMkLst>
          <pc:docMk/>
          <pc:sldMk cId="2489196310" sldId="288"/>
        </pc:sldMkLst>
        <pc:spChg chg="mod">
          <ac:chgData name="Alistair Hynes" userId="f176abbf-83e1-4f7b-98da-056364e39698" providerId="ADAL" clId="{F8465C84-3595-49C9-90D0-89CAED7CF2C1}" dt="2025-02-11T02:58:56.511" v="1289" actId="26606"/>
          <ac:spMkLst>
            <pc:docMk/>
            <pc:sldMk cId="2489196310" sldId="288"/>
            <ac:spMk id="3" creationId="{244CCFB6-51E6-ED07-681F-FC3A997D9F28}"/>
          </ac:spMkLst>
        </pc:spChg>
        <pc:spChg chg="add del">
          <ac:chgData name="Alistair Hynes" userId="f176abbf-83e1-4f7b-98da-056364e39698" providerId="ADAL" clId="{F8465C84-3595-49C9-90D0-89CAED7CF2C1}" dt="2025-02-11T02:58:56.511" v="1289" actId="26606"/>
          <ac:spMkLst>
            <pc:docMk/>
            <pc:sldMk cId="2489196310" sldId="288"/>
            <ac:spMk id="4" creationId="{B184B777-6784-D933-ED65-A07CFA035DA8}"/>
          </ac:spMkLst>
        </pc:spChg>
        <pc:spChg chg="mod">
          <ac:chgData name="Alistair Hynes" userId="f176abbf-83e1-4f7b-98da-056364e39698" providerId="ADAL" clId="{F8465C84-3595-49C9-90D0-89CAED7CF2C1}" dt="2025-02-11T03:21:17.178" v="1402" actId="20577"/>
          <ac:spMkLst>
            <pc:docMk/>
            <pc:sldMk cId="2489196310" sldId="288"/>
            <ac:spMk id="9" creationId="{A1B080F6-2BAB-03BA-2AD8-5E689B93112F}"/>
          </ac:spMkLst>
        </pc:spChg>
      </pc:sldChg>
      <pc:sldChg chg="modSp mod">
        <pc:chgData name="Alistair Hynes" userId="f176abbf-83e1-4f7b-98da-056364e39698" providerId="ADAL" clId="{F8465C84-3595-49C9-90D0-89CAED7CF2C1}" dt="2025-02-11T03:23:02.925" v="1404" actId="14100"/>
        <pc:sldMkLst>
          <pc:docMk/>
          <pc:sldMk cId="3501412197" sldId="290"/>
        </pc:sldMkLst>
        <pc:spChg chg="mod">
          <ac:chgData name="Alistair Hynes" userId="f176abbf-83e1-4f7b-98da-056364e39698" providerId="ADAL" clId="{F8465C84-3595-49C9-90D0-89CAED7CF2C1}" dt="2025-02-11T03:23:02.925" v="1404" actId="14100"/>
          <ac:spMkLst>
            <pc:docMk/>
            <pc:sldMk cId="3501412197" sldId="290"/>
            <ac:spMk id="3" creationId="{E6281A5B-23F1-803C-1715-C7F9FC9E82D2}"/>
          </ac:spMkLst>
        </pc:spChg>
      </pc:sldChg>
    </pc:docChg>
  </pc:docChgLst>
  <pc:docChgLst>
    <pc:chgData name="Spencer Alexander Biernat" userId="S::sbiernat@calpoly.edu::361c9d57-45c8-45d0-ac1b-c8572af32425" providerId="AD" clId="Web-{35B8CE3C-B002-081E-C81F-8B2B084B3ACF}"/>
    <pc:docChg chg="modSld">
      <pc:chgData name="Spencer Alexander Biernat" userId="S::sbiernat@calpoly.edu::361c9d57-45c8-45d0-ac1b-c8572af32425" providerId="AD" clId="Web-{35B8CE3C-B002-081E-C81F-8B2B084B3ACF}" dt="2025-02-15T16:33:47.997" v="0"/>
      <pc:docMkLst>
        <pc:docMk/>
      </pc:docMkLst>
      <pc:sldChg chg="delSp">
        <pc:chgData name="Spencer Alexander Biernat" userId="S::sbiernat@calpoly.edu::361c9d57-45c8-45d0-ac1b-c8572af32425" providerId="AD" clId="Web-{35B8CE3C-B002-081E-C81F-8B2B084B3ACF}" dt="2025-02-15T16:33:47.997" v="0"/>
        <pc:sldMkLst>
          <pc:docMk/>
          <pc:sldMk cId="2317387512" sldId="285"/>
        </pc:sldMkLst>
        <pc:picChg chg="del">
          <ac:chgData name="Spencer Alexander Biernat" userId="S::sbiernat@calpoly.edu::361c9d57-45c8-45d0-ac1b-c8572af32425" providerId="AD" clId="Web-{35B8CE3C-B002-081E-C81F-8B2B084B3ACF}" dt="2025-02-15T16:33:47.997" v="0"/>
          <ac:picMkLst>
            <pc:docMk/>
            <pc:sldMk cId="2317387512" sldId="285"/>
            <ac:picMk id="7" creationId="{AA14ED98-587E-7B8D-14AF-72CAC7B792CA}"/>
          </ac:picMkLst>
        </pc:picChg>
      </pc:sldChg>
    </pc:docChg>
  </pc:docChgLst>
  <pc:docChgLst>
    <pc:chgData name="Alistair Hynes" userId="S::ahynes@calpoly.edu::f176abbf-83e1-4f7b-98da-056364e39698" providerId="AD" clId="Web-{9A36A0FB-0B59-7617-C79F-76C709E27B1E}"/>
    <pc:docChg chg="addSld delSld modSld">
      <pc:chgData name="Alistair Hynes" userId="S::ahynes@calpoly.edu::f176abbf-83e1-4f7b-98da-056364e39698" providerId="AD" clId="Web-{9A36A0FB-0B59-7617-C79F-76C709E27B1E}" dt="2025-01-30T04:27:22.243" v="402" actId="14100"/>
      <pc:docMkLst>
        <pc:docMk/>
      </pc:docMkLst>
      <pc:sldChg chg="delSp modSp">
        <pc:chgData name="Alistair Hynes" userId="S::ahynes@calpoly.edu::f176abbf-83e1-4f7b-98da-056364e39698" providerId="AD" clId="Web-{9A36A0FB-0B59-7617-C79F-76C709E27B1E}" dt="2025-01-30T03:44:46.150" v="94" actId="20577"/>
        <pc:sldMkLst>
          <pc:docMk/>
          <pc:sldMk cId="4270040319" sldId="273"/>
        </pc:sldMkLst>
        <pc:spChg chg="mod">
          <ac:chgData name="Alistair Hynes" userId="S::ahynes@calpoly.edu::f176abbf-83e1-4f7b-98da-056364e39698" providerId="AD" clId="Web-{9A36A0FB-0B59-7617-C79F-76C709E27B1E}" dt="2025-01-30T03:44:46.150" v="94" actId="20577"/>
          <ac:spMkLst>
            <pc:docMk/>
            <pc:sldMk cId="4270040319" sldId="273"/>
            <ac:spMk id="3" creationId="{31090543-6DD7-F5D5-6E52-86AB1A704687}"/>
          </ac:spMkLst>
        </pc:spChg>
      </pc:sldChg>
      <pc:sldChg chg="delSp modSp add replId">
        <pc:chgData name="Alistair Hynes" userId="S::ahynes@calpoly.edu::f176abbf-83e1-4f7b-98da-056364e39698" providerId="AD" clId="Web-{9A36A0FB-0B59-7617-C79F-76C709E27B1E}" dt="2025-01-30T04:27:22.243" v="402" actId="14100"/>
        <pc:sldMkLst>
          <pc:docMk/>
          <pc:sldMk cId="1405898492" sldId="278"/>
        </pc:sldMkLst>
        <pc:spChg chg="mod">
          <ac:chgData name="Alistair Hynes" userId="S::ahynes@calpoly.edu::f176abbf-83e1-4f7b-98da-056364e39698" providerId="AD" clId="Web-{9A36A0FB-0B59-7617-C79F-76C709E27B1E}" dt="2025-01-30T04:26:26.348" v="391" actId="20577"/>
          <ac:spMkLst>
            <pc:docMk/>
            <pc:sldMk cId="1405898492" sldId="278"/>
            <ac:spMk id="3" creationId="{28EFCF2E-03B5-C12D-E4B8-D5977C8A743F}"/>
          </ac:spMkLst>
        </pc:spChg>
      </pc:sldChg>
      <pc:sldChg chg="addSp delSp modSp add replId">
        <pc:chgData name="Alistair Hynes" userId="S::ahynes@calpoly.edu::f176abbf-83e1-4f7b-98da-056364e39698" providerId="AD" clId="Web-{9A36A0FB-0B59-7617-C79F-76C709E27B1E}" dt="2025-01-30T04:24:41.998" v="390" actId="1076"/>
        <pc:sldMkLst>
          <pc:docMk/>
          <pc:sldMk cId="2566703804" sldId="281"/>
        </pc:sldMkLst>
        <pc:spChg chg="mod">
          <ac:chgData name="Alistair Hynes" userId="S::ahynes@calpoly.edu::f176abbf-83e1-4f7b-98da-056364e39698" providerId="AD" clId="Web-{9A36A0FB-0B59-7617-C79F-76C709E27B1E}" dt="2025-01-30T03:46:49.049" v="161" actId="14100"/>
          <ac:spMkLst>
            <pc:docMk/>
            <pc:sldMk cId="2566703804" sldId="281"/>
            <ac:spMk id="3" creationId="{12E1E8D1-9DB6-4AE6-75D5-A179F6877F1F}"/>
          </ac:spMkLst>
        </pc:spChg>
        <pc:spChg chg="add mod">
          <ac:chgData name="Alistair Hynes" userId="S::ahynes@calpoly.edu::f176abbf-83e1-4f7b-98da-056364e39698" providerId="AD" clId="Web-{9A36A0FB-0B59-7617-C79F-76C709E27B1E}" dt="2025-01-30T03:54:41.644" v="270" actId="1076"/>
          <ac:spMkLst>
            <pc:docMk/>
            <pc:sldMk cId="2566703804" sldId="281"/>
            <ac:spMk id="5" creationId="{82AE626D-5227-C2FD-3FC8-628AC77257E0}"/>
          </ac:spMkLst>
        </pc:spChg>
        <pc:spChg chg="add mod">
          <ac:chgData name="Alistair Hynes" userId="S::ahynes@calpoly.edu::f176abbf-83e1-4f7b-98da-056364e39698" providerId="AD" clId="Web-{9A36A0FB-0B59-7617-C79F-76C709E27B1E}" dt="2025-01-30T03:54:41.644" v="269" actId="1076"/>
          <ac:spMkLst>
            <pc:docMk/>
            <pc:sldMk cId="2566703804" sldId="281"/>
            <ac:spMk id="6" creationId="{EBD7DE8B-B35E-C960-AF4D-5E56C68906E1}"/>
          </ac:spMkLst>
        </pc:spChg>
        <pc:spChg chg="add mod">
          <ac:chgData name="Alistair Hynes" userId="S::ahynes@calpoly.edu::f176abbf-83e1-4f7b-98da-056364e39698" providerId="AD" clId="Web-{9A36A0FB-0B59-7617-C79F-76C709E27B1E}" dt="2025-01-30T03:54:41.644" v="268" actId="1076"/>
          <ac:spMkLst>
            <pc:docMk/>
            <pc:sldMk cId="2566703804" sldId="281"/>
            <ac:spMk id="8" creationId="{3D1D0937-520C-85CD-6459-64E7EB4C0DC6}"/>
          </ac:spMkLst>
        </pc:spChg>
        <pc:picChg chg="add mod">
          <ac:chgData name="Alistair Hynes" userId="S::ahynes@calpoly.edu::f176abbf-83e1-4f7b-98da-056364e39698" providerId="AD" clId="Web-{9A36A0FB-0B59-7617-C79F-76C709E27B1E}" dt="2025-01-30T04:19:58.775" v="378" actId="1076"/>
          <ac:picMkLst>
            <pc:docMk/>
            <pc:sldMk cId="2566703804" sldId="281"/>
            <ac:picMk id="12" creationId="{0F0C253B-5AE7-05F6-6A97-0C9C22ECD34B}"/>
          </ac:picMkLst>
        </pc:picChg>
        <pc:picChg chg="add mod">
          <ac:chgData name="Alistair Hynes" userId="S::ahynes@calpoly.edu::f176abbf-83e1-4f7b-98da-056364e39698" providerId="AD" clId="Web-{9A36A0FB-0B59-7617-C79F-76C709E27B1E}" dt="2025-01-30T04:22:27.723" v="384" actId="1076"/>
          <ac:picMkLst>
            <pc:docMk/>
            <pc:sldMk cId="2566703804" sldId="281"/>
            <ac:picMk id="13" creationId="{813225AA-C831-564D-4B94-8BE974755CC1}"/>
          </ac:picMkLst>
        </pc:picChg>
        <pc:picChg chg="add mod">
          <ac:chgData name="Alistair Hynes" userId="S::ahynes@calpoly.edu::f176abbf-83e1-4f7b-98da-056364e39698" providerId="AD" clId="Web-{9A36A0FB-0B59-7617-C79F-76C709E27B1E}" dt="2025-01-30T04:24:41.998" v="390" actId="1076"/>
          <ac:picMkLst>
            <pc:docMk/>
            <pc:sldMk cId="2566703804" sldId="281"/>
            <ac:picMk id="14" creationId="{2A33BD10-957A-AA2E-8D3B-4F724DC1D54D}"/>
          </ac:picMkLst>
        </pc:picChg>
      </pc:sldChg>
      <pc:sldChg chg="add del replId">
        <pc:chgData name="Alistair Hynes" userId="S::ahynes@calpoly.edu::f176abbf-83e1-4f7b-98da-056364e39698" providerId="AD" clId="Web-{9A36A0FB-0B59-7617-C79F-76C709E27B1E}" dt="2025-01-30T04:02:04.859" v="340"/>
        <pc:sldMkLst>
          <pc:docMk/>
          <pc:sldMk cId="2733120016" sldId="282"/>
        </pc:sldMkLst>
      </pc:sldChg>
      <pc:sldChg chg="add del replId">
        <pc:chgData name="Alistair Hynes" userId="S::ahynes@calpoly.edu::f176abbf-83e1-4f7b-98da-056364e39698" providerId="AD" clId="Web-{9A36A0FB-0B59-7617-C79F-76C709E27B1E}" dt="2025-01-30T04:02:04.859" v="341"/>
        <pc:sldMkLst>
          <pc:docMk/>
          <pc:sldMk cId="994546078" sldId="283"/>
        </pc:sldMkLst>
      </pc:sldChg>
      <pc:sldChg chg="add del replId">
        <pc:chgData name="Alistair Hynes" userId="S::ahynes@calpoly.edu::f176abbf-83e1-4f7b-98da-056364e39698" providerId="AD" clId="Web-{9A36A0FB-0B59-7617-C79F-76C709E27B1E}" dt="2025-01-30T04:02:04.859" v="342"/>
        <pc:sldMkLst>
          <pc:docMk/>
          <pc:sldMk cId="1077193177" sldId="284"/>
        </pc:sldMkLst>
      </pc:sldChg>
      <pc:sldChg chg="delSp modSp add replId">
        <pc:chgData name="Alistair Hynes" userId="S::ahynes@calpoly.edu::f176abbf-83e1-4f7b-98da-056364e39698" providerId="AD" clId="Web-{9A36A0FB-0B59-7617-C79F-76C709E27B1E}" dt="2025-01-30T04:01:52.906" v="339" actId="20577"/>
        <pc:sldMkLst>
          <pc:docMk/>
          <pc:sldMk cId="2317387512" sldId="285"/>
        </pc:sldMkLst>
        <pc:spChg chg="mod">
          <ac:chgData name="Alistair Hynes" userId="S::ahynes@calpoly.edu::f176abbf-83e1-4f7b-98da-056364e39698" providerId="AD" clId="Web-{9A36A0FB-0B59-7617-C79F-76C709E27B1E}" dt="2025-01-30T04:01:52.906" v="339" actId="20577"/>
          <ac:spMkLst>
            <pc:docMk/>
            <pc:sldMk cId="2317387512" sldId="285"/>
            <ac:spMk id="3" creationId="{A58FBE45-B70A-62DF-7FE5-A579F6C4958D}"/>
          </ac:spMkLst>
        </pc:spChg>
      </pc:sldChg>
      <pc:sldChg chg="addSp delSp modSp add replId">
        <pc:chgData name="Alistair Hynes" userId="S::ahynes@calpoly.edu::f176abbf-83e1-4f7b-98da-056364e39698" providerId="AD" clId="Web-{9A36A0FB-0B59-7617-C79F-76C709E27B1E}" dt="2025-01-30T04:18:17.159" v="375"/>
        <pc:sldMkLst>
          <pc:docMk/>
          <pc:sldMk cId="599854888" sldId="286"/>
        </pc:sldMkLst>
        <pc:spChg chg="mod">
          <ac:chgData name="Alistair Hynes" userId="S::ahynes@calpoly.edu::f176abbf-83e1-4f7b-98da-056364e39698" providerId="AD" clId="Web-{9A36A0FB-0B59-7617-C79F-76C709E27B1E}" dt="2025-01-30T03:55:47.804" v="304" actId="14100"/>
          <ac:spMkLst>
            <pc:docMk/>
            <pc:sldMk cId="599854888" sldId="286"/>
            <ac:spMk id="3" creationId="{8701BE53-AD31-E376-21AF-5938FC33E1A3}"/>
          </ac:spMkLst>
        </pc:spChg>
        <pc:spChg chg="mod topLvl">
          <ac:chgData name="Alistair Hynes" userId="S::ahynes@calpoly.edu::f176abbf-83e1-4f7b-98da-056364e39698" providerId="AD" clId="Web-{9A36A0FB-0B59-7617-C79F-76C709E27B1E}" dt="2025-01-30T04:03:25.583" v="350" actId="1076"/>
          <ac:spMkLst>
            <pc:docMk/>
            <pc:sldMk cId="599854888" sldId="286"/>
            <ac:spMk id="5" creationId="{39F68F7F-1640-8F5C-4B0F-2AD29975F0B4}"/>
          </ac:spMkLst>
        </pc:spChg>
        <pc:spChg chg="mod topLvl">
          <ac:chgData name="Alistair Hynes" userId="S::ahynes@calpoly.edu::f176abbf-83e1-4f7b-98da-056364e39698" providerId="AD" clId="Web-{9A36A0FB-0B59-7617-C79F-76C709E27B1E}" dt="2025-01-30T04:03:37.490" v="351" actId="1076"/>
          <ac:spMkLst>
            <pc:docMk/>
            <pc:sldMk cId="599854888" sldId="286"/>
            <ac:spMk id="6" creationId="{C50E7073-84AA-EF2C-56B8-7E0A0E8A6E02}"/>
          </ac:spMkLst>
        </pc:spChg>
        <pc:picChg chg="add mod modCrop">
          <ac:chgData name="Alistair Hynes" userId="S::ahynes@calpoly.edu::f176abbf-83e1-4f7b-98da-056364e39698" providerId="AD" clId="Web-{9A36A0FB-0B59-7617-C79F-76C709E27B1E}" dt="2025-01-30T04:08:33.884" v="367" actId="1076"/>
          <ac:picMkLst>
            <pc:docMk/>
            <pc:sldMk cId="599854888" sldId="286"/>
            <ac:picMk id="7" creationId="{DC2B3F72-7F8E-4675-9302-E10970D53944}"/>
          </ac:picMkLst>
        </pc:picChg>
        <pc:picChg chg="add mod">
          <ac:chgData name="Alistair Hynes" userId="S::ahynes@calpoly.edu::f176abbf-83e1-4f7b-98da-056364e39698" providerId="AD" clId="Web-{9A36A0FB-0B59-7617-C79F-76C709E27B1E}" dt="2025-01-30T04:08:24.133" v="364" actId="1076"/>
          <ac:picMkLst>
            <pc:docMk/>
            <pc:sldMk cId="599854888" sldId="286"/>
            <ac:picMk id="9" creationId="{253508B5-C105-72F6-612B-6A05160F1426}"/>
          </ac:picMkLst>
        </pc:picChg>
      </pc:sldChg>
    </pc:docChg>
  </pc:docChgLst>
  <pc:docChgLst>
    <pc:chgData name="Shiva Srinivas Pulmamidi" userId="S::spulmami@calpoly.edu::e7ab9942-b347-4ade-87f4-7dceecdf3cc0" providerId="AD" clId="Web-{0CCF7D2C-6A57-A5C3-FE26-972FD668543A}"/>
    <pc:docChg chg="addSld modSld">
      <pc:chgData name="Shiva Srinivas Pulmamidi" userId="S::spulmami@calpoly.edu::e7ab9942-b347-4ade-87f4-7dceecdf3cc0" providerId="AD" clId="Web-{0CCF7D2C-6A57-A5C3-FE26-972FD668543A}" dt="2025-02-15T03:34:08.193" v="1334"/>
      <pc:docMkLst>
        <pc:docMk/>
      </pc:docMkLst>
      <pc:sldChg chg="modNotes">
        <pc:chgData name="Shiva Srinivas Pulmamidi" userId="S::spulmami@calpoly.edu::e7ab9942-b347-4ade-87f4-7dceecdf3cc0" providerId="AD" clId="Web-{0CCF7D2C-6A57-A5C3-FE26-972FD668543A}" dt="2025-02-15T03:34:08.193" v="1334"/>
        <pc:sldMkLst>
          <pc:docMk/>
          <pc:sldMk cId="2108226090" sldId="257"/>
        </pc:sldMkLst>
      </pc:sldChg>
      <pc:sldChg chg="modNotes">
        <pc:chgData name="Shiva Srinivas Pulmamidi" userId="S::spulmami@calpoly.edu::e7ab9942-b347-4ade-87f4-7dceecdf3cc0" providerId="AD" clId="Web-{0CCF7D2C-6A57-A5C3-FE26-972FD668543A}" dt="2025-02-15T03:29:01.525" v="1138"/>
        <pc:sldMkLst>
          <pc:docMk/>
          <pc:sldMk cId="2005174313" sldId="261"/>
        </pc:sldMkLst>
      </pc:sldChg>
      <pc:sldChg chg="modNotes">
        <pc:chgData name="Shiva Srinivas Pulmamidi" userId="S::spulmami@calpoly.edu::e7ab9942-b347-4ade-87f4-7dceecdf3cc0" providerId="AD" clId="Web-{0CCF7D2C-6A57-A5C3-FE26-972FD668543A}" dt="2025-02-15T03:29:06.760" v="1153"/>
        <pc:sldMkLst>
          <pc:docMk/>
          <pc:sldMk cId="199057560" sldId="262"/>
        </pc:sldMkLst>
      </pc:sldChg>
      <pc:sldChg chg="modNotes">
        <pc:chgData name="Shiva Srinivas Pulmamidi" userId="S::spulmami@calpoly.edu::e7ab9942-b347-4ade-87f4-7dceecdf3cc0" providerId="AD" clId="Web-{0CCF7D2C-6A57-A5C3-FE26-972FD668543A}" dt="2025-02-15T03:29:25.042" v="1182"/>
        <pc:sldMkLst>
          <pc:docMk/>
          <pc:sldMk cId="2457280371" sldId="263"/>
        </pc:sldMkLst>
      </pc:sldChg>
      <pc:sldChg chg="modNotes">
        <pc:chgData name="Shiva Srinivas Pulmamidi" userId="S::spulmami@calpoly.edu::e7ab9942-b347-4ade-87f4-7dceecdf3cc0" providerId="AD" clId="Web-{0CCF7D2C-6A57-A5C3-FE26-972FD668543A}" dt="2025-02-15T03:29:20.604" v="1179"/>
        <pc:sldMkLst>
          <pc:docMk/>
          <pc:sldMk cId="1570139971" sldId="264"/>
        </pc:sldMkLst>
      </pc:sldChg>
      <pc:sldChg chg="modNotes">
        <pc:chgData name="Shiva Srinivas Pulmamidi" userId="S::spulmami@calpoly.edu::e7ab9942-b347-4ade-87f4-7dceecdf3cc0" providerId="AD" clId="Web-{0CCF7D2C-6A57-A5C3-FE26-972FD668543A}" dt="2025-02-15T03:29:32.152" v="1185"/>
        <pc:sldMkLst>
          <pc:docMk/>
          <pc:sldMk cId="314042997" sldId="265"/>
        </pc:sldMkLst>
      </pc:sldChg>
      <pc:sldChg chg="modNotes">
        <pc:chgData name="Shiva Srinivas Pulmamidi" userId="S::spulmami@calpoly.edu::e7ab9942-b347-4ade-87f4-7dceecdf3cc0" providerId="AD" clId="Web-{0CCF7D2C-6A57-A5C3-FE26-972FD668543A}" dt="2025-02-15T03:31:08.389" v="1260"/>
        <pc:sldMkLst>
          <pc:docMk/>
          <pc:sldMk cId="4041658300" sldId="266"/>
        </pc:sldMkLst>
      </pc:sldChg>
      <pc:sldChg chg="modNotes">
        <pc:chgData name="Shiva Srinivas Pulmamidi" userId="S::spulmami@calpoly.edu::e7ab9942-b347-4ade-87f4-7dceecdf3cc0" providerId="AD" clId="Web-{0CCF7D2C-6A57-A5C3-FE26-972FD668543A}" dt="2025-02-15T03:32:07.954" v="1285"/>
        <pc:sldMkLst>
          <pc:docMk/>
          <pc:sldMk cId="3037852814" sldId="276"/>
        </pc:sldMkLst>
      </pc:sldChg>
      <pc:sldChg chg="modSp modNotes">
        <pc:chgData name="Shiva Srinivas Pulmamidi" userId="S::spulmami@calpoly.edu::e7ab9942-b347-4ade-87f4-7dceecdf3cc0" providerId="AD" clId="Web-{0CCF7D2C-6A57-A5C3-FE26-972FD668543A}" dt="2025-02-15T03:32:35.174" v="1311"/>
        <pc:sldMkLst>
          <pc:docMk/>
          <pc:sldMk cId="715362508" sldId="277"/>
        </pc:sldMkLst>
        <pc:graphicFrameChg chg="mod modGraphic">
          <ac:chgData name="Shiva Srinivas Pulmamidi" userId="S::spulmami@calpoly.edu::e7ab9942-b347-4ade-87f4-7dceecdf3cc0" providerId="AD" clId="Web-{0CCF7D2C-6A57-A5C3-FE26-972FD668543A}" dt="2025-02-15T03:21:10.301" v="1128"/>
          <ac:graphicFrameMkLst>
            <pc:docMk/>
            <pc:sldMk cId="715362508" sldId="277"/>
            <ac:graphicFrameMk id="6" creationId="{B5648EEE-744D-DA40-4092-702662270C22}"/>
          </ac:graphicFrameMkLst>
        </pc:graphicFrameChg>
      </pc:sldChg>
      <pc:sldChg chg="modNotes">
        <pc:chgData name="Shiva Srinivas Pulmamidi" userId="S::spulmami@calpoly.edu::e7ab9942-b347-4ade-87f4-7dceecdf3cc0" providerId="AD" clId="Web-{0CCF7D2C-6A57-A5C3-FE26-972FD668543A}" dt="2025-02-15T03:30:44.873" v="1226"/>
        <pc:sldMkLst>
          <pc:docMk/>
          <pc:sldMk cId="1405898492" sldId="278"/>
        </pc:sldMkLst>
      </pc:sldChg>
      <pc:sldChg chg="modNotes">
        <pc:chgData name="Shiva Srinivas Pulmamidi" userId="S::spulmami@calpoly.edu::e7ab9942-b347-4ade-87f4-7dceecdf3cc0" providerId="AD" clId="Web-{0CCF7D2C-6A57-A5C3-FE26-972FD668543A}" dt="2025-02-15T03:30:46.107" v="1234"/>
        <pc:sldMkLst>
          <pc:docMk/>
          <pc:sldMk cId="2566703804" sldId="281"/>
        </pc:sldMkLst>
      </pc:sldChg>
      <pc:sldChg chg="modNotes">
        <pc:chgData name="Shiva Srinivas Pulmamidi" userId="S::spulmami@calpoly.edu::e7ab9942-b347-4ade-87f4-7dceecdf3cc0" providerId="AD" clId="Web-{0CCF7D2C-6A57-A5C3-FE26-972FD668543A}" dt="2025-02-15T03:30:52.436" v="1242"/>
        <pc:sldMkLst>
          <pc:docMk/>
          <pc:sldMk cId="599854888" sldId="286"/>
        </pc:sldMkLst>
      </pc:sldChg>
      <pc:sldChg chg="modNotes">
        <pc:chgData name="Shiva Srinivas Pulmamidi" userId="S::spulmami@calpoly.edu::e7ab9942-b347-4ade-87f4-7dceecdf3cc0" providerId="AD" clId="Web-{0CCF7D2C-6A57-A5C3-FE26-972FD668543A}" dt="2025-02-15T03:29:09.276" v="1160"/>
        <pc:sldMkLst>
          <pc:docMk/>
          <pc:sldMk cId="2489196310" sldId="288"/>
        </pc:sldMkLst>
      </pc:sldChg>
      <pc:sldChg chg="modSp modNotes">
        <pc:chgData name="Shiva Srinivas Pulmamidi" userId="S::spulmami@calpoly.edu::e7ab9942-b347-4ade-87f4-7dceecdf3cc0" providerId="AD" clId="Web-{0CCF7D2C-6A57-A5C3-FE26-972FD668543A}" dt="2025-02-15T03:31:11.296" v="1264"/>
        <pc:sldMkLst>
          <pc:docMk/>
          <pc:sldMk cId="2626732036" sldId="289"/>
        </pc:sldMkLst>
        <pc:spChg chg="mod">
          <ac:chgData name="Shiva Srinivas Pulmamidi" userId="S::spulmami@calpoly.edu::e7ab9942-b347-4ade-87f4-7dceecdf3cc0" providerId="AD" clId="Web-{0CCF7D2C-6A57-A5C3-FE26-972FD668543A}" dt="2025-02-15T03:21:44.349" v="1130" actId="20577"/>
          <ac:spMkLst>
            <pc:docMk/>
            <pc:sldMk cId="2626732036" sldId="289"/>
            <ac:spMk id="9" creationId="{58950C55-5E05-7D69-3833-A8E23738B6B5}"/>
          </ac:spMkLst>
        </pc:spChg>
      </pc:sldChg>
      <pc:sldChg chg="modNotes">
        <pc:chgData name="Shiva Srinivas Pulmamidi" userId="S::spulmami@calpoly.edu::e7ab9942-b347-4ade-87f4-7dceecdf3cc0" providerId="AD" clId="Web-{0CCF7D2C-6A57-A5C3-FE26-972FD668543A}" dt="2025-02-15T03:30:14.512" v="1197"/>
        <pc:sldMkLst>
          <pc:docMk/>
          <pc:sldMk cId="581999569" sldId="291"/>
        </pc:sldMkLst>
      </pc:sldChg>
      <pc:sldChg chg="modNotes">
        <pc:chgData name="Shiva Srinivas Pulmamidi" userId="S::spulmami@calpoly.edu::e7ab9942-b347-4ade-87f4-7dceecdf3cc0" providerId="AD" clId="Web-{0CCF7D2C-6A57-A5C3-FE26-972FD668543A}" dt="2025-02-15T03:31:35.578" v="1270"/>
        <pc:sldMkLst>
          <pc:docMk/>
          <pc:sldMk cId="3551441810" sldId="292"/>
        </pc:sldMkLst>
      </pc:sldChg>
      <pc:sldChg chg="modNotes">
        <pc:chgData name="Shiva Srinivas Pulmamidi" userId="S::spulmami@calpoly.edu::e7ab9942-b347-4ade-87f4-7dceecdf3cc0" providerId="AD" clId="Web-{0CCF7D2C-6A57-A5C3-FE26-972FD668543A}" dt="2025-02-15T03:29:48.137" v="1191"/>
        <pc:sldMkLst>
          <pc:docMk/>
          <pc:sldMk cId="3514710658" sldId="293"/>
        </pc:sldMkLst>
      </pc:sldChg>
      <pc:sldChg chg="modNotes">
        <pc:chgData name="Shiva Srinivas Pulmamidi" userId="S::spulmami@calpoly.edu::e7ab9942-b347-4ade-87f4-7dceecdf3cc0" providerId="AD" clId="Web-{0CCF7D2C-6A57-A5C3-FE26-972FD668543A}" dt="2025-02-15T03:31:05.311" v="1255"/>
        <pc:sldMkLst>
          <pc:docMk/>
          <pc:sldMk cId="3303766629" sldId="294"/>
        </pc:sldMkLst>
      </pc:sldChg>
      <pc:sldChg chg="modNotes">
        <pc:chgData name="Shiva Srinivas Pulmamidi" userId="S::spulmami@calpoly.edu::e7ab9942-b347-4ade-87f4-7dceecdf3cc0" providerId="AD" clId="Web-{0CCF7D2C-6A57-A5C3-FE26-972FD668543A}" dt="2025-02-15T03:29:04.588" v="1146"/>
        <pc:sldMkLst>
          <pc:docMk/>
          <pc:sldMk cId="112416315" sldId="296"/>
        </pc:sldMkLst>
      </pc:sldChg>
      <pc:sldChg chg="modNotes">
        <pc:chgData name="Shiva Srinivas Pulmamidi" userId="S::spulmami@calpoly.edu::e7ab9942-b347-4ade-87f4-7dceecdf3cc0" providerId="AD" clId="Web-{0CCF7D2C-6A57-A5C3-FE26-972FD668543A}" dt="2025-02-15T03:32:52.675" v="1315"/>
        <pc:sldMkLst>
          <pc:docMk/>
          <pc:sldMk cId="3012400637" sldId="298"/>
        </pc:sldMkLst>
      </pc:sldChg>
      <pc:sldChg chg="modNotes">
        <pc:chgData name="Shiva Srinivas Pulmamidi" userId="S::spulmami@calpoly.edu::e7ab9942-b347-4ade-87f4-7dceecdf3cc0" providerId="AD" clId="Web-{0CCF7D2C-6A57-A5C3-FE26-972FD668543A}" dt="2025-02-15T03:31:01.374" v="1250"/>
        <pc:sldMkLst>
          <pc:docMk/>
          <pc:sldMk cId="2321645583" sldId="300"/>
        </pc:sldMkLst>
      </pc:sldChg>
      <pc:sldChg chg="modNotes">
        <pc:chgData name="Shiva Srinivas Pulmamidi" userId="S::spulmami@calpoly.edu::e7ab9942-b347-4ade-87f4-7dceecdf3cc0" providerId="AD" clId="Web-{0CCF7D2C-6A57-A5C3-FE26-972FD668543A}" dt="2025-02-15T03:30:33.904" v="1219"/>
        <pc:sldMkLst>
          <pc:docMk/>
          <pc:sldMk cId="125773321" sldId="302"/>
        </pc:sldMkLst>
      </pc:sldChg>
      <pc:sldChg chg="modNotes">
        <pc:chgData name="Shiva Srinivas Pulmamidi" userId="S::spulmami@calpoly.edu::e7ab9942-b347-4ade-87f4-7dceecdf3cc0" providerId="AD" clId="Web-{0CCF7D2C-6A57-A5C3-FE26-972FD668543A}" dt="2025-02-15T03:32:11.532" v="1292"/>
        <pc:sldMkLst>
          <pc:docMk/>
          <pc:sldMk cId="1960561610" sldId="304"/>
        </pc:sldMkLst>
      </pc:sldChg>
      <pc:sldChg chg="modNotes">
        <pc:chgData name="Shiva Srinivas Pulmamidi" userId="S::spulmami@calpoly.edu::e7ab9942-b347-4ade-87f4-7dceecdf3cc0" providerId="AD" clId="Web-{0CCF7D2C-6A57-A5C3-FE26-972FD668543A}" dt="2025-02-15T03:32:20.345" v="1299"/>
        <pc:sldMkLst>
          <pc:docMk/>
          <pc:sldMk cId="715043467" sldId="305"/>
        </pc:sldMkLst>
      </pc:sldChg>
      <pc:sldChg chg="modNotes">
        <pc:chgData name="Shiva Srinivas Pulmamidi" userId="S::spulmami@calpoly.edu::e7ab9942-b347-4ade-87f4-7dceecdf3cc0" providerId="AD" clId="Web-{0CCF7D2C-6A57-A5C3-FE26-972FD668543A}" dt="2025-02-15T03:32:23.111" v="1304"/>
        <pc:sldMkLst>
          <pc:docMk/>
          <pc:sldMk cId="883446760" sldId="306"/>
        </pc:sldMkLst>
      </pc:sldChg>
      <pc:sldChg chg="addSp delSp modSp new modNotes">
        <pc:chgData name="Shiva Srinivas Pulmamidi" userId="S::spulmami@calpoly.edu::e7ab9942-b347-4ade-87f4-7dceecdf3cc0" providerId="AD" clId="Web-{0CCF7D2C-6A57-A5C3-FE26-972FD668543A}" dt="2025-02-15T03:31:45.469" v="1277"/>
        <pc:sldMkLst>
          <pc:docMk/>
          <pc:sldMk cId="369803565" sldId="307"/>
        </pc:sldMkLst>
        <pc:spChg chg="mod">
          <ac:chgData name="Shiva Srinivas Pulmamidi" userId="S::spulmami@calpoly.edu::e7ab9942-b347-4ade-87f4-7dceecdf3cc0" providerId="AD" clId="Web-{0CCF7D2C-6A57-A5C3-FE26-972FD668543A}" dt="2025-02-15T03:11:43.452" v="582" actId="20577"/>
          <ac:spMkLst>
            <pc:docMk/>
            <pc:sldMk cId="369803565" sldId="307"/>
            <ac:spMk id="2" creationId="{B7882D80-E676-AB9B-8388-4C60F7039D1D}"/>
          </ac:spMkLst>
        </pc:spChg>
        <pc:spChg chg="mod">
          <ac:chgData name="Shiva Srinivas Pulmamidi" userId="S::spulmami@calpoly.edu::e7ab9942-b347-4ade-87f4-7dceecdf3cc0" providerId="AD" clId="Web-{0CCF7D2C-6A57-A5C3-FE26-972FD668543A}" dt="2025-02-15T03:11:56.734" v="584" actId="20577"/>
          <ac:spMkLst>
            <pc:docMk/>
            <pc:sldMk cId="369803565" sldId="307"/>
            <ac:spMk id="3" creationId="{DFC38A86-C679-BFD1-CFB4-1BA511476342}"/>
          </ac:spMkLst>
        </pc:spChg>
        <pc:spChg chg="del">
          <ac:chgData name="Shiva Srinivas Pulmamidi" userId="S::spulmami@calpoly.edu::e7ab9942-b347-4ade-87f4-7dceecdf3cc0" providerId="AD" clId="Web-{0CCF7D2C-6A57-A5C3-FE26-972FD668543A}" dt="2025-02-15T02:55:36.292" v="1"/>
          <ac:spMkLst>
            <pc:docMk/>
            <pc:sldMk cId="369803565" sldId="307"/>
            <ac:spMk id="4" creationId="{176E19F5-4255-3A63-D8ED-C111706D1ABC}"/>
          </ac:spMkLst>
        </pc:spChg>
        <pc:spChg chg="add mod">
          <ac:chgData name="Shiva Srinivas Pulmamidi" userId="S::spulmami@calpoly.edu::e7ab9942-b347-4ade-87f4-7dceecdf3cc0" providerId="AD" clId="Web-{0CCF7D2C-6A57-A5C3-FE26-972FD668543A}" dt="2025-02-15T03:09:17.572" v="386" actId="14100"/>
          <ac:spMkLst>
            <pc:docMk/>
            <pc:sldMk cId="369803565" sldId="307"/>
            <ac:spMk id="5" creationId="{4CECBD09-ED69-C36F-F19B-65D8B738324E}"/>
          </ac:spMkLst>
        </pc:spChg>
        <pc:spChg chg="add del">
          <ac:chgData name="Shiva Srinivas Pulmamidi" userId="S::spulmami@calpoly.edu::e7ab9942-b347-4ade-87f4-7dceecdf3cc0" providerId="AD" clId="Web-{0CCF7D2C-6A57-A5C3-FE26-972FD668543A}" dt="2025-02-15T03:08:32.273" v="384"/>
          <ac:spMkLst>
            <pc:docMk/>
            <pc:sldMk cId="369803565" sldId="307"/>
            <ac:spMk id="7" creationId="{6094BC96-4F70-1FD6-EE60-A9803EFA376E}"/>
          </ac:spMkLst>
        </pc:spChg>
        <pc:spChg chg="add mod">
          <ac:chgData name="Shiva Srinivas Pulmamidi" userId="S::spulmami@calpoly.edu::e7ab9942-b347-4ade-87f4-7dceecdf3cc0" providerId="AD" clId="Web-{0CCF7D2C-6A57-A5C3-FE26-972FD668543A}" dt="2025-02-15T03:10:22.668" v="424" actId="1076"/>
          <ac:spMkLst>
            <pc:docMk/>
            <pc:sldMk cId="369803565" sldId="307"/>
            <ac:spMk id="8" creationId="{5D4D80B1-E2D8-D553-4209-513A016CDB0C}"/>
          </ac:spMkLst>
        </pc:spChg>
        <pc:picChg chg="mod">
          <ac:chgData name="Shiva Srinivas Pulmamidi" userId="S::spulmami@calpoly.edu::e7ab9942-b347-4ade-87f4-7dceecdf3cc0" providerId="AD" clId="Web-{0CCF7D2C-6A57-A5C3-FE26-972FD668543A}" dt="2025-02-15T03:07:16.943" v="377" actId="1076"/>
          <ac:picMkLst>
            <pc:docMk/>
            <pc:sldMk cId="369803565" sldId="307"/>
            <ac:picMk id="6" creationId="{30B91C66-1BDC-6FA0-E703-12271FCCB5CD}"/>
          </ac:picMkLst>
        </pc:picChg>
      </pc:sldChg>
      <pc:sldChg chg="modNotes">
        <pc:chgData name="Shiva Srinivas Pulmamidi" userId="S::spulmami@calpoly.edu::e7ab9942-b347-4ade-87f4-7dceecdf3cc0" providerId="AD" clId="Web-{0CCF7D2C-6A57-A5C3-FE26-972FD668543A}" dt="2025-02-15T03:33:58.630" v="1323"/>
        <pc:sldMkLst>
          <pc:docMk/>
          <pc:sldMk cId="2936169366" sldId="308"/>
        </pc:sldMkLst>
      </pc:sldChg>
      <pc:sldChg chg="modNotes">
        <pc:chgData name="Shiva Srinivas Pulmamidi" userId="S::spulmami@calpoly.edu::e7ab9942-b347-4ade-87f4-7dceecdf3cc0" providerId="AD" clId="Web-{0CCF7D2C-6A57-A5C3-FE26-972FD668543A}" dt="2025-02-15T03:31:37.625" v="1272"/>
        <pc:sldMkLst>
          <pc:docMk/>
          <pc:sldMk cId="4283751400" sldId="309"/>
        </pc:sldMkLst>
      </pc:sldChg>
      <pc:sldChg chg="modNotes">
        <pc:chgData name="Shiva Srinivas Pulmamidi" userId="S::spulmami@calpoly.edu::e7ab9942-b347-4ade-87f4-7dceecdf3cc0" providerId="AD" clId="Web-{0CCF7D2C-6A57-A5C3-FE26-972FD668543A}" dt="2025-02-15T03:30:21.325" v="1211"/>
        <pc:sldMkLst>
          <pc:docMk/>
          <pc:sldMk cId="26102918" sldId="310"/>
        </pc:sldMkLst>
      </pc:sldChg>
      <pc:sldChg chg="modNotes">
        <pc:chgData name="Shiva Srinivas Pulmamidi" userId="S::spulmami@calpoly.edu::e7ab9942-b347-4ade-87f4-7dceecdf3cc0" providerId="AD" clId="Web-{0CCF7D2C-6A57-A5C3-FE26-972FD668543A}" dt="2025-02-15T03:30:18.325" v="1204"/>
        <pc:sldMkLst>
          <pc:docMk/>
          <pc:sldMk cId="541127200" sldId="311"/>
        </pc:sldMkLst>
      </pc:sldChg>
    </pc:docChg>
  </pc:docChgLst>
  <pc:docChgLst>
    <pc:chgData name="Calvin Jay-Ming Fong" userId="S::cfong28@calpoly.edu::c0c53a69-4de3-4927-aa9e-a00ae0d7322b" providerId="AD" clId="Web-{B90C7138-EFFE-DAE1-6512-DFF62E1AE1CA}"/>
    <pc:docChg chg="addSld">
      <pc:chgData name="Calvin Jay-Ming Fong" userId="S::cfong28@calpoly.edu::c0c53a69-4de3-4927-aa9e-a00ae0d7322b" providerId="AD" clId="Web-{B90C7138-EFFE-DAE1-6512-DFF62E1AE1CA}" dt="2025-05-19T23:37:58.570" v="0"/>
      <pc:docMkLst>
        <pc:docMk/>
      </pc:docMkLst>
      <pc:sldChg chg="new">
        <pc:chgData name="Calvin Jay-Ming Fong" userId="S::cfong28@calpoly.edu::c0c53a69-4de3-4927-aa9e-a00ae0d7322b" providerId="AD" clId="Web-{B90C7138-EFFE-DAE1-6512-DFF62E1AE1CA}" dt="2025-05-19T23:37:58.570" v="0"/>
        <pc:sldMkLst>
          <pc:docMk/>
          <pc:sldMk cId="1303702558" sldId="31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CB20BA-9DD9-D944-89B5-7154FF35A799}" type="doc">
      <dgm:prSet loTypeId="urn:microsoft.com/office/officeart/2005/8/layout/hierarchy6" loCatId="" qsTypeId="urn:microsoft.com/office/officeart/2005/8/quickstyle/simple1" qsCatId="simple" csTypeId="urn:microsoft.com/office/officeart/2005/8/colors/accent2_1" csCatId="accent2" phldr="1"/>
      <dgm:spPr/>
      <dgm:t>
        <a:bodyPr/>
        <a:lstStyle/>
        <a:p>
          <a:endParaRPr lang="en-US"/>
        </a:p>
      </dgm:t>
    </dgm:pt>
    <dgm:pt modelId="{547A8FA0-F1DB-EC49-A27C-DB9C9FA1EE3B}">
      <dgm:prSet phldrT="[Text]" phldr="1"/>
      <dgm:spPr/>
      <dgm:t>
        <a:bodyPr/>
        <a:lstStyle/>
        <a:p>
          <a:endParaRPr lang="en-US"/>
        </a:p>
      </dgm:t>
    </dgm:pt>
    <dgm:pt modelId="{D19E8173-761C-EB46-98AA-9B6B6DD891C9}" type="parTrans" cxnId="{5C7DAB57-83FA-3143-BFA4-B895FEEF3CEE}">
      <dgm:prSet/>
      <dgm:spPr/>
      <dgm:t>
        <a:bodyPr/>
        <a:lstStyle/>
        <a:p>
          <a:endParaRPr lang="en-US"/>
        </a:p>
      </dgm:t>
    </dgm:pt>
    <dgm:pt modelId="{5C2507FD-0D56-4342-92C0-4AD002176A79}" type="sibTrans" cxnId="{5C7DAB57-83FA-3143-BFA4-B895FEEF3CEE}">
      <dgm:prSet/>
      <dgm:spPr/>
      <dgm:t>
        <a:bodyPr/>
        <a:lstStyle/>
        <a:p>
          <a:endParaRPr lang="en-US"/>
        </a:p>
      </dgm:t>
    </dgm:pt>
    <dgm:pt modelId="{B454B05A-8BBA-DC4F-A856-659508D754E4}">
      <dgm:prSet phldrT="[Text]" phldr="1"/>
      <dgm:spPr/>
      <dgm:t>
        <a:bodyPr/>
        <a:lstStyle/>
        <a:p>
          <a:endParaRPr lang="en-US"/>
        </a:p>
      </dgm:t>
    </dgm:pt>
    <dgm:pt modelId="{E7D0EEBD-B851-9340-ADE0-35F90CCF3385}" type="parTrans" cxnId="{5BD4ABC8-0806-7D4B-A128-2BF08893035F}">
      <dgm:prSet/>
      <dgm:spPr/>
      <dgm:t>
        <a:bodyPr/>
        <a:lstStyle/>
        <a:p>
          <a:endParaRPr lang="en-US"/>
        </a:p>
      </dgm:t>
    </dgm:pt>
    <dgm:pt modelId="{5073DBEF-0725-E943-BB41-5226B0FA3F5C}" type="sibTrans" cxnId="{5BD4ABC8-0806-7D4B-A128-2BF08893035F}">
      <dgm:prSet/>
      <dgm:spPr/>
      <dgm:t>
        <a:bodyPr/>
        <a:lstStyle/>
        <a:p>
          <a:endParaRPr lang="en-US"/>
        </a:p>
      </dgm:t>
    </dgm:pt>
    <dgm:pt modelId="{D8E773E8-857D-8D4B-A260-65EE628E190D}">
      <dgm:prSet phldrT="[Text]" phldr="1"/>
      <dgm:spPr/>
      <dgm:t>
        <a:bodyPr/>
        <a:lstStyle/>
        <a:p>
          <a:endParaRPr lang="en-US"/>
        </a:p>
      </dgm:t>
    </dgm:pt>
    <dgm:pt modelId="{2E9A3E15-1AB9-604B-8033-4E3F8BD4F47A}" type="parTrans" cxnId="{D8938ECF-07A2-F948-B2AE-4EFC94807FA1}">
      <dgm:prSet/>
      <dgm:spPr/>
      <dgm:t>
        <a:bodyPr/>
        <a:lstStyle/>
        <a:p>
          <a:endParaRPr lang="en-US"/>
        </a:p>
      </dgm:t>
    </dgm:pt>
    <dgm:pt modelId="{D32DB5D3-A730-A147-9331-1D874CA57E85}" type="sibTrans" cxnId="{D8938ECF-07A2-F948-B2AE-4EFC94807FA1}">
      <dgm:prSet/>
      <dgm:spPr/>
      <dgm:t>
        <a:bodyPr/>
        <a:lstStyle/>
        <a:p>
          <a:endParaRPr lang="en-US"/>
        </a:p>
      </dgm:t>
    </dgm:pt>
    <dgm:pt modelId="{033373FE-81E6-E649-81BE-69EA5B2D44A0}">
      <dgm:prSet phldrT="[Text]" phldr="1"/>
      <dgm:spPr/>
      <dgm:t>
        <a:bodyPr/>
        <a:lstStyle/>
        <a:p>
          <a:endParaRPr lang="en-US"/>
        </a:p>
      </dgm:t>
    </dgm:pt>
    <dgm:pt modelId="{2D822FD0-E156-B445-BE6D-0EB52E8FFCAA}" type="parTrans" cxnId="{CF6B464A-47F3-4944-B08A-B5BBA3F90337}">
      <dgm:prSet/>
      <dgm:spPr/>
      <dgm:t>
        <a:bodyPr/>
        <a:lstStyle/>
        <a:p>
          <a:endParaRPr lang="en-US"/>
        </a:p>
      </dgm:t>
    </dgm:pt>
    <dgm:pt modelId="{9985F4C4-0787-9E49-851A-E99343096C9C}" type="sibTrans" cxnId="{CF6B464A-47F3-4944-B08A-B5BBA3F90337}">
      <dgm:prSet/>
      <dgm:spPr/>
      <dgm:t>
        <a:bodyPr/>
        <a:lstStyle/>
        <a:p>
          <a:endParaRPr lang="en-US"/>
        </a:p>
      </dgm:t>
    </dgm:pt>
    <dgm:pt modelId="{1E0FDB90-0180-524A-ABB4-84E094362A96}">
      <dgm:prSet phldrT="[Text]" phldr="1"/>
      <dgm:spPr/>
      <dgm:t>
        <a:bodyPr/>
        <a:lstStyle/>
        <a:p>
          <a:endParaRPr lang="en-US"/>
        </a:p>
      </dgm:t>
    </dgm:pt>
    <dgm:pt modelId="{7C5EBF78-6BE4-0E42-B6C2-59D259B752EE}" type="parTrans" cxnId="{551E64BC-9CFB-2044-8FF9-ADC22CFB95FB}">
      <dgm:prSet/>
      <dgm:spPr/>
      <dgm:t>
        <a:bodyPr/>
        <a:lstStyle/>
        <a:p>
          <a:endParaRPr lang="en-US"/>
        </a:p>
      </dgm:t>
    </dgm:pt>
    <dgm:pt modelId="{6EB0F8D3-0B20-3447-9B48-124D2B1009C1}" type="sibTrans" cxnId="{551E64BC-9CFB-2044-8FF9-ADC22CFB95FB}">
      <dgm:prSet/>
      <dgm:spPr/>
      <dgm:t>
        <a:bodyPr/>
        <a:lstStyle/>
        <a:p>
          <a:endParaRPr lang="en-US"/>
        </a:p>
      </dgm:t>
    </dgm:pt>
    <dgm:pt modelId="{32CAEC65-4B6E-7544-B9DC-ED6BC3604D1F}">
      <dgm:prSet phldrT="[Text]" phldr="1"/>
      <dgm:spPr/>
      <dgm:t>
        <a:bodyPr/>
        <a:lstStyle/>
        <a:p>
          <a:endParaRPr lang="en-US"/>
        </a:p>
      </dgm:t>
    </dgm:pt>
    <dgm:pt modelId="{A42FA765-EEE9-8A42-89D3-290D2D614BC3}" type="parTrans" cxnId="{EB46A4F6-B297-F14D-A388-E61A9A512413}">
      <dgm:prSet/>
      <dgm:spPr/>
      <dgm:t>
        <a:bodyPr/>
        <a:lstStyle/>
        <a:p>
          <a:endParaRPr lang="en-US"/>
        </a:p>
      </dgm:t>
    </dgm:pt>
    <dgm:pt modelId="{93AE2571-FF34-0747-B832-3582E961BCC6}" type="sibTrans" cxnId="{EB46A4F6-B297-F14D-A388-E61A9A512413}">
      <dgm:prSet/>
      <dgm:spPr/>
      <dgm:t>
        <a:bodyPr/>
        <a:lstStyle/>
        <a:p>
          <a:endParaRPr lang="en-US"/>
        </a:p>
      </dgm:t>
    </dgm:pt>
    <dgm:pt modelId="{07C6ABE4-D9E0-7F4F-87C2-77B538B97EA6}">
      <dgm:prSet phldrT="[Text]" phldr="1"/>
      <dgm:spPr>
        <a:effectLst>
          <a:outerShdw blurRad="50800" dist="38100" dir="2700000" algn="tl" rotWithShape="0">
            <a:prstClr val="black">
              <a:alpha val="40000"/>
            </a:prstClr>
          </a:outerShdw>
        </a:effectLst>
      </dgm:spPr>
      <dgm:t>
        <a:bodyPr/>
        <a:lstStyle/>
        <a:p>
          <a:endParaRPr lang="en-US"/>
        </a:p>
      </dgm:t>
    </dgm:pt>
    <dgm:pt modelId="{6CCBB489-E539-3F4A-B6C0-12E59BF07364}" type="parTrans" cxnId="{40D925A7-F33B-0249-8694-DEC45CD63778}">
      <dgm:prSet/>
      <dgm:spPr/>
      <dgm:t>
        <a:bodyPr/>
        <a:lstStyle/>
        <a:p>
          <a:endParaRPr lang="en-US"/>
        </a:p>
      </dgm:t>
    </dgm:pt>
    <dgm:pt modelId="{18417F9C-0638-2942-A534-3CEDABE06F0A}" type="sibTrans" cxnId="{40D925A7-F33B-0249-8694-DEC45CD63778}">
      <dgm:prSet/>
      <dgm:spPr/>
      <dgm:t>
        <a:bodyPr/>
        <a:lstStyle/>
        <a:p>
          <a:endParaRPr lang="en-US"/>
        </a:p>
      </dgm:t>
    </dgm:pt>
    <dgm:pt modelId="{E83DE95F-0F05-2544-A439-83D2F57E5A76}">
      <dgm:prSet phldrT="[Text]" phldr="1"/>
      <dgm:spPr>
        <a:effectLst>
          <a:outerShdw blurRad="50800" dist="38100" dir="2700000" algn="tl" rotWithShape="0">
            <a:prstClr val="black">
              <a:alpha val="40000"/>
            </a:prstClr>
          </a:outerShdw>
        </a:effectLst>
      </dgm:spPr>
      <dgm:t>
        <a:bodyPr/>
        <a:lstStyle/>
        <a:p>
          <a:endParaRPr lang="en-US"/>
        </a:p>
      </dgm:t>
    </dgm:pt>
    <dgm:pt modelId="{77A0B712-A4C7-E94E-8A59-72556F465D6D}" type="parTrans" cxnId="{3DB9AFC4-A8CC-C14E-A979-B4157B299BAF}">
      <dgm:prSet/>
      <dgm:spPr/>
      <dgm:t>
        <a:bodyPr/>
        <a:lstStyle/>
        <a:p>
          <a:endParaRPr lang="en-US"/>
        </a:p>
      </dgm:t>
    </dgm:pt>
    <dgm:pt modelId="{3B08E847-3458-744A-945F-27A89FDA7890}" type="sibTrans" cxnId="{3DB9AFC4-A8CC-C14E-A979-B4157B299BAF}">
      <dgm:prSet/>
      <dgm:spPr/>
      <dgm:t>
        <a:bodyPr/>
        <a:lstStyle/>
        <a:p>
          <a:endParaRPr lang="en-US"/>
        </a:p>
      </dgm:t>
    </dgm:pt>
    <dgm:pt modelId="{E62B5D0E-25BA-5946-81EA-7A582882FF8B}">
      <dgm:prSet phldrT="[Text]" phldr="1"/>
      <dgm:spPr>
        <a:effectLst>
          <a:outerShdw blurRad="50800" dist="38100" dir="2700000" algn="tl" rotWithShape="0">
            <a:prstClr val="black">
              <a:alpha val="40000"/>
            </a:prstClr>
          </a:outerShdw>
        </a:effectLst>
      </dgm:spPr>
      <dgm:t>
        <a:bodyPr/>
        <a:lstStyle/>
        <a:p>
          <a:endParaRPr lang="en-US"/>
        </a:p>
      </dgm:t>
    </dgm:pt>
    <dgm:pt modelId="{124F3CB0-700F-054F-8938-064E8EFDE7C7}" type="parTrans" cxnId="{DF54AC66-A724-3F47-9D5F-B24B33435D1F}">
      <dgm:prSet/>
      <dgm:spPr/>
      <dgm:t>
        <a:bodyPr/>
        <a:lstStyle/>
        <a:p>
          <a:endParaRPr lang="en-US"/>
        </a:p>
      </dgm:t>
    </dgm:pt>
    <dgm:pt modelId="{B1BB2CCC-0CFF-6A48-8C39-66C84FAC31F6}" type="sibTrans" cxnId="{DF54AC66-A724-3F47-9D5F-B24B33435D1F}">
      <dgm:prSet/>
      <dgm:spPr/>
      <dgm:t>
        <a:bodyPr/>
        <a:lstStyle/>
        <a:p>
          <a:endParaRPr lang="en-US"/>
        </a:p>
      </dgm:t>
    </dgm:pt>
    <dgm:pt modelId="{524C71C5-51EB-3C4A-B71E-198065C77BFF}" type="pres">
      <dgm:prSet presAssocID="{A4CB20BA-9DD9-D944-89B5-7154FF35A799}" presName="mainComposite" presStyleCnt="0">
        <dgm:presLayoutVars>
          <dgm:chPref val="1"/>
          <dgm:dir/>
          <dgm:animOne val="branch"/>
          <dgm:animLvl val="lvl"/>
          <dgm:resizeHandles val="exact"/>
        </dgm:presLayoutVars>
      </dgm:prSet>
      <dgm:spPr/>
    </dgm:pt>
    <dgm:pt modelId="{4F4F376B-AC5A-FE42-9AFF-653E2599D540}" type="pres">
      <dgm:prSet presAssocID="{A4CB20BA-9DD9-D944-89B5-7154FF35A799}" presName="hierFlow" presStyleCnt="0"/>
      <dgm:spPr/>
    </dgm:pt>
    <dgm:pt modelId="{587BCE4D-2E17-6444-8E0C-86697A0DECE2}" type="pres">
      <dgm:prSet presAssocID="{A4CB20BA-9DD9-D944-89B5-7154FF35A799}" presName="firstBuf" presStyleCnt="0"/>
      <dgm:spPr/>
    </dgm:pt>
    <dgm:pt modelId="{963F76D7-541D-E049-84FB-CD0429D13D62}" type="pres">
      <dgm:prSet presAssocID="{A4CB20BA-9DD9-D944-89B5-7154FF35A799}" presName="hierChild1" presStyleCnt="0">
        <dgm:presLayoutVars>
          <dgm:chPref val="1"/>
          <dgm:animOne val="branch"/>
          <dgm:animLvl val="lvl"/>
        </dgm:presLayoutVars>
      </dgm:prSet>
      <dgm:spPr/>
    </dgm:pt>
    <dgm:pt modelId="{5F065F09-A628-0D42-BBD6-BA7A55DE2BE1}" type="pres">
      <dgm:prSet presAssocID="{547A8FA0-F1DB-EC49-A27C-DB9C9FA1EE3B}" presName="Name14" presStyleCnt="0"/>
      <dgm:spPr/>
    </dgm:pt>
    <dgm:pt modelId="{A5822EC5-059B-BC4C-99CB-519B44108A59}" type="pres">
      <dgm:prSet presAssocID="{547A8FA0-F1DB-EC49-A27C-DB9C9FA1EE3B}" presName="level1Shape" presStyleLbl="node0" presStyleIdx="0" presStyleCnt="1">
        <dgm:presLayoutVars>
          <dgm:chPref val="3"/>
        </dgm:presLayoutVars>
      </dgm:prSet>
      <dgm:spPr/>
    </dgm:pt>
    <dgm:pt modelId="{72045779-A20E-2D4D-875F-2241C26DB84C}" type="pres">
      <dgm:prSet presAssocID="{547A8FA0-F1DB-EC49-A27C-DB9C9FA1EE3B}" presName="hierChild2" presStyleCnt="0"/>
      <dgm:spPr/>
    </dgm:pt>
    <dgm:pt modelId="{9AEB745C-234A-A140-A58B-97D041EB93C5}" type="pres">
      <dgm:prSet presAssocID="{E7D0EEBD-B851-9340-ADE0-35F90CCF3385}" presName="Name19" presStyleLbl="parChTrans1D2" presStyleIdx="0" presStyleCnt="2"/>
      <dgm:spPr/>
    </dgm:pt>
    <dgm:pt modelId="{D006F6A2-1BF8-0043-B74C-4D60E3F55A58}" type="pres">
      <dgm:prSet presAssocID="{B454B05A-8BBA-DC4F-A856-659508D754E4}" presName="Name21" presStyleCnt="0"/>
      <dgm:spPr/>
    </dgm:pt>
    <dgm:pt modelId="{B5833E12-2E9E-364F-887C-3540FB57D1D5}" type="pres">
      <dgm:prSet presAssocID="{B454B05A-8BBA-DC4F-A856-659508D754E4}" presName="level2Shape" presStyleLbl="node2" presStyleIdx="0" presStyleCnt="2"/>
      <dgm:spPr/>
    </dgm:pt>
    <dgm:pt modelId="{E26D28DF-C09C-DE42-9309-6E1E6E9FC764}" type="pres">
      <dgm:prSet presAssocID="{B454B05A-8BBA-DC4F-A856-659508D754E4}" presName="hierChild3" presStyleCnt="0"/>
      <dgm:spPr/>
    </dgm:pt>
    <dgm:pt modelId="{87004C8F-BFCB-884E-BE1D-34799B445CBF}" type="pres">
      <dgm:prSet presAssocID="{2E9A3E15-1AB9-604B-8033-4E3F8BD4F47A}" presName="Name19" presStyleLbl="parChTrans1D3" presStyleIdx="0" presStyleCnt="3"/>
      <dgm:spPr/>
    </dgm:pt>
    <dgm:pt modelId="{7963635C-EED4-5646-8350-278A889329BD}" type="pres">
      <dgm:prSet presAssocID="{D8E773E8-857D-8D4B-A260-65EE628E190D}" presName="Name21" presStyleCnt="0"/>
      <dgm:spPr/>
    </dgm:pt>
    <dgm:pt modelId="{C6C80428-F21A-7B4C-9028-DE9803175538}" type="pres">
      <dgm:prSet presAssocID="{D8E773E8-857D-8D4B-A260-65EE628E190D}" presName="level2Shape" presStyleLbl="node3" presStyleIdx="0" presStyleCnt="3"/>
      <dgm:spPr/>
    </dgm:pt>
    <dgm:pt modelId="{58871D8D-02D5-6D4B-B510-A61F7181EF25}" type="pres">
      <dgm:prSet presAssocID="{D8E773E8-857D-8D4B-A260-65EE628E190D}" presName="hierChild3" presStyleCnt="0"/>
      <dgm:spPr/>
    </dgm:pt>
    <dgm:pt modelId="{E26CF011-DC80-9144-BAA3-528B19E52B68}" type="pres">
      <dgm:prSet presAssocID="{2D822FD0-E156-B445-BE6D-0EB52E8FFCAA}" presName="Name19" presStyleLbl="parChTrans1D3" presStyleIdx="1" presStyleCnt="3"/>
      <dgm:spPr/>
    </dgm:pt>
    <dgm:pt modelId="{B712E02B-E427-4A47-81F6-0C077FCC337F}" type="pres">
      <dgm:prSet presAssocID="{033373FE-81E6-E649-81BE-69EA5B2D44A0}" presName="Name21" presStyleCnt="0"/>
      <dgm:spPr/>
    </dgm:pt>
    <dgm:pt modelId="{9892D0C1-954D-EE44-ACB6-6AF14F37C5BF}" type="pres">
      <dgm:prSet presAssocID="{033373FE-81E6-E649-81BE-69EA5B2D44A0}" presName="level2Shape" presStyleLbl="node3" presStyleIdx="1" presStyleCnt="3"/>
      <dgm:spPr/>
    </dgm:pt>
    <dgm:pt modelId="{CFDE77A5-49F9-4047-8185-9401F52F8316}" type="pres">
      <dgm:prSet presAssocID="{033373FE-81E6-E649-81BE-69EA5B2D44A0}" presName="hierChild3" presStyleCnt="0"/>
      <dgm:spPr/>
    </dgm:pt>
    <dgm:pt modelId="{10EC6125-FD7D-D44D-8518-77ED18472FEF}" type="pres">
      <dgm:prSet presAssocID="{7C5EBF78-6BE4-0E42-B6C2-59D259B752EE}" presName="Name19" presStyleLbl="parChTrans1D2" presStyleIdx="1" presStyleCnt="2"/>
      <dgm:spPr/>
    </dgm:pt>
    <dgm:pt modelId="{D4C090C3-7E30-3647-8D69-B7DD09D78F09}" type="pres">
      <dgm:prSet presAssocID="{1E0FDB90-0180-524A-ABB4-84E094362A96}" presName="Name21" presStyleCnt="0"/>
      <dgm:spPr/>
    </dgm:pt>
    <dgm:pt modelId="{A56EA56A-E92D-B640-A9A5-7C35C291CC20}" type="pres">
      <dgm:prSet presAssocID="{1E0FDB90-0180-524A-ABB4-84E094362A96}" presName="level2Shape" presStyleLbl="node2" presStyleIdx="1" presStyleCnt="2"/>
      <dgm:spPr/>
    </dgm:pt>
    <dgm:pt modelId="{7210A7D6-184E-F445-984B-A21B4F60EC86}" type="pres">
      <dgm:prSet presAssocID="{1E0FDB90-0180-524A-ABB4-84E094362A96}" presName="hierChild3" presStyleCnt="0"/>
      <dgm:spPr/>
    </dgm:pt>
    <dgm:pt modelId="{C14BE7D8-5FD1-484D-9667-FF888445B3A4}" type="pres">
      <dgm:prSet presAssocID="{A42FA765-EEE9-8A42-89D3-290D2D614BC3}" presName="Name19" presStyleLbl="parChTrans1D3" presStyleIdx="2" presStyleCnt="3"/>
      <dgm:spPr/>
    </dgm:pt>
    <dgm:pt modelId="{C2737E70-99E5-E14C-A1C8-C93004E5317C}" type="pres">
      <dgm:prSet presAssocID="{32CAEC65-4B6E-7544-B9DC-ED6BC3604D1F}" presName="Name21" presStyleCnt="0"/>
      <dgm:spPr/>
    </dgm:pt>
    <dgm:pt modelId="{7A326580-3FCB-A043-AA49-94100B202CAE}" type="pres">
      <dgm:prSet presAssocID="{32CAEC65-4B6E-7544-B9DC-ED6BC3604D1F}" presName="level2Shape" presStyleLbl="node3" presStyleIdx="2" presStyleCnt="3"/>
      <dgm:spPr/>
    </dgm:pt>
    <dgm:pt modelId="{5D5FE3E7-FBDE-A840-8021-9CB0B4F9EEE1}" type="pres">
      <dgm:prSet presAssocID="{32CAEC65-4B6E-7544-B9DC-ED6BC3604D1F}" presName="hierChild3" presStyleCnt="0"/>
      <dgm:spPr/>
    </dgm:pt>
    <dgm:pt modelId="{957A58CC-FEAF-A64D-90E6-F9E2CC3B8AD2}" type="pres">
      <dgm:prSet presAssocID="{A4CB20BA-9DD9-D944-89B5-7154FF35A799}" presName="bgShapesFlow" presStyleCnt="0"/>
      <dgm:spPr/>
    </dgm:pt>
    <dgm:pt modelId="{7832EC1F-2093-424C-BE23-EF982FA47694}" type="pres">
      <dgm:prSet presAssocID="{07C6ABE4-D9E0-7F4F-87C2-77B538B97EA6}" presName="rectComp" presStyleCnt="0"/>
      <dgm:spPr/>
    </dgm:pt>
    <dgm:pt modelId="{792FB1A9-32ED-E042-92AB-D8D6F00D3880}" type="pres">
      <dgm:prSet presAssocID="{07C6ABE4-D9E0-7F4F-87C2-77B538B97EA6}" presName="bgRect" presStyleLbl="bgShp" presStyleIdx="0" presStyleCnt="3"/>
      <dgm:spPr/>
    </dgm:pt>
    <dgm:pt modelId="{D6AD495C-4028-AD45-8D0A-3F5DD7024708}" type="pres">
      <dgm:prSet presAssocID="{07C6ABE4-D9E0-7F4F-87C2-77B538B97EA6}" presName="bgRectTx" presStyleLbl="bgShp" presStyleIdx="0" presStyleCnt="3">
        <dgm:presLayoutVars>
          <dgm:bulletEnabled val="1"/>
        </dgm:presLayoutVars>
      </dgm:prSet>
      <dgm:spPr/>
    </dgm:pt>
    <dgm:pt modelId="{DB10CEA9-F124-4A41-963D-EFCEB3A2AB8E}" type="pres">
      <dgm:prSet presAssocID="{07C6ABE4-D9E0-7F4F-87C2-77B538B97EA6}" presName="spComp" presStyleCnt="0"/>
      <dgm:spPr/>
    </dgm:pt>
    <dgm:pt modelId="{F6C76639-4DB5-5647-9407-BACCD8608A24}" type="pres">
      <dgm:prSet presAssocID="{07C6ABE4-D9E0-7F4F-87C2-77B538B97EA6}" presName="vSp" presStyleCnt="0"/>
      <dgm:spPr/>
    </dgm:pt>
    <dgm:pt modelId="{59AEB522-74FC-584F-AB8D-C31A091482D7}" type="pres">
      <dgm:prSet presAssocID="{E83DE95F-0F05-2544-A439-83D2F57E5A76}" presName="rectComp" presStyleCnt="0"/>
      <dgm:spPr/>
    </dgm:pt>
    <dgm:pt modelId="{522296D3-4DAD-5143-86AA-59251D075B91}" type="pres">
      <dgm:prSet presAssocID="{E83DE95F-0F05-2544-A439-83D2F57E5A76}" presName="bgRect" presStyleLbl="bgShp" presStyleIdx="1" presStyleCnt="3"/>
      <dgm:spPr/>
    </dgm:pt>
    <dgm:pt modelId="{60FDFFBA-777E-7442-B4E6-64A6DD98EE25}" type="pres">
      <dgm:prSet presAssocID="{E83DE95F-0F05-2544-A439-83D2F57E5A76}" presName="bgRectTx" presStyleLbl="bgShp" presStyleIdx="1" presStyleCnt="3">
        <dgm:presLayoutVars>
          <dgm:bulletEnabled val="1"/>
        </dgm:presLayoutVars>
      </dgm:prSet>
      <dgm:spPr/>
    </dgm:pt>
    <dgm:pt modelId="{54618ADA-6204-EE4C-B685-1CD26B954D04}" type="pres">
      <dgm:prSet presAssocID="{E83DE95F-0F05-2544-A439-83D2F57E5A76}" presName="spComp" presStyleCnt="0"/>
      <dgm:spPr/>
    </dgm:pt>
    <dgm:pt modelId="{E06999C3-6DFF-4341-8E01-28A44394420B}" type="pres">
      <dgm:prSet presAssocID="{E83DE95F-0F05-2544-A439-83D2F57E5A76}" presName="vSp" presStyleCnt="0"/>
      <dgm:spPr/>
    </dgm:pt>
    <dgm:pt modelId="{C11FC736-729E-2F44-9CFE-147303A3E267}" type="pres">
      <dgm:prSet presAssocID="{E62B5D0E-25BA-5946-81EA-7A582882FF8B}" presName="rectComp" presStyleCnt="0"/>
      <dgm:spPr/>
    </dgm:pt>
    <dgm:pt modelId="{C7433C4C-C693-A548-9EB7-47A174D57262}" type="pres">
      <dgm:prSet presAssocID="{E62B5D0E-25BA-5946-81EA-7A582882FF8B}" presName="bgRect" presStyleLbl="bgShp" presStyleIdx="2" presStyleCnt="3"/>
      <dgm:spPr/>
    </dgm:pt>
    <dgm:pt modelId="{854D81A8-EF0C-424E-B724-67491042C6F7}" type="pres">
      <dgm:prSet presAssocID="{E62B5D0E-25BA-5946-81EA-7A582882FF8B}" presName="bgRectTx" presStyleLbl="bgShp" presStyleIdx="2" presStyleCnt="3">
        <dgm:presLayoutVars>
          <dgm:bulletEnabled val="1"/>
        </dgm:presLayoutVars>
      </dgm:prSet>
      <dgm:spPr/>
    </dgm:pt>
  </dgm:ptLst>
  <dgm:cxnLst>
    <dgm:cxn modelId="{E7A65508-AEA5-7C45-AD84-B72C1C76839D}" type="presOf" srcId="{B454B05A-8BBA-DC4F-A856-659508D754E4}" destId="{B5833E12-2E9E-364F-887C-3540FB57D1D5}" srcOrd="0" destOrd="0" presId="urn:microsoft.com/office/officeart/2005/8/layout/hierarchy6"/>
    <dgm:cxn modelId="{6173DF1B-A89C-B34C-8355-065F888454B5}" type="presOf" srcId="{D8E773E8-857D-8D4B-A260-65EE628E190D}" destId="{C6C80428-F21A-7B4C-9028-DE9803175538}" srcOrd="0" destOrd="0" presId="urn:microsoft.com/office/officeart/2005/8/layout/hierarchy6"/>
    <dgm:cxn modelId="{5FBEE63B-AD8E-AD42-9B1F-838FB692A45A}" type="presOf" srcId="{A4CB20BA-9DD9-D944-89B5-7154FF35A799}" destId="{524C71C5-51EB-3C4A-B71E-198065C77BFF}" srcOrd="0" destOrd="0" presId="urn:microsoft.com/office/officeart/2005/8/layout/hierarchy6"/>
    <dgm:cxn modelId="{7FE8575C-03B6-9149-93AF-8EB5A11C9240}" type="presOf" srcId="{7C5EBF78-6BE4-0E42-B6C2-59D259B752EE}" destId="{10EC6125-FD7D-D44D-8518-77ED18472FEF}" srcOrd="0" destOrd="0" presId="urn:microsoft.com/office/officeart/2005/8/layout/hierarchy6"/>
    <dgm:cxn modelId="{B8E6DE5D-63CC-E349-B3D4-9887147E1D84}" type="presOf" srcId="{2D822FD0-E156-B445-BE6D-0EB52E8FFCAA}" destId="{E26CF011-DC80-9144-BAA3-528B19E52B68}" srcOrd="0" destOrd="0" presId="urn:microsoft.com/office/officeart/2005/8/layout/hierarchy6"/>
    <dgm:cxn modelId="{828EA55E-54B3-094A-9E6A-BE2C7DF04AAC}" type="presOf" srcId="{32CAEC65-4B6E-7544-B9DC-ED6BC3604D1F}" destId="{7A326580-3FCB-A043-AA49-94100B202CAE}" srcOrd="0" destOrd="0" presId="urn:microsoft.com/office/officeart/2005/8/layout/hierarchy6"/>
    <dgm:cxn modelId="{EFC86560-C33B-9B4F-A140-766BC5E77583}" type="presOf" srcId="{07C6ABE4-D9E0-7F4F-87C2-77B538B97EA6}" destId="{792FB1A9-32ED-E042-92AB-D8D6F00D3880}" srcOrd="0" destOrd="0" presId="urn:microsoft.com/office/officeart/2005/8/layout/hierarchy6"/>
    <dgm:cxn modelId="{E7592643-872C-CC47-AA94-6C25C49AEA34}" type="presOf" srcId="{E62B5D0E-25BA-5946-81EA-7A582882FF8B}" destId="{C7433C4C-C693-A548-9EB7-47A174D57262}" srcOrd="0" destOrd="0" presId="urn:microsoft.com/office/officeart/2005/8/layout/hierarchy6"/>
    <dgm:cxn modelId="{DF54AC66-A724-3F47-9D5F-B24B33435D1F}" srcId="{A4CB20BA-9DD9-D944-89B5-7154FF35A799}" destId="{E62B5D0E-25BA-5946-81EA-7A582882FF8B}" srcOrd="3" destOrd="0" parTransId="{124F3CB0-700F-054F-8938-064E8EFDE7C7}" sibTransId="{B1BB2CCC-0CFF-6A48-8C39-66C84FAC31F6}"/>
    <dgm:cxn modelId="{75D94A47-961B-C842-B439-96634F21C83B}" type="presOf" srcId="{1E0FDB90-0180-524A-ABB4-84E094362A96}" destId="{A56EA56A-E92D-B640-A9A5-7C35C291CC20}" srcOrd="0" destOrd="0" presId="urn:microsoft.com/office/officeart/2005/8/layout/hierarchy6"/>
    <dgm:cxn modelId="{CF6B464A-47F3-4944-B08A-B5BBA3F90337}" srcId="{B454B05A-8BBA-DC4F-A856-659508D754E4}" destId="{033373FE-81E6-E649-81BE-69EA5B2D44A0}" srcOrd="1" destOrd="0" parTransId="{2D822FD0-E156-B445-BE6D-0EB52E8FFCAA}" sibTransId="{9985F4C4-0787-9E49-851A-E99343096C9C}"/>
    <dgm:cxn modelId="{38CCEC4D-F4D9-F34A-8479-30560178728A}" type="presOf" srcId="{547A8FA0-F1DB-EC49-A27C-DB9C9FA1EE3B}" destId="{A5822EC5-059B-BC4C-99CB-519B44108A59}" srcOrd="0" destOrd="0" presId="urn:microsoft.com/office/officeart/2005/8/layout/hierarchy6"/>
    <dgm:cxn modelId="{5C7DAB57-83FA-3143-BFA4-B895FEEF3CEE}" srcId="{A4CB20BA-9DD9-D944-89B5-7154FF35A799}" destId="{547A8FA0-F1DB-EC49-A27C-DB9C9FA1EE3B}" srcOrd="0" destOrd="0" parTransId="{D19E8173-761C-EB46-98AA-9B6B6DD891C9}" sibTransId="{5C2507FD-0D56-4342-92C0-4AD002176A79}"/>
    <dgm:cxn modelId="{59A22A92-FBE0-8448-9602-4C12B6436144}" type="presOf" srcId="{E83DE95F-0F05-2544-A439-83D2F57E5A76}" destId="{60FDFFBA-777E-7442-B4E6-64A6DD98EE25}" srcOrd="1" destOrd="0" presId="urn:microsoft.com/office/officeart/2005/8/layout/hierarchy6"/>
    <dgm:cxn modelId="{3EB1D3A0-B35D-0F44-94BA-0D10B686B117}" type="presOf" srcId="{E62B5D0E-25BA-5946-81EA-7A582882FF8B}" destId="{854D81A8-EF0C-424E-B724-67491042C6F7}" srcOrd="1" destOrd="0" presId="urn:microsoft.com/office/officeart/2005/8/layout/hierarchy6"/>
    <dgm:cxn modelId="{D057E6A3-36F3-414A-B1CD-15653C721B74}" type="presOf" srcId="{2E9A3E15-1AB9-604B-8033-4E3F8BD4F47A}" destId="{87004C8F-BFCB-884E-BE1D-34799B445CBF}" srcOrd="0" destOrd="0" presId="urn:microsoft.com/office/officeart/2005/8/layout/hierarchy6"/>
    <dgm:cxn modelId="{40D925A7-F33B-0249-8694-DEC45CD63778}" srcId="{A4CB20BA-9DD9-D944-89B5-7154FF35A799}" destId="{07C6ABE4-D9E0-7F4F-87C2-77B538B97EA6}" srcOrd="1" destOrd="0" parTransId="{6CCBB489-E539-3F4A-B6C0-12E59BF07364}" sibTransId="{18417F9C-0638-2942-A534-3CEDABE06F0A}"/>
    <dgm:cxn modelId="{E5274DAF-56FE-164B-B249-2408AC2CE8CA}" type="presOf" srcId="{E83DE95F-0F05-2544-A439-83D2F57E5A76}" destId="{522296D3-4DAD-5143-86AA-59251D075B91}" srcOrd="0" destOrd="0" presId="urn:microsoft.com/office/officeart/2005/8/layout/hierarchy6"/>
    <dgm:cxn modelId="{4E816AB0-C334-7840-91B9-F6F10C9099AC}" type="presOf" srcId="{A42FA765-EEE9-8A42-89D3-290D2D614BC3}" destId="{C14BE7D8-5FD1-484D-9667-FF888445B3A4}" srcOrd="0" destOrd="0" presId="urn:microsoft.com/office/officeart/2005/8/layout/hierarchy6"/>
    <dgm:cxn modelId="{DCC102B5-1A66-4244-821F-0D5921F0AB79}" type="presOf" srcId="{E7D0EEBD-B851-9340-ADE0-35F90CCF3385}" destId="{9AEB745C-234A-A140-A58B-97D041EB93C5}" srcOrd="0" destOrd="0" presId="urn:microsoft.com/office/officeart/2005/8/layout/hierarchy6"/>
    <dgm:cxn modelId="{551E64BC-9CFB-2044-8FF9-ADC22CFB95FB}" srcId="{547A8FA0-F1DB-EC49-A27C-DB9C9FA1EE3B}" destId="{1E0FDB90-0180-524A-ABB4-84E094362A96}" srcOrd="1" destOrd="0" parTransId="{7C5EBF78-6BE4-0E42-B6C2-59D259B752EE}" sibTransId="{6EB0F8D3-0B20-3447-9B48-124D2B1009C1}"/>
    <dgm:cxn modelId="{3DB9AFC4-A8CC-C14E-A979-B4157B299BAF}" srcId="{A4CB20BA-9DD9-D944-89B5-7154FF35A799}" destId="{E83DE95F-0F05-2544-A439-83D2F57E5A76}" srcOrd="2" destOrd="0" parTransId="{77A0B712-A4C7-E94E-8A59-72556F465D6D}" sibTransId="{3B08E847-3458-744A-945F-27A89FDA7890}"/>
    <dgm:cxn modelId="{5BD4ABC8-0806-7D4B-A128-2BF08893035F}" srcId="{547A8FA0-F1DB-EC49-A27C-DB9C9FA1EE3B}" destId="{B454B05A-8BBA-DC4F-A856-659508D754E4}" srcOrd="0" destOrd="0" parTransId="{E7D0EEBD-B851-9340-ADE0-35F90CCF3385}" sibTransId="{5073DBEF-0725-E943-BB41-5226B0FA3F5C}"/>
    <dgm:cxn modelId="{D8938ECF-07A2-F948-B2AE-4EFC94807FA1}" srcId="{B454B05A-8BBA-DC4F-A856-659508D754E4}" destId="{D8E773E8-857D-8D4B-A260-65EE628E190D}" srcOrd="0" destOrd="0" parTransId="{2E9A3E15-1AB9-604B-8033-4E3F8BD4F47A}" sibTransId="{D32DB5D3-A730-A147-9331-1D874CA57E85}"/>
    <dgm:cxn modelId="{8D7799E4-DD46-8B47-AB78-89F63FCAD5E9}" type="presOf" srcId="{07C6ABE4-D9E0-7F4F-87C2-77B538B97EA6}" destId="{D6AD495C-4028-AD45-8D0A-3F5DD7024708}" srcOrd="1" destOrd="0" presId="urn:microsoft.com/office/officeart/2005/8/layout/hierarchy6"/>
    <dgm:cxn modelId="{EB46A4F6-B297-F14D-A388-E61A9A512413}" srcId="{1E0FDB90-0180-524A-ABB4-84E094362A96}" destId="{32CAEC65-4B6E-7544-B9DC-ED6BC3604D1F}" srcOrd="0" destOrd="0" parTransId="{A42FA765-EEE9-8A42-89D3-290D2D614BC3}" sibTransId="{93AE2571-FF34-0747-B832-3582E961BCC6}"/>
    <dgm:cxn modelId="{EC01F5FF-4651-A84D-80F7-78DE675CAECC}" type="presOf" srcId="{033373FE-81E6-E649-81BE-69EA5B2D44A0}" destId="{9892D0C1-954D-EE44-ACB6-6AF14F37C5BF}" srcOrd="0" destOrd="0" presId="urn:microsoft.com/office/officeart/2005/8/layout/hierarchy6"/>
    <dgm:cxn modelId="{F4F2B294-B6F6-6746-B27F-7480A70828EE}" type="presParOf" srcId="{524C71C5-51EB-3C4A-B71E-198065C77BFF}" destId="{4F4F376B-AC5A-FE42-9AFF-653E2599D540}" srcOrd="0" destOrd="0" presId="urn:microsoft.com/office/officeart/2005/8/layout/hierarchy6"/>
    <dgm:cxn modelId="{FD65B384-8EC0-0B4E-B326-763216722475}" type="presParOf" srcId="{4F4F376B-AC5A-FE42-9AFF-653E2599D540}" destId="{587BCE4D-2E17-6444-8E0C-86697A0DECE2}" srcOrd="0" destOrd="0" presId="urn:microsoft.com/office/officeart/2005/8/layout/hierarchy6"/>
    <dgm:cxn modelId="{52ED0D67-281E-AA40-86F8-DCE60BABB013}" type="presParOf" srcId="{4F4F376B-AC5A-FE42-9AFF-653E2599D540}" destId="{963F76D7-541D-E049-84FB-CD0429D13D62}" srcOrd="1" destOrd="0" presId="urn:microsoft.com/office/officeart/2005/8/layout/hierarchy6"/>
    <dgm:cxn modelId="{65106948-9B3A-A74E-9E0F-3C7EF8F0811A}" type="presParOf" srcId="{963F76D7-541D-E049-84FB-CD0429D13D62}" destId="{5F065F09-A628-0D42-BBD6-BA7A55DE2BE1}" srcOrd="0" destOrd="0" presId="urn:microsoft.com/office/officeart/2005/8/layout/hierarchy6"/>
    <dgm:cxn modelId="{74F1A315-9C21-AD42-A6DF-CEBA0B59CDE6}" type="presParOf" srcId="{5F065F09-A628-0D42-BBD6-BA7A55DE2BE1}" destId="{A5822EC5-059B-BC4C-99CB-519B44108A59}" srcOrd="0" destOrd="0" presId="urn:microsoft.com/office/officeart/2005/8/layout/hierarchy6"/>
    <dgm:cxn modelId="{BB4BE263-4E84-9C42-98DB-C3D9A6BCEEA8}" type="presParOf" srcId="{5F065F09-A628-0D42-BBD6-BA7A55DE2BE1}" destId="{72045779-A20E-2D4D-875F-2241C26DB84C}" srcOrd="1" destOrd="0" presId="urn:microsoft.com/office/officeart/2005/8/layout/hierarchy6"/>
    <dgm:cxn modelId="{F405C748-0A96-DB45-9879-C9CC8FC5A74B}" type="presParOf" srcId="{72045779-A20E-2D4D-875F-2241C26DB84C}" destId="{9AEB745C-234A-A140-A58B-97D041EB93C5}" srcOrd="0" destOrd="0" presId="urn:microsoft.com/office/officeart/2005/8/layout/hierarchy6"/>
    <dgm:cxn modelId="{9199CEAD-1B1B-7541-8F99-7C2BDE8993FC}" type="presParOf" srcId="{72045779-A20E-2D4D-875F-2241C26DB84C}" destId="{D006F6A2-1BF8-0043-B74C-4D60E3F55A58}" srcOrd="1" destOrd="0" presId="urn:microsoft.com/office/officeart/2005/8/layout/hierarchy6"/>
    <dgm:cxn modelId="{10EB8A81-2692-304E-9443-336C00692E6D}" type="presParOf" srcId="{D006F6A2-1BF8-0043-B74C-4D60E3F55A58}" destId="{B5833E12-2E9E-364F-887C-3540FB57D1D5}" srcOrd="0" destOrd="0" presId="urn:microsoft.com/office/officeart/2005/8/layout/hierarchy6"/>
    <dgm:cxn modelId="{733AFFB4-ABF2-6D44-80AF-1FE693461708}" type="presParOf" srcId="{D006F6A2-1BF8-0043-B74C-4D60E3F55A58}" destId="{E26D28DF-C09C-DE42-9309-6E1E6E9FC764}" srcOrd="1" destOrd="0" presId="urn:microsoft.com/office/officeart/2005/8/layout/hierarchy6"/>
    <dgm:cxn modelId="{E0BE1772-D8BF-7C43-9641-E4ADDCED5EB8}" type="presParOf" srcId="{E26D28DF-C09C-DE42-9309-6E1E6E9FC764}" destId="{87004C8F-BFCB-884E-BE1D-34799B445CBF}" srcOrd="0" destOrd="0" presId="urn:microsoft.com/office/officeart/2005/8/layout/hierarchy6"/>
    <dgm:cxn modelId="{ED716F83-153D-2C41-A4D6-2EBA6E67BA50}" type="presParOf" srcId="{E26D28DF-C09C-DE42-9309-6E1E6E9FC764}" destId="{7963635C-EED4-5646-8350-278A889329BD}" srcOrd="1" destOrd="0" presId="urn:microsoft.com/office/officeart/2005/8/layout/hierarchy6"/>
    <dgm:cxn modelId="{E6FED0DC-4DAF-9746-8323-0B8DA3353F61}" type="presParOf" srcId="{7963635C-EED4-5646-8350-278A889329BD}" destId="{C6C80428-F21A-7B4C-9028-DE9803175538}" srcOrd="0" destOrd="0" presId="urn:microsoft.com/office/officeart/2005/8/layout/hierarchy6"/>
    <dgm:cxn modelId="{DDBA5941-2469-E048-98AF-BD9F9E16603A}" type="presParOf" srcId="{7963635C-EED4-5646-8350-278A889329BD}" destId="{58871D8D-02D5-6D4B-B510-A61F7181EF25}" srcOrd="1" destOrd="0" presId="urn:microsoft.com/office/officeart/2005/8/layout/hierarchy6"/>
    <dgm:cxn modelId="{ACAF908D-329D-4941-86DA-66E3CAA03FD6}" type="presParOf" srcId="{E26D28DF-C09C-DE42-9309-6E1E6E9FC764}" destId="{E26CF011-DC80-9144-BAA3-528B19E52B68}" srcOrd="2" destOrd="0" presId="urn:microsoft.com/office/officeart/2005/8/layout/hierarchy6"/>
    <dgm:cxn modelId="{45BF61D4-7A0F-0246-93FB-0C540A9B493D}" type="presParOf" srcId="{E26D28DF-C09C-DE42-9309-6E1E6E9FC764}" destId="{B712E02B-E427-4A47-81F6-0C077FCC337F}" srcOrd="3" destOrd="0" presId="urn:microsoft.com/office/officeart/2005/8/layout/hierarchy6"/>
    <dgm:cxn modelId="{BFE39796-58EA-2940-B3D4-C1823C85131C}" type="presParOf" srcId="{B712E02B-E427-4A47-81F6-0C077FCC337F}" destId="{9892D0C1-954D-EE44-ACB6-6AF14F37C5BF}" srcOrd="0" destOrd="0" presId="urn:microsoft.com/office/officeart/2005/8/layout/hierarchy6"/>
    <dgm:cxn modelId="{C9A0856C-21B4-C34A-AB76-A54857928E81}" type="presParOf" srcId="{B712E02B-E427-4A47-81F6-0C077FCC337F}" destId="{CFDE77A5-49F9-4047-8185-9401F52F8316}" srcOrd="1" destOrd="0" presId="urn:microsoft.com/office/officeart/2005/8/layout/hierarchy6"/>
    <dgm:cxn modelId="{0DED1DD1-8B7C-1140-B4C3-439CFEA6AF25}" type="presParOf" srcId="{72045779-A20E-2D4D-875F-2241C26DB84C}" destId="{10EC6125-FD7D-D44D-8518-77ED18472FEF}" srcOrd="2" destOrd="0" presId="urn:microsoft.com/office/officeart/2005/8/layout/hierarchy6"/>
    <dgm:cxn modelId="{09808C22-F4D4-954C-92A3-E5D81534414B}" type="presParOf" srcId="{72045779-A20E-2D4D-875F-2241C26DB84C}" destId="{D4C090C3-7E30-3647-8D69-B7DD09D78F09}" srcOrd="3" destOrd="0" presId="urn:microsoft.com/office/officeart/2005/8/layout/hierarchy6"/>
    <dgm:cxn modelId="{2FC432EC-4AF9-774B-A2EA-D2ADF4AD0648}" type="presParOf" srcId="{D4C090C3-7E30-3647-8D69-B7DD09D78F09}" destId="{A56EA56A-E92D-B640-A9A5-7C35C291CC20}" srcOrd="0" destOrd="0" presId="urn:microsoft.com/office/officeart/2005/8/layout/hierarchy6"/>
    <dgm:cxn modelId="{59C50827-C80E-FD49-AA6A-6221C22ECE45}" type="presParOf" srcId="{D4C090C3-7E30-3647-8D69-B7DD09D78F09}" destId="{7210A7D6-184E-F445-984B-A21B4F60EC86}" srcOrd="1" destOrd="0" presId="urn:microsoft.com/office/officeart/2005/8/layout/hierarchy6"/>
    <dgm:cxn modelId="{0583655A-8021-8D49-951F-AC405A5EB352}" type="presParOf" srcId="{7210A7D6-184E-F445-984B-A21B4F60EC86}" destId="{C14BE7D8-5FD1-484D-9667-FF888445B3A4}" srcOrd="0" destOrd="0" presId="urn:microsoft.com/office/officeart/2005/8/layout/hierarchy6"/>
    <dgm:cxn modelId="{E541765F-9DA6-704F-8EAD-0CB0F7BAA8E1}" type="presParOf" srcId="{7210A7D6-184E-F445-984B-A21B4F60EC86}" destId="{C2737E70-99E5-E14C-A1C8-C93004E5317C}" srcOrd="1" destOrd="0" presId="urn:microsoft.com/office/officeart/2005/8/layout/hierarchy6"/>
    <dgm:cxn modelId="{240DAD81-A772-CF45-9B43-10016BA722B5}" type="presParOf" srcId="{C2737E70-99E5-E14C-A1C8-C93004E5317C}" destId="{7A326580-3FCB-A043-AA49-94100B202CAE}" srcOrd="0" destOrd="0" presId="urn:microsoft.com/office/officeart/2005/8/layout/hierarchy6"/>
    <dgm:cxn modelId="{5E5687EB-058B-8046-9A09-B5E198854BBB}" type="presParOf" srcId="{C2737E70-99E5-E14C-A1C8-C93004E5317C}" destId="{5D5FE3E7-FBDE-A840-8021-9CB0B4F9EEE1}" srcOrd="1" destOrd="0" presId="urn:microsoft.com/office/officeart/2005/8/layout/hierarchy6"/>
    <dgm:cxn modelId="{F6CE418E-A44F-914F-8068-BC76BF2B8D40}" type="presParOf" srcId="{524C71C5-51EB-3C4A-B71E-198065C77BFF}" destId="{957A58CC-FEAF-A64D-90E6-F9E2CC3B8AD2}" srcOrd="1" destOrd="0" presId="urn:microsoft.com/office/officeart/2005/8/layout/hierarchy6"/>
    <dgm:cxn modelId="{E6F2C75C-CC8F-7048-B23D-BBA9E02E689A}" type="presParOf" srcId="{957A58CC-FEAF-A64D-90E6-F9E2CC3B8AD2}" destId="{7832EC1F-2093-424C-BE23-EF982FA47694}" srcOrd="0" destOrd="0" presId="urn:microsoft.com/office/officeart/2005/8/layout/hierarchy6"/>
    <dgm:cxn modelId="{6D5B9BFD-0B14-C44B-A46A-CB2D62D6DBFF}" type="presParOf" srcId="{7832EC1F-2093-424C-BE23-EF982FA47694}" destId="{792FB1A9-32ED-E042-92AB-D8D6F00D3880}" srcOrd="0" destOrd="0" presId="urn:microsoft.com/office/officeart/2005/8/layout/hierarchy6"/>
    <dgm:cxn modelId="{30BA9744-F59B-B34F-A883-F69F7A891038}" type="presParOf" srcId="{7832EC1F-2093-424C-BE23-EF982FA47694}" destId="{D6AD495C-4028-AD45-8D0A-3F5DD7024708}" srcOrd="1" destOrd="0" presId="urn:microsoft.com/office/officeart/2005/8/layout/hierarchy6"/>
    <dgm:cxn modelId="{3124E865-F0DC-3C40-B061-BCBD3AF6301D}" type="presParOf" srcId="{957A58CC-FEAF-A64D-90E6-F9E2CC3B8AD2}" destId="{DB10CEA9-F124-4A41-963D-EFCEB3A2AB8E}" srcOrd="1" destOrd="0" presId="urn:microsoft.com/office/officeart/2005/8/layout/hierarchy6"/>
    <dgm:cxn modelId="{2843EA33-4001-8D4C-BCCA-AA0AECA80CAE}" type="presParOf" srcId="{DB10CEA9-F124-4A41-963D-EFCEB3A2AB8E}" destId="{F6C76639-4DB5-5647-9407-BACCD8608A24}" srcOrd="0" destOrd="0" presId="urn:microsoft.com/office/officeart/2005/8/layout/hierarchy6"/>
    <dgm:cxn modelId="{08222DDE-B1D8-DA44-BCF2-2F45B7520956}" type="presParOf" srcId="{957A58CC-FEAF-A64D-90E6-F9E2CC3B8AD2}" destId="{59AEB522-74FC-584F-AB8D-C31A091482D7}" srcOrd="2" destOrd="0" presId="urn:microsoft.com/office/officeart/2005/8/layout/hierarchy6"/>
    <dgm:cxn modelId="{6876F543-BBB6-7445-8363-0CBBE26CE926}" type="presParOf" srcId="{59AEB522-74FC-584F-AB8D-C31A091482D7}" destId="{522296D3-4DAD-5143-86AA-59251D075B91}" srcOrd="0" destOrd="0" presId="urn:microsoft.com/office/officeart/2005/8/layout/hierarchy6"/>
    <dgm:cxn modelId="{BCC394CF-17F2-1446-830D-95DD03540E4B}" type="presParOf" srcId="{59AEB522-74FC-584F-AB8D-C31A091482D7}" destId="{60FDFFBA-777E-7442-B4E6-64A6DD98EE25}" srcOrd="1" destOrd="0" presId="urn:microsoft.com/office/officeart/2005/8/layout/hierarchy6"/>
    <dgm:cxn modelId="{2B08904C-0259-BA4B-82D2-6C27B7D04D74}" type="presParOf" srcId="{957A58CC-FEAF-A64D-90E6-F9E2CC3B8AD2}" destId="{54618ADA-6204-EE4C-B685-1CD26B954D04}" srcOrd="3" destOrd="0" presId="urn:microsoft.com/office/officeart/2005/8/layout/hierarchy6"/>
    <dgm:cxn modelId="{75457190-D4C2-2E42-86B3-7AD24099E472}" type="presParOf" srcId="{54618ADA-6204-EE4C-B685-1CD26B954D04}" destId="{E06999C3-6DFF-4341-8E01-28A44394420B}" srcOrd="0" destOrd="0" presId="urn:microsoft.com/office/officeart/2005/8/layout/hierarchy6"/>
    <dgm:cxn modelId="{90420AFE-EFFA-DB42-8D07-DC9169BA4D37}" type="presParOf" srcId="{957A58CC-FEAF-A64D-90E6-F9E2CC3B8AD2}" destId="{C11FC736-729E-2F44-9CFE-147303A3E267}" srcOrd="4" destOrd="0" presId="urn:microsoft.com/office/officeart/2005/8/layout/hierarchy6"/>
    <dgm:cxn modelId="{FCE8B600-132C-6947-9ED4-06CFA3C58BE4}" type="presParOf" srcId="{C11FC736-729E-2F44-9CFE-147303A3E267}" destId="{C7433C4C-C693-A548-9EB7-47A174D57262}" srcOrd="0" destOrd="0" presId="urn:microsoft.com/office/officeart/2005/8/layout/hierarchy6"/>
    <dgm:cxn modelId="{A65A6D84-6451-0A40-9F03-7D9325CA5AC7}" type="presParOf" srcId="{C11FC736-729E-2F44-9CFE-147303A3E267}" destId="{854D81A8-EF0C-424E-B724-67491042C6F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33C4C-C693-A548-9EB7-47A174D57262}">
      <dsp:nvSpPr>
        <dsp:cNvPr id="0" name=""/>
        <dsp:cNvSpPr/>
      </dsp:nvSpPr>
      <dsp:spPr>
        <a:xfrm>
          <a:off x="0" y="2880183"/>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2880183"/>
        <a:ext cx="2454389" cy="1233978"/>
      </dsp:txXfrm>
    </dsp:sp>
    <dsp:sp modelId="{522296D3-4DAD-5143-86AA-59251D075B91}">
      <dsp:nvSpPr>
        <dsp:cNvPr id="0" name=""/>
        <dsp:cNvSpPr/>
      </dsp:nvSpPr>
      <dsp:spPr>
        <a:xfrm>
          <a:off x="0" y="1440341"/>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1440341"/>
        <a:ext cx="2454389" cy="1233978"/>
      </dsp:txXfrm>
    </dsp:sp>
    <dsp:sp modelId="{792FB1A9-32ED-E042-92AB-D8D6F00D3880}">
      <dsp:nvSpPr>
        <dsp:cNvPr id="0" name=""/>
        <dsp:cNvSpPr/>
      </dsp:nvSpPr>
      <dsp:spPr>
        <a:xfrm>
          <a:off x="0" y="499"/>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499"/>
        <a:ext cx="2454389" cy="1233978"/>
      </dsp:txXfrm>
    </dsp:sp>
    <dsp:sp modelId="{A5822EC5-059B-BC4C-99CB-519B44108A59}">
      <dsp:nvSpPr>
        <dsp:cNvPr id="0" name=""/>
        <dsp:cNvSpPr/>
      </dsp:nvSpPr>
      <dsp:spPr>
        <a:xfrm>
          <a:off x="4965834" y="103431"/>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995982" y="133579"/>
        <a:ext cx="1483684" cy="969024"/>
      </dsp:txXfrm>
    </dsp:sp>
    <dsp:sp modelId="{9AEB745C-234A-A140-A58B-97D041EB93C5}">
      <dsp:nvSpPr>
        <dsp:cNvPr id="0" name=""/>
        <dsp:cNvSpPr/>
      </dsp:nvSpPr>
      <dsp:spPr>
        <a:xfrm>
          <a:off x="4232443" y="1132751"/>
          <a:ext cx="1505380" cy="411728"/>
        </a:xfrm>
        <a:custGeom>
          <a:avLst/>
          <a:gdLst/>
          <a:ahLst/>
          <a:cxnLst/>
          <a:rect l="0" t="0" r="0" b="0"/>
          <a:pathLst>
            <a:path>
              <a:moveTo>
                <a:pt x="1505380" y="0"/>
              </a:moveTo>
              <a:lnTo>
                <a:pt x="1505380" y="205864"/>
              </a:lnTo>
              <a:lnTo>
                <a:pt x="0" y="205864"/>
              </a:lnTo>
              <a:lnTo>
                <a:pt x="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833E12-2E9E-364F-887C-3540FB57D1D5}">
      <dsp:nvSpPr>
        <dsp:cNvPr id="0" name=""/>
        <dsp:cNvSpPr/>
      </dsp:nvSpPr>
      <dsp:spPr>
        <a:xfrm>
          <a:off x="3460453"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3490601" y="1574627"/>
        <a:ext cx="1483684" cy="969024"/>
      </dsp:txXfrm>
    </dsp:sp>
    <dsp:sp modelId="{87004C8F-BFCB-884E-BE1D-34799B445CBF}">
      <dsp:nvSpPr>
        <dsp:cNvPr id="0" name=""/>
        <dsp:cNvSpPr/>
      </dsp:nvSpPr>
      <dsp:spPr>
        <a:xfrm>
          <a:off x="3228856" y="2573799"/>
          <a:ext cx="1003587" cy="411728"/>
        </a:xfrm>
        <a:custGeom>
          <a:avLst/>
          <a:gdLst/>
          <a:ahLst/>
          <a:cxnLst/>
          <a:rect l="0" t="0" r="0" b="0"/>
          <a:pathLst>
            <a:path>
              <a:moveTo>
                <a:pt x="1003587" y="0"/>
              </a:moveTo>
              <a:lnTo>
                <a:pt x="1003587" y="205864"/>
              </a:lnTo>
              <a:lnTo>
                <a:pt x="0" y="205864"/>
              </a:lnTo>
              <a:lnTo>
                <a:pt x="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C80428-F21A-7B4C-9028-DE9803175538}">
      <dsp:nvSpPr>
        <dsp:cNvPr id="0" name=""/>
        <dsp:cNvSpPr/>
      </dsp:nvSpPr>
      <dsp:spPr>
        <a:xfrm>
          <a:off x="2456866"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2487014" y="3015676"/>
        <a:ext cx="1483684" cy="969024"/>
      </dsp:txXfrm>
    </dsp:sp>
    <dsp:sp modelId="{E26CF011-DC80-9144-BAA3-528B19E52B68}">
      <dsp:nvSpPr>
        <dsp:cNvPr id="0" name=""/>
        <dsp:cNvSpPr/>
      </dsp:nvSpPr>
      <dsp:spPr>
        <a:xfrm>
          <a:off x="4232443" y="2573799"/>
          <a:ext cx="1003587" cy="411728"/>
        </a:xfrm>
        <a:custGeom>
          <a:avLst/>
          <a:gdLst/>
          <a:ahLst/>
          <a:cxnLst/>
          <a:rect l="0" t="0" r="0" b="0"/>
          <a:pathLst>
            <a:path>
              <a:moveTo>
                <a:pt x="0" y="0"/>
              </a:moveTo>
              <a:lnTo>
                <a:pt x="0" y="205864"/>
              </a:lnTo>
              <a:lnTo>
                <a:pt x="1003587" y="205864"/>
              </a:lnTo>
              <a:lnTo>
                <a:pt x="1003587"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92D0C1-954D-EE44-ACB6-6AF14F37C5BF}">
      <dsp:nvSpPr>
        <dsp:cNvPr id="0" name=""/>
        <dsp:cNvSpPr/>
      </dsp:nvSpPr>
      <dsp:spPr>
        <a:xfrm>
          <a:off x="4464040"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494188" y="3015676"/>
        <a:ext cx="1483684" cy="969024"/>
      </dsp:txXfrm>
    </dsp:sp>
    <dsp:sp modelId="{10EC6125-FD7D-D44D-8518-77ED18472FEF}">
      <dsp:nvSpPr>
        <dsp:cNvPr id="0" name=""/>
        <dsp:cNvSpPr/>
      </dsp:nvSpPr>
      <dsp:spPr>
        <a:xfrm>
          <a:off x="5737824" y="1132751"/>
          <a:ext cx="1505380" cy="411728"/>
        </a:xfrm>
        <a:custGeom>
          <a:avLst/>
          <a:gdLst/>
          <a:ahLst/>
          <a:cxnLst/>
          <a:rect l="0" t="0" r="0" b="0"/>
          <a:pathLst>
            <a:path>
              <a:moveTo>
                <a:pt x="0" y="0"/>
              </a:moveTo>
              <a:lnTo>
                <a:pt x="0" y="205864"/>
              </a:lnTo>
              <a:lnTo>
                <a:pt x="1505380" y="205864"/>
              </a:lnTo>
              <a:lnTo>
                <a:pt x="150538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6EA56A-E92D-B640-A9A5-7C35C291CC20}">
      <dsp:nvSpPr>
        <dsp:cNvPr id="0" name=""/>
        <dsp:cNvSpPr/>
      </dsp:nvSpPr>
      <dsp:spPr>
        <a:xfrm>
          <a:off x="6471214"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1574627"/>
        <a:ext cx="1483684" cy="969024"/>
      </dsp:txXfrm>
    </dsp:sp>
    <dsp:sp modelId="{C14BE7D8-5FD1-484D-9667-FF888445B3A4}">
      <dsp:nvSpPr>
        <dsp:cNvPr id="0" name=""/>
        <dsp:cNvSpPr/>
      </dsp:nvSpPr>
      <dsp:spPr>
        <a:xfrm>
          <a:off x="7197485" y="2573799"/>
          <a:ext cx="91440" cy="411728"/>
        </a:xfrm>
        <a:custGeom>
          <a:avLst/>
          <a:gdLst/>
          <a:ahLst/>
          <a:cxnLst/>
          <a:rect l="0" t="0" r="0" b="0"/>
          <a:pathLst>
            <a:path>
              <a:moveTo>
                <a:pt x="45720" y="0"/>
              </a:moveTo>
              <a:lnTo>
                <a:pt x="4572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326580-3FCB-A043-AA49-94100B202CAE}">
      <dsp:nvSpPr>
        <dsp:cNvPr id="0" name=""/>
        <dsp:cNvSpPr/>
      </dsp:nvSpPr>
      <dsp:spPr>
        <a:xfrm>
          <a:off x="6471214"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3015676"/>
        <a:ext cx="1483684" cy="9690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2B377-E820-46CA-9BA3-BC97D6DDBBF4}" type="datetimeFigureOut">
              <a:rPr lang="en-US" smtClean="0"/>
              <a:t>5/29/2025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26B15-B115-4FE7-9FF2-7287B02728E4}" type="slidenum">
              <a:rPr lang="en-US" smtClean="0"/>
              <a:t>‹#›</a:t>
            </a:fld>
            <a:endParaRPr lang="en-US"/>
          </a:p>
        </p:txBody>
      </p:sp>
    </p:spTree>
    <p:extLst>
      <p:ext uri="{BB962C8B-B14F-4D97-AF65-F5344CB8AC3E}">
        <p14:creationId xmlns:p14="http://schemas.microsoft.com/office/powerpoint/2010/main" val="44493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2</a:t>
            </a:fld>
            <a:endParaRPr lang="en-US"/>
          </a:p>
        </p:txBody>
      </p:sp>
    </p:spTree>
    <p:extLst>
      <p:ext uri="{BB962C8B-B14F-4D97-AF65-F5344CB8AC3E}">
        <p14:creationId xmlns:p14="http://schemas.microsoft.com/office/powerpoint/2010/main" val="567480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4</a:t>
            </a:fld>
            <a:endParaRPr lang="en-US"/>
          </a:p>
        </p:txBody>
      </p:sp>
    </p:spTree>
    <p:extLst>
      <p:ext uri="{BB962C8B-B14F-4D97-AF65-F5344CB8AC3E}">
        <p14:creationId xmlns:p14="http://schemas.microsoft.com/office/powerpoint/2010/main" val="96448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5</a:t>
            </a:fld>
            <a:endParaRPr lang="en-US"/>
          </a:p>
        </p:txBody>
      </p:sp>
    </p:spTree>
    <p:extLst>
      <p:ext uri="{BB962C8B-B14F-4D97-AF65-F5344CB8AC3E}">
        <p14:creationId xmlns:p14="http://schemas.microsoft.com/office/powerpoint/2010/main" val="2012898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6</a:t>
            </a:fld>
            <a:endParaRPr lang="en-US"/>
          </a:p>
        </p:txBody>
      </p:sp>
    </p:spTree>
    <p:extLst>
      <p:ext uri="{BB962C8B-B14F-4D97-AF65-F5344CB8AC3E}">
        <p14:creationId xmlns:p14="http://schemas.microsoft.com/office/powerpoint/2010/main" val="1797967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Max</a:t>
            </a:r>
          </a:p>
        </p:txBody>
      </p:sp>
      <p:sp>
        <p:nvSpPr>
          <p:cNvPr id="4" name="Slide Number Placeholder 3"/>
          <p:cNvSpPr>
            <a:spLocks noGrp="1"/>
          </p:cNvSpPr>
          <p:nvPr>
            <p:ph type="sldNum" sz="quarter" idx="5"/>
          </p:nvPr>
        </p:nvSpPr>
        <p:spPr/>
        <p:txBody>
          <a:bodyPr/>
          <a:lstStyle/>
          <a:p>
            <a:fld id="{9BB26B15-B115-4FE7-9FF2-7287B02728E4}" type="slidenum">
              <a:rPr lang="en-US" smtClean="0"/>
              <a:t>7</a:t>
            </a:fld>
            <a:endParaRPr lang="en-US"/>
          </a:p>
        </p:txBody>
      </p:sp>
    </p:spTree>
    <p:extLst>
      <p:ext uri="{BB962C8B-B14F-4D97-AF65-F5344CB8AC3E}">
        <p14:creationId xmlns:p14="http://schemas.microsoft.com/office/powerpoint/2010/main" val="2646007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Max</a:t>
            </a:r>
          </a:p>
        </p:txBody>
      </p:sp>
      <p:sp>
        <p:nvSpPr>
          <p:cNvPr id="4" name="Slide Number Placeholder 3"/>
          <p:cNvSpPr>
            <a:spLocks noGrp="1"/>
          </p:cNvSpPr>
          <p:nvPr>
            <p:ph type="sldNum" sz="quarter" idx="5"/>
          </p:nvPr>
        </p:nvSpPr>
        <p:spPr/>
        <p:txBody>
          <a:bodyPr/>
          <a:lstStyle/>
          <a:p>
            <a:fld id="{9BB26B15-B115-4FE7-9FF2-7287B02728E4}" type="slidenum">
              <a:rPr lang="en-US" smtClean="0"/>
              <a:t>8</a:t>
            </a:fld>
            <a:endParaRPr lang="en-US"/>
          </a:p>
        </p:txBody>
      </p:sp>
    </p:spTree>
    <p:extLst>
      <p:ext uri="{BB962C8B-B14F-4D97-AF65-F5344CB8AC3E}">
        <p14:creationId xmlns:p14="http://schemas.microsoft.com/office/powerpoint/2010/main" val="3778604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Max</a:t>
            </a:r>
          </a:p>
        </p:txBody>
      </p:sp>
      <p:sp>
        <p:nvSpPr>
          <p:cNvPr id="4" name="Slide Number Placeholder 3"/>
          <p:cNvSpPr>
            <a:spLocks noGrp="1"/>
          </p:cNvSpPr>
          <p:nvPr>
            <p:ph type="sldNum" sz="quarter" idx="5"/>
          </p:nvPr>
        </p:nvSpPr>
        <p:spPr/>
        <p:txBody>
          <a:bodyPr/>
          <a:lstStyle/>
          <a:p>
            <a:fld id="{9BB26B15-B115-4FE7-9FF2-7287B02728E4}" type="slidenum">
              <a:rPr lang="en-US" smtClean="0"/>
              <a:t>9</a:t>
            </a:fld>
            <a:endParaRPr lang="en-US"/>
          </a:p>
        </p:txBody>
      </p:sp>
    </p:spTree>
    <p:extLst>
      <p:ext uri="{BB962C8B-B14F-4D97-AF65-F5344CB8AC3E}">
        <p14:creationId xmlns:p14="http://schemas.microsoft.com/office/powerpoint/2010/main" val="3148608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Shiva. This is the glide we're trying to hit. It goes fast </a:t>
            </a:r>
            <a:r>
              <a:rPr lang="en-US" err="1">
                <a:latin typeface="Calibri"/>
                <a:ea typeface="Calibri"/>
                <a:cs typeface="Calibri"/>
              </a:rPr>
              <a:t>immiedieately</a:t>
            </a:r>
            <a:r>
              <a:rPr lang="en-US">
                <a:latin typeface="Calibri"/>
                <a:ea typeface="Calibri"/>
                <a:cs typeface="Calibri"/>
              </a:rPr>
              <a:t> after burnout + it will stall but we're hoping the pilot can keep it steady at 30 ft/s</a:t>
            </a:r>
            <a:br>
              <a:rPr lang="en-US">
                <a:latin typeface="Calibri"/>
                <a:ea typeface="Calibri"/>
                <a:cs typeface="Calibri"/>
              </a:rPr>
            </a:br>
            <a:r>
              <a:rPr lang="en-US"/>
              <a:t>345.613333333 </a:t>
            </a:r>
            <a:r>
              <a:rPr lang="en-US" err="1"/>
              <a:t>lbf</a:t>
            </a:r>
            <a:endParaRPr lang="en-US" err="1">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11</a:t>
            </a:fld>
            <a:endParaRPr lang="en-US"/>
          </a:p>
        </p:txBody>
      </p:sp>
    </p:spTree>
    <p:extLst>
      <p:ext uri="{BB962C8B-B14F-4D97-AF65-F5344CB8AC3E}">
        <p14:creationId xmlns:p14="http://schemas.microsoft.com/office/powerpoint/2010/main" val="1748504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Shiva. Key Point: Sweep Angle --&gt; 40 degrees trying to find the sweet spot between maximizing drag </a:t>
            </a:r>
          </a:p>
        </p:txBody>
      </p:sp>
      <p:sp>
        <p:nvSpPr>
          <p:cNvPr id="4" name="Slide Number Placeholder 3"/>
          <p:cNvSpPr>
            <a:spLocks noGrp="1"/>
          </p:cNvSpPr>
          <p:nvPr>
            <p:ph type="sldNum" sz="quarter" idx="5"/>
          </p:nvPr>
        </p:nvSpPr>
        <p:spPr/>
        <p:txBody>
          <a:bodyPr/>
          <a:lstStyle/>
          <a:p>
            <a:fld id="{9BB26B15-B115-4FE7-9FF2-7287B02728E4}" type="slidenum">
              <a:rPr lang="en-US" smtClean="0"/>
              <a:t>12</a:t>
            </a:fld>
            <a:endParaRPr lang="en-US"/>
          </a:p>
        </p:txBody>
      </p:sp>
    </p:spTree>
    <p:extLst>
      <p:ext uri="{BB962C8B-B14F-4D97-AF65-F5344CB8AC3E}">
        <p14:creationId xmlns:p14="http://schemas.microsoft.com/office/powerpoint/2010/main" val="664247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David Carter Oropeza</a:t>
            </a:r>
          </a:p>
          <a:p>
            <a:r>
              <a:rPr lang="en-US"/>
              <a:t>The vertical stabilizer and rudder will be used for helping to land the rocket safely. The rudder and vertical stabilizer will help to keep the rocket centered and decrease yaw. We are not yet sure whether or not we will need to implement a rudder (especially because the biggest problem with the Sonata was how much it rolled during its descent), so this will be tested as we work with DBF to finalize out wing and vertical stabilizer design. For now we have a basic rudder design taken off of the NACA airfoil database (NACA 63-215 AIRFOIL). This design will change, especially with how it is not perfectly symmetrical. We will most likely use a NACA 0006 or 0012 design in the future. The goal of this base design is simply to show that the vertical stabilizer will be thicker than the wings.</a:t>
            </a:r>
            <a:br>
              <a:rPr lang="en-US">
                <a:cs typeface="+mn-lt"/>
              </a:rPr>
            </a:br>
            <a:r>
              <a:rPr lang="en-US"/>
              <a:t>David</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13</a:t>
            </a:fld>
            <a:endParaRPr lang="en-US"/>
          </a:p>
        </p:txBody>
      </p:sp>
    </p:spTree>
    <p:extLst>
      <p:ext uri="{BB962C8B-B14F-4D97-AF65-F5344CB8AC3E}">
        <p14:creationId xmlns:p14="http://schemas.microsoft.com/office/powerpoint/2010/main" val="317823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14</a:t>
            </a:fld>
            <a:endParaRPr lang="en-US"/>
          </a:p>
        </p:txBody>
      </p:sp>
    </p:spTree>
    <p:extLst>
      <p:ext uri="{BB962C8B-B14F-4D97-AF65-F5344CB8AC3E}">
        <p14:creationId xmlns:p14="http://schemas.microsoft.com/office/powerpoint/2010/main" val="4118999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15</a:t>
            </a:fld>
            <a:endParaRPr lang="en-US"/>
          </a:p>
        </p:txBody>
      </p:sp>
    </p:spTree>
    <p:extLst>
      <p:ext uri="{BB962C8B-B14F-4D97-AF65-F5344CB8AC3E}">
        <p14:creationId xmlns:p14="http://schemas.microsoft.com/office/powerpoint/2010/main" val="1261530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Alistair</a:t>
            </a:r>
          </a:p>
        </p:txBody>
      </p:sp>
      <p:sp>
        <p:nvSpPr>
          <p:cNvPr id="4" name="Slide Number Placeholder 3"/>
          <p:cNvSpPr>
            <a:spLocks noGrp="1"/>
          </p:cNvSpPr>
          <p:nvPr>
            <p:ph type="sldNum" sz="quarter" idx="5"/>
          </p:nvPr>
        </p:nvSpPr>
        <p:spPr/>
        <p:txBody>
          <a:bodyPr/>
          <a:lstStyle/>
          <a:p>
            <a:fld id="{9BB26B15-B115-4FE7-9FF2-7287B02728E4}" type="slidenum">
              <a:rPr lang="en-US" smtClean="0"/>
              <a:t>17</a:t>
            </a:fld>
            <a:endParaRPr lang="en-US"/>
          </a:p>
        </p:txBody>
      </p:sp>
    </p:spTree>
    <p:extLst>
      <p:ext uri="{BB962C8B-B14F-4D97-AF65-F5344CB8AC3E}">
        <p14:creationId xmlns:p14="http://schemas.microsoft.com/office/powerpoint/2010/main" val="4133892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Alistair</a:t>
            </a:r>
          </a:p>
        </p:txBody>
      </p:sp>
      <p:sp>
        <p:nvSpPr>
          <p:cNvPr id="4" name="Slide Number Placeholder 3"/>
          <p:cNvSpPr>
            <a:spLocks noGrp="1"/>
          </p:cNvSpPr>
          <p:nvPr>
            <p:ph type="sldNum" sz="quarter" idx="5"/>
          </p:nvPr>
        </p:nvSpPr>
        <p:spPr/>
        <p:txBody>
          <a:bodyPr/>
          <a:lstStyle/>
          <a:p>
            <a:fld id="{9BB26B15-B115-4FE7-9FF2-7287B02728E4}" type="slidenum">
              <a:rPr lang="en-US" smtClean="0"/>
              <a:t>18</a:t>
            </a:fld>
            <a:endParaRPr lang="en-US"/>
          </a:p>
        </p:txBody>
      </p:sp>
    </p:spTree>
    <p:extLst>
      <p:ext uri="{BB962C8B-B14F-4D97-AF65-F5344CB8AC3E}">
        <p14:creationId xmlns:p14="http://schemas.microsoft.com/office/powerpoint/2010/main" val="858813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Alistair</a:t>
            </a:r>
          </a:p>
        </p:txBody>
      </p:sp>
      <p:sp>
        <p:nvSpPr>
          <p:cNvPr id="4" name="Slide Number Placeholder 3"/>
          <p:cNvSpPr>
            <a:spLocks noGrp="1"/>
          </p:cNvSpPr>
          <p:nvPr>
            <p:ph type="sldNum" sz="quarter" idx="5"/>
          </p:nvPr>
        </p:nvSpPr>
        <p:spPr/>
        <p:txBody>
          <a:bodyPr/>
          <a:lstStyle/>
          <a:p>
            <a:fld id="{9BB26B15-B115-4FE7-9FF2-7287B02728E4}" type="slidenum">
              <a:rPr lang="en-US" smtClean="0"/>
              <a:t>19</a:t>
            </a:fld>
            <a:endParaRPr lang="en-US"/>
          </a:p>
        </p:txBody>
      </p:sp>
    </p:spTree>
    <p:extLst>
      <p:ext uri="{BB962C8B-B14F-4D97-AF65-F5344CB8AC3E}">
        <p14:creationId xmlns:p14="http://schemas.microsoft.com/office/powerpoint/2010/main" val="2389676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Alistair</a:t>
            </a:r>
          </a:p>
        </p:txBody>
      </p:sp>
      <p:sp>
        <p:nvSpPr>
          <p:cNvPr id="4" name="Slide Number Placeholder 3"/>
          <p:cNvSpPr>
            <a:spLocks noGrp="1"/>
          </p:cNvSpPr>
          <p:nvPr>
            <p:ph type="sldNum" sz="quarter" idx="5"/>
          </p:nvPr>
        </p:nvSpPr>
        <p:spPr/>
        <p:txBody>
          <a:bodyPr/>
          <a:lstStyle/>
          <a:p>
            <a:fld id="{9BB26B15-B115-4FE7-9FF2-7287B02728E4}" type="slidenum">
              <a:rPr lang="en-US" smtClean="0"/>
              <a:t>20</a:t>
            </a:fld>
            <a:endParaRPr lang="en-US"/>
          </a:p>
        </p:txBody>
      </p:sp>
    </p:spTree>
    <p:extLst>
      <p:ext uri="{BB962C8B-B14F-4D97-AF65-F5344CB8AC3E}">
        <p14:creationId xmlns:p14="http://schemas.microsoft.com/office/powerpoint/2010/main" val="1298753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Alistair</a:t>
            </a:r>
          </a:p>
        </p:txBody>
      </p:sp>
      <p:sp>
        <p:nvSpPr>
          <p:cNvPr id="4" name="Slide Number Placeholder 3"/>
          <p:cNvSpPr>
            <a:spLocks noGrp="1"/>
          </p:cNvSpPr>
          <p:nvPr>
            <p:ph type="sldNum" sz="quarter" idx="5"/>
          </p:nvPr>
        </p:nvSpPr>
        <p:spPr/>
        <p:txBody>
          <a:bodyPr/>
          <a:lstStyle/>
          <a:p>
            <a:fld id="{9BB26B15-B115-4FE7-9FF2-7287B02728E4}" type="slidenum">
              <a:rPr lang="en-US" smtClean="0"/>
              <a:t>21</a:t>
            </a:fld>
            <a:endParaRPr lang="en-US"/>
          </a:p>
        </p:txBody>
      </p:sp>
    </p:spTree>
    <p:extLst>
      <p:ext uri="{BB962C8B-B14F-4D97-AF65-F5344CB8AC3E}">
        <p14:creationId xmlns:p14="http://schemas.microsoft.com/office/powerpoint/2010/main" val="3687629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Shiva</a:t>
            </a:r>
          </a:p>
        </p:txBody>
      </p:sp>
      <p:sp>
        <p:nvSpPr>
          <p:cNvPr id="4" name="Slide Number Placeholder 3"/>
          <p:cNvSpPr>
            <a:spLocks noGrp="1"/>
          </p:cNvSpPr>
          <p:nvPr>
            <p:ph type="sldNum" sz="quarter" idx="5"/>
          </p:nvPr>
        </p:nvSpPr>
        <p:spPr/>
        <p:txBody>
          <a:bodyPr/>
          <a:lstStyle/>
          <a:p>
            <a:fld id="{9BB26B15-B115-4FE7-9FF2-7287B02728E4}" type="slidenum">
              <a:rPr lang="en-US" smtClean="0"/>
              <a:t>22</a:t>
            </a:fld>
            <a:endParaRPr lang="en-US"/>
          </a:p>
        </p:txBody>
      </p:sp>
    </p:spTree>
    <p:extLst>
      <p:ext uri="{BB962C8B-B14F-4D97-AF65-F5344CB8AC3E}">
        <p14:creationId xmlns:p14="http://schemas.microsoft.com/office/powerpoint/2010/main" val="2426481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Shiva</a:t>
            </a:r>
          </a:p>
        </p:txBody>
      </p:sp>
      <p:sp>
        <p:nvSpPr>
          <p:cNvPr id="4" name="Slide Number Placeholder 3"/>
          <p:cNvSpPr>
            <a:spLocks noGrp="1"/>
          </p:cNvSpPr>
          <p:nvPr>
            <p:ph type="sldNum" sz="quarter" idx="5"/>
          </p:nvPr>
        </p:nvSpPr>
        <p:spPr/>
        <p:txBody>
          <a:bodyPr/>
          <a:lstStyle/>
          <a:p>
            <a:fld id="{9BB26B15-B115-4FE7-9FF2-7287B02728E4}" type="slidenum">
              <a:rPr lang="en-US" smtClean="0"/>
              <a:t>23</a:t>
            </a:fld>
            <a:endParaRPr lang="en-US"/>
          </a:p>
        </p:txBody>
      </p:sp>
    </p:spTree>
    <p:extLst>
      <p:ext uri="{BB962C8B-B14F-4D97-AF65-F5344CB8AC3E}">
        <p14:creationId xmlns:p14="http://schemas.microsoft.com/office/powerpoint/2010/main" val="3314070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Shiva</a:t>
            </a:r>
          </a:p>
        </p:txBody>
      </p:sp>
      <p:sp>
        <p:nvSpPr>
          <p:cNvPr id="4" name="Slide Number Placeholder 3"/>
          <p:cNvSpPr>
            <a:spLocks noGrp="1"/>
          </p:cNvSpPr>
          <p:nvPr>
            <p:ph type="sldNum" sz="quarter" idx="5"/>
          </p:nvPr>
        </p:nvSpPr>
        <p:spPr/>
        <p:txBody>
          <a:bodyPr/>
          <a:lstStyle/>
          <a:p>
            <a:fld id="{9BB26B15-B115-4FE7-9FF2-7287B02728E4}" type="slidenum">
              <a:rPr lang="en-US" smtClean="0"/>
              <a:t>24</a:t>
            </a:fld>
            <a:endParaRPr lang="en-US"/>
          </a:p>
        </p:txBody>
      </p:sp>
    </p:spTree>
    <p:extLst>
      <p:ext uri="{BB962C8B-B14F-4D97-AF65-F5344CB8AC3E}">
        <p14:creationId xmlns:p14="http://schemas.microsoft.com/office/powerpoint/2010/main" val="4925462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Jared</a:t>
            </a:r>
          </a:p>
        </p:txBody>
      </p:sp>
      <p:sp>
        <p:nvSpPr>
          <p:cNvPr id="4" name="Slide Number Placeholder 3"/>
          <p:cNvSpPr>
            <a:spLocks noGrp="1"/>
          </p:cNvSpPr>
          <p:nvPr>
            <p:ph type="sldNum" sz="quarter" idx="5"/>
          </p:nvPr>
        </p:nvSpPr>
        <p:spPr/>
        <p:txBody>
          <a:bodyPr/>
          <a:lstStyle/>
          <a:p>
            <a:fld id="{9BB26B15-B115-4FE7-9FF2-7287B02728E4}" type="slidenum">
              <a:rPr lang="en-US" smtClean="0"/>
              <a:t>25</a:t>
            </a:fld>
            <a:endParaRPr lang="en-US"/>
          </a:p>
        </p:txBody>
      </p:sp>
    </p:spTree>
    <p:extLst>
      <p:ext uri="{BB962C8B-B14F-4D97-AF65-F5344CB8AC3E}">
        <p14:creationId xmlns:p14="http://schemas.microsoft.com/office/powerpoint/2010/main" val="1674358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Jared</a:t>
            </a:r>
          </a:p>
        </p:txBody>
      </p:sp>
      <p:sp>
        <p:nvSpPr>
          <p:cNvPr id="4" name="Slide Number Placeholder 3"/>
          <p:cNvSpPr>
            <a:spLocks noGrp="1"/>
          </p:cNvSpPr>
          <p:nvPr>
            <p:ph type="sldNum" sz="quarter" idx="5"/>
          </p:nvPr>
        </p:nvSpPr>
        <p:spPr/>
        <p:txBody>
          <a:bodyPr/>
          <a:lstStyle/>
          <a:p>
            <a:fld id="{9BB26B15-B115-4FE7-9FF2-7287B02728E4}" type="slidenum">
              <a:rPr lang="en-US" smtClean="0"/>
              <a:t>26</a:t>
            </a:fld>
            <a:endParaRPr lang="en-US"/>
          </a:p>
        </p:txBody>
      </p:sp>
    </p:spTree>
    <p:extLst>
      <p:ext uri="{BB962C8B-B14F-4D97-AF65-F5344CB8AC3E}">
        <p14:creationId xmlns:p14="http://schemas.microsoft.com/office/powerpoint/2010/main" val="586866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David Carter Oropeza</a:t>
            </a:r>
          </a:p>
        </p:txBody>
      </p:sp>
      <p:sp>
        <p:nvSpPr>
          <p:cNvPr id="4" name="Slide Number Placeholder 3"/>
          <p:cNvSpPr>
            <a:spLocks noGrp="1"/>
          </p:cNvSpPr>
          <p:nvPr>
            <p:ph type="sldNum" sz="quarter" idx="5"/>
          </p:nvPr>
        </p:nvSpPr>
        <p:spPr/>
        <p:txBody>
          <a:bodyPr/>
          <a:lstStyle/>
          <a:p>
            <a:fld id="{9BB26B15-B115-4FE7-9FF2-7287B02728E4}" type="slidenum">
              <a:rPr lang="en-US" smtClean="0"/>
              <a:t>27</a:t>
            </a:fld>
            <a:endParaRPr lang="en-US"/>
          </a:p>
        </p:txBody>
      </p:sp>
    </p:spTree>
    <p:extLst>
      <p:ext uri="{BB962C8B-B14F-4D97-AF65-F5344CB8AC3E}">
        <p14:creationId xmlns:p14="http://schemas.microsoft.com/office/powerpoint/2010/main" val="1670509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Shiva</a:t>
            </a:r>
          </a:p>
        </p:txBody>
      </p:sp>
      <p:sp>
        <p:nvSpPr>
          <p:cNvPr id="4" name="Slide Number Placeholder 3"/>
          <p:cNvSpPr>
            <a:spLocks noGrp="1"/>
          </p:cNvSpPr>
          <p:nvPr>
            <p:ph type="sldNum" sz="quarter" idx="5"/>
          </p:nvPr>
        </p:nvSpPr>
        <p:spPr/>
        <p:txBody>
          <a:bodyPr/>
          <a:lstStyle/>
          <a:p>
            <a:fld id="{9BB26B15-B115-4FE7-9FF2-7287B02728E4}" type="slidenum">
              <a:rPr lang="en-US" smtClean="0"/>
              <a:t>28</a:t>
            </a:fld>
            <a:endParaRPr lang="en-US"/>
          </a:p>
        </p:txBody>
      </p:sp>
    </p:spTree>
    <p:extLst>
      <p:ext uri="{BB962C8B-B14F-4D97-AF65-F5344CB8AC3E}">
        <p14:creationId xmlns:p14="http://schemas.microsoft.com/office/powerpoint/2010/main" val="8212649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David Carter Oropeza</a:t>
            </a:r>
          </a:p>
        </p:txBody>
      </p:sp>
      <p:sp>
        <p:nvSpPr>
          <p:cNvPr id="4" name="Slide Number Placeholder 3"/>
          <p:cNvSpPr>
            <a:spLocks noGrp="1"/>
          </p:cNvSpPr>
          <p:nvPr>
            <p:ph type="sldNum" sz="quarter" idx="5"/>
          </p:nvPr>
        </p:nvSpPr>
        <p:spPr/>
        <p:txBody>
          <a:bodyPr/>
          <a:lstStyle/>
          <a:p>
            <a:fld id="{9BB26B15-B115-4FE7-9FF2-7287B02728E4}" type="slidenum">
              <a:rPr lang="en-US" smtClean="0"/>
              <a:t>29</a:t>
            </a:fld>
            <a:endParaRPr lang="en-US"/>
          </a:p>
        </p:txBody>
      </p:sp>
    </p:spTree>
    <p:extLst>
      <p:ext uri="{BB962C8B-B14F-4D97-AF65-F5344CB8AC3E}">
        <p14:creationId xmlns:p14="http://schemas.microsoft.com/office/powerpoint/2010/main" val="2239236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1920">
              <a:spcBef>
                <a:spcPts val="1000"/>
              </a:spcBef>
              <a:spcAft>
                <a:spcPts val="800"/>
              </a:spcAft>
            </a:pPr>
            <a:r>
              <a:rPr lang="en-US"/>
              <a:t>David Carter Oropeza</a:t>
            </a:r>
          </a:p>
          <a:p>
            <a:pPr marL="380365" indent="-258445">
              <a:spcBef>
                <a:spcPts val="1000"/>
              </a:spcBef>
              <a:spcAft>
                <a:spcPts val="800"/>
              </a:spcAft>
              <a:buFont typeface="Arial"/>
              <a:buChar char="•"/>
            </a:pPr>
            <a:r>
              <a:rPr lang="en-US"/>
              <a:t>The parachute is a safety precaution in case anything goes wrong (hopefully we will not have to use it).</a:t>
            </a:r>
          </a:p>
          <a:p>
            <a:pPr marL="380365" indent="-258445">
              <a:spcBef>
                <a:spcPts val="1000"/>
              </a:spcBef>
              <a:spcAft>
                <a:spcPts val="800"/>
              </a:spcAft>
              <a:buFont typeface="Arial"/>
              <a:buChar char="•"/>
            </a:pPr>
            <a:r>
              <a:rPr lang="en-US"/>
              <a:t>It will be stored in the back of the rocket next to the motor. This shouldn't add too much weight or offset the center of gravity by a significant amount.</a:t>
            </a:r>
          </a:p>
          <a:p>
            <a:pPr marL="380365" indent="-258445">
              <a:spcBef>
                <a:spcPts val="1000"/>
              </a:spcBef>
              <a:spcAft>
                <a:spcPts val="800"/>
              </a:spcAft>
              <a:buFont typeface="Arial"/>
              <a:buChar char="•"/>
            </a:pPr>
            <a:r>
              <a:rPr lang="en-US"/>
              <a:t>Basic 60" toroidal parachute weighing 6.8oz, packed 3.9in (D) by 3.2in (L), able to slow 19lb rocket to 20fps. Not the finalized choice for parachute, especially considering it costs $266 and its diameter is too large.</a:t>
            </a:r>
          </a:p>
        </p:txBody>
      </p:sp>
      <p:sp>
        <p:nvSpPr>
          <p:cNvPr id="4" name="Slide Number Placeholder 3"/>
          <p:cNvSpPr>
            <a:spLocks noGrp="1"/>
          </p:cNvSpPr>
          <p:nvPr>
            <p:ph type="sldNum" sz="quarter" idx="5"/>
          </p:nvPr>
        </p:nvSpPr>
        <p:spPr/>
        <p:txBody>
          <a:bodyPr/>
          <a:lstStyle/>
          <a:p>
            <a:fld id="{9BB26B15-B115-4FE7-9FF2-7287B02728E4}" type="slidenum">
              <a:rPr lang="en-US" smtClean="0"/>
              <a:t>31</a:t>
            </a:fld>
            <a:endParaRPr lang="en-US"/>
          </a:p>
        </p:txBody>
      </p:sp>
    </p:spTree>
    <p:extLst>
      <p:ext uri="{BB962C8B-B14F-4D97-AF65-F5344CB8AC3E}">
        <p14:creationId xmlns:p14="http://schemas.microsoft.com/office/powerpoint/2010/main" val="1274086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David Carter Oropeza</a:t>
            </a:r>
          </a:p>
          <a:p>
            <a:r>
              <a:rPr lang="en-US"/>
              <a:t>In the event that the parachute needs to be deployed while the nose cone is facing the ground in free fall, the parachute will be better out the back because it will immediately catch the wind and create drag. In the event that the parachute needs to be deployed while the rocket is gliding, the parachute will also be better out the back. This is because if it is released in the front it would catch the wind and be sent back toward the rocket and could get caught on parts of the rocket which could ruin the descent. The parachute will be activated by small explosion to bring it out quickly and effectively. We hope to make the parachute reusable, meaning the only thing that should have to be replaced is the parts needed for the explosion.</a:t>
            </a:r>
          </a:p>
        </p:txBody>
      </p:sp>
      <p:sp>
        <p:nvSpPr>
          <p:cNvPr id="4" name="Slide Number Placeholder 3"/>
          <p:cNvSpPr>
            <a:spLocks noGrp="1"/>
          </p:cNvSpPr>
          <p:nvPr>
            <p:ph type="sldNum" sz="quarter" idx="5"/>
          </p:nvPr>
        </p:nvSpPr>
        <p:spPr/>
        <p:txBody>
          <a:bodyPr/>
          <a:lstStyle/>
          <a:p>
            <a:fld id="{9BB26B15-B115-4FE7-9FF2-7287B02728E4}" type="slidenum">
              <a:rPr lang="en-US" smtClean="0"/>
              <a:t>32</a:t>
            </a:fld>
            <a:endParaRPr lang="en-US"/>
          </a:p>
        </p:txBody>
      </p:sp>
    </p:spTree>
    <p:extLst>
      <p:ext uri="{BB962C8B-B14F-4D97-AF65-F5344CB8AC3E}">
        <p14:creationId xmlns:p14="http://schemas.microsoft.com/office/powerpoint/2010/main" val="4153378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34</a:t>
            </a:fld>
            <a:endParaRPr lang="en-US"/>
          </a:p>
        </p:txBody>
      </p:sp>
    </p:spTree>
    <p:extLst>
      <p:ext uri="{BB962C8B-B14F-4D97-AF65-F5344CB8AC3E}">
        <p14:creationId xmlns:p14="http://schemas.microsoft.com/office/powerpoint/2010/main" val="2407358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35</a:t>
            </a:fld>
            <a:endParaRPr lang="en-US"/>
          </a:p>
        </p:txBody>
      </p:sp>
    </p:spTree>
    <p:extLst>
      <p:ext uri="{BB962C8B-B14F-4D97-AF65-F5344CB8AC3E}">
        <p14:creationId xmlns:p14="http://schemas.microsoft.com/office/powerpoint/2010/main" val="2513307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36</a:t>
            </a:fld>
            <a:endParaRPr lang="en-US"/>
          </a:p>
        </p:txBody>
      </p:sp>
    </p:spTree>
    <p:extLst>
      <p:ext uri="{BB962C8B-B14F-4D97-AF65-F5344CB8AC3E}">
        <p14:creationId xmlns:p14="http://schemas.microsoft.com/office/powerpoint/2010/main" val="32417587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37</a:t>
            </a:fld>
            <a:endParaRPr lang="en-US"/>
          </a:p>
        </p:txBody>
      </p:sp>
    </p:spTree>
    <p:extLst>
      <p:ext uri="{BB962C8B-B14F-4D97-AF65-F5344CB8AC3E}">
        <p14:creationId xmlns:p14="http://schemas.microsoft.com/office/powerpoint/2010/main" val="518399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39</a:t>
            </a:fld>
            <a:endParaRPr lang="en-US"/>
          </a:p>
        </p:txBody>
      </p:sp>
    </p:spTree>
    <p:extLst>
      <p:ext uri="{BB962C8B-B14F-4D97-AF65-F5344CB8AC3E}">
        <p14:creationId xmlns:p14="http://schemas.microsoft.com/office/powerpoint/2010/main" val="479423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David Carter Oropeza</a:t>
            </a:r>
          </a:p>
          <a:p>
            <a:r>
              <a:rPr lang="en-US"/>
              <a:t>We will have to keep in mind the strength of the parachute for both the scenario in which it is in free fall and when it is gliding, but we only really need to test it in free fall because of how the rocket will turn up if it is deployed while gliding.</a:t>
            </a:r>
          </a:p>
          <a:p>
            <a:r>
              <a:rPr lang="en-US"/>
              <a:t>We will test the strength of the parachute by running with it and seeing how much weight it can hold back, similar to resistance training. Through these tests we hope to find the coefficient of drag which will help us determine whether or not the parachute is safe for use.</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40</a:t>
            </a:fld>
            <a:endParaRPr lang="en-US"/>
          </a:p>
        </p:txBody>
      </p:sp>
    </p:spTree>
    <p:extLst>
      <p:ext uri="{BB962C8B-B14F-4D97-AF65-F5344CB8AC3E}">
        <p14:creationId xmlns:p14="http://schemas.microsoft.com/office/powerpoint/2010/main" val="309597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Max</a:t>
            </a:r>
          </a:p>
        </p:txBody>
      </p:sp>
      <p:sp>
        <p:nvSpPr>
          <p:cNvPr id="4" name="Slide Number Placeholder 3"/>
          <p:cNvSpPr>
            <a:spLocks noGrp="1"/>
          </p:cNvSpPr>
          <p:nvPr>
            <p:ph type="sldNum" sz="quarter" idx="5"/>
          </p:nvPr>
        </p:nvSpPr>
        <p:spPr/>
        <p:txBody>
          <a:bodyPr/>
          <a:lstStyle/>
          <a:p>
            <a:fld id="{9BB26B15-B115-4FE7-9FF2-7287B02728E4}" type="slidenum">
              <a:rPr lang="en-US" smtClean="0"/>
              <a:t>41</a:t>
            </a:fld>
            <a:endParaRPr lang="en-US"/>
          </a:p>
        </p:txBody>
      </p:sp>
    </p:spTree>
    <p:extLst>
      <p:ext uri="{BB962C8B-B14F-4D97-AF65-F5344CB8AC3E}">
        <p14:creationId xmlns:p14="http://schemas.microsoft.com/office/powerpoint/2010/main" val="5551356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Spencer</a:t>
            </a:r>
          </a:p>
        </p:txBody>
      </p:sp>
      <p:sp>
        <p:nvSpPr>
          <p:cNvPr id="4" name="Slide Number Placeholder 3"/>
          <p:cNvSpPr>
            <a:spLocks noGrp="1"/>
          </p:cNvSpPr>
          <p:nvPr>
            <p:ph type="sldNum" sz="quarter" idx="5"/>
          </p:nvPr>
        </p:nvSpPr>
        <p:spPr/>
        <p:txBody>
          <a:bodyPr/>
          <a:lstStyle/>
          <a:p>
            <a:fld id="{9BB26B15-B115-4FE7-9FF2-7287B02728E4}" type="slidenum">
              <a:rPr lang="en-US" smtClean="0"/>
              <a:t>42</a:t>
            </a:fld>
            <a:endParaRPr lang="en-US"/>
          </a:p>
        </p:txBody>
      </p:sp>
    </p:spTree>
    <p:extLst>
      <p:ext uri="{BB962C8B-B14F-4D97-AF65-F5344CB8AC3E}">
        <p14:creationId xmlns:p14="http://schemas.microsoft.com/office/powerpoint/2010/main" val="38674327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Good work guys</a:t>
            </a:r>
          </a:p>
        </p:txBody>
      </p:sp>
      <p:sp>
        <p:nvSpPr>
          <p:cNvPr id="4" name="Slide Number Placeholder 3"/>
          <p:cNvSpPr>
            <a:spLocks noGrp="1"/>
          </p:cNvSpPr>
          <p:nvPr>
            <p:ph type="sldNum" sz="quarter" idx="5"/>
          </p:nvPr>
        </p:nvSpPr>
        <p:spPr/>
        <p:txBody>
          <a:bodyPr/>
          <a:lstStyle/>
          <a:p>
            <a:fld id="{9BB26B15-B115-4FE7-9FF2-7287B02728E4}" type="slidenum">
              <a:rPr lang="en-US" smtClean="0"/>
              <a:t>43</a:t>
            </a:fld>
            <a:endParaRPr lang="en-US"/>
          </a:p>
        </p:txBody>
      </p:sp>
    </p:spTree>
    <p:extLst>
      <p:ext uri="{BB962C8B-B14F-4D97-AF65-F5344CB8AC3E}">
        <p14:creationId xmlns:p14="http://schemas.microsoft.com/office/powerpoint/2010/main" val="994114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44</a:t>
            </a:fld>
            <a:endParaRPr lang="en-US"/>
          </a:p>
        </p:txBody>
      </p:sp>
    </p:spTree>
    <p:extLst>
      <p:ext uri="{BB962C8B-B14F-4D97-AF65-F5344CB8AC3E}">
        <p14:creationId xmlns:p14="http://schemas.microsoft.com/office/powerpoint/2010/main" val="38204797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6.jpe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SS 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CF6426-A338-EF4F-AD41-195229AE7A29}"/>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7" name="Picture 6">
            <a:extLst>
              <a:ext uri="{FF2B5EF4-FFF2-40B4-BE49-F238E27FC236}">
                <a16:creationId xmlns:a16="http://schemas.microsoft.com/office/drawing/2014/main" id="{725A8725-F4AA-D694-6668-85C81FA9A0E6}"/>
              </a:ext>
            </a:extLst>
          </p:cNvPr>
          <p:cNvPicPr>
            <a:picLocks noChangeAspect="1"/>
          </p:cNvPicPr>
          <p:nvPr userDrawn="1"/>
        </p:nvPicPr>
        <p:blipFill rotWithShape="1">
          <a:blip r:embed="rId4"/>
          <a:srcRect l="29967" t="7630" r="33872" b="-174"/>
          <a:stretch/>
        </p:blipFill>
        <p:spPr>
          <a:xfrm>
            <a:off x="9550918" y="197231"/>
            <a:ext cx="2510860" cy="5915285"/>
          </a:xfrm>
          <a:prstGeom prst="rect">
            <a:avLst/>
          </a:prstGeom>
          <a:ln w="0">
            <a:solidFill>
              <a:schemeClr val="tx1"/>
            </a:solidFill>
          </a:ln>
        </p:spPr>
      </p:pic>
      <p:sp>
        <p:nvSpPr>
          <p:cNvPr id="3" name="Title 1">
            <a:extLst>
              <a:ext uri="{FF2B5EF4-FFF2-40B4-BE49-F238E27FC236}">
                <a16:creationId xmlns:a16="http://schemas.microsoft.com/office/drawing/2014/main" id="{DF2501E8-5BC5-9809-BF5F-F16E520A7487}"/>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spTree>
    <p:extLst>
      <p:ext uri="{BB962C8B-B14F-4D97-AF65-F5344CB8AC3E}">
        <p14:creationId xmlns:p14="http://schemas.microsoft.com/office/powerpoint/2010/main" val="1856684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PSS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D4D18C-A602-01DF-EB9E-A2368BD69E3D}"/>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Title 1">
            <a:extLst>
              <a:ext uri="{FF2B5EF4-FFF2-40B4-BE49-F238E27FC236}">
                <a16:creationId xmlns:a16="http://schemas.microsoft.com/office/drawing/2014/main" id="{AA1B2EF7-886B-B608-BCC1-C1D136A6F23A}"/>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4" name="Picture 3" descr="A rocket launching with smoke and clouds&#10;&#10;Description automatically generated">
            <a:extLst>
              <a:ext uri="{FF2B5EF4-FFF2-40B4-BE49-F238E27FC236}">
                <a16:creationId xmlns:a16="http://schemas.microsoft.com/office/drawing/2014/main" id="{E750C3AB-0179-755E-F739-F078654D6077}"/>
              </a:ext>
            </a:extLst>
          </p:cNvPr>
          <p:cNvPicPr>
            <a:picLocks noChangeAspect="1"/>
          </p:cNvPicPr>
          <p:nvPr userDrawn="1"/>
        </p:nvPicPr>
        <p:blipFill rotWithShape="1">
          <a:blip r:embed="rId4"/>
          <a:srcRect l="23639" t="7076" r="24952" b="10889"/>
          <a:stretch/>
        </p:blipFill>
        <p:spPr>
          <a:xfrm>
            <a:off x="9550918" y="197231"/>
            <a:ext cx="2522894" cy="5914011"/>
          </a:xfrm>
          <a:prstGeom prst="rect">
            <a:avLst/>
          </a:prstGeom>
        </p:spPr>
      </p:pic>
    </p:spTree>
    <p:extLst>
      <p:ext uri="{BB962C8B-B14F-4D97-AF65-F5344CB8AC3E}">
        <p14:creationId xmlns:p14="http://schemas.microsoft.com/office/powerpoint/2010/main" val="614846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Green">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FF4E795-26B7-6D5D-B586-5DD40B596D1F}"/>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5063" t="25956" r="45411" b="58583"/>
          <a:stretch/>
        </p:blipFill>
        <p:spPr>
          <a:xfrm>
            <a:off x="7309797" y="929369"/>
            <a:ext cx="4882203" cy="5181872"/>
          </a:xfrm>
          <a:prstGeom prst="rect">
            <a:avLst/>
          </a:prstGeom>
        </p:spPr>
      </p:pic>
      <p:pic>
        <p:nvPicPr>
          <p:cNvPr id="16" name="Picture 15">
            <a:extLst>
              <a:ext uri="{FF2B5EF4-FFF2-40B4-BE49-F238E27FC236}">
                <a16:creationId xmlns:a16="http://schemas.microsoft.com/office/drawing/2014/main" id="{EFC3FAE2-B9A3-11FC-09B5-B294C3FC6EAF}"/>
              </a:ext>
              <a:ext uri="{C183D7F6-B498-43B3-948B-1728B52AA6E4}">
                <adec:decorative xmlns:adec="http://schemas.microsoft.com/office/drawing/2017/decorative" val="1"/>
              </a:ext>
            </a:extLst>
          </p:cNvPr>
          <p:cNvPicPr>
            <a:picLocks noChangeAspect="1"/>
          </p:cNvPicPr>
          <p:nvPr userDrawn="1"/>
        </p:nvPicPr>
        <p:blipFill rotWithShape="1">
          <a:blip r:embed="rId3">
            <a:alphaModFix amt="45000"/>
          </a:blip>
          <a:srcRect l="44310" t="67464" r="48405" b="25155"/>
          <a:stretch/>
        </p:blipFill>
        <p:spPr>
          <a:xfrm>
            <a:off x="0" y="174604"/>
            <a:ext cx="3734037" cy="2473556"/>
          </a:xfrm>
          <a:prstGeom prst="rect">
            <a:avLst/>
          </a:prstGeom>
        </p:spPr>
      </p:pic>
      <p:sp>
        <p:nvSpPr>
          <p:cNvPr id="11" name="Title 10">
            <a:extLst>
              <a:ext uri="{FF2B5EF4-FFF2-40B4-BE49-F238E27FC236}">
                <a16:creationId xmlns:a16="http://schemas.microsoft.com/office/drawing/2014/main" id="{1CE0D07B-C2E4-C644-90AF-440D283DAB21}"/>
              </a:ext>
            </a:extLst>
          </p:cNvPr>
          <p:cNvSpPr>
            <a:spLocks noGrp="1"/>
          </p:cNvSpPr>
          <p:nvPr>
            <p:ph type="title" hasCustomPrompt="1"/>
          </p:nvPr>
        </p:nvSpPr>
        <p:spPr>
          <a:xfrm>
            <a:off x="672347" y="504496"/>
            <a:ext cx="10712828" cy="1037865"/>
          </a:xfrm>
          <a:solidFill>
            <a:srgbClr val="214734"/>
          </a:solidFill>
          <a:ln>
            <a:noFill/>
          </a:ln>
          <a:effectLst>
            <a:outerShdw blurRad="50800" dist="38100" dir="2700000" algn="tl" rotWithShape="0">
              <a:prstClr val="black">
                <a:alpha val="40000"/>
              </a:prstClr>
            </a:outerShdw>
          </a:effectLst>
        </p:spPr>
        <p:txBody>
          <a:bodyPr>
            <a:noAutofit/>
          </a:bodyPr>
          <a:lstStyle>
            <a:lvl1pPr algn="l">
              <a:defRPr sz="6400" spc="400">
                <a:solidFill>
                  <a:schemeClr val="bg1"/>
                </a:solidFill>
                <a:latin typeface="Munistic" panose="02000500000000000000" pitchFamily="2" charset="0"/>
              </a:defRPr>
            </a:lvl1pPr>
          </a:lstStyle>
          <a:p>
            <a:r>
              <a:rPr lang="en-US"/>
              <a:t>SECTION BREAK</a:t>
            </a:r>
          </a:p>
        </p:txBody>
      </p:sp>
      <p:sp>
        <p:nvSpPr>
          <p:cNvPr id="13" name="Text Placeholder 1">
            <a:extLst>
              <a:ext uri="{FF2B5EF4-FFF2-40B4-BE49-F238E27FC236}">
                <a16:creationId xmlns:a16="http://schemas.microsoft.com/office/drawing/2014/main" id="{59DBFB00-DD14-A147-2672-46D754793ADC}"/>
              </a:ext>
            </a:extLst>
          </p:cNvPr>
          <p:cNvSpPr>
            <a:spLocks noGrp="1"/>
          </p:cNvSpPr>
          <p:nvPr>
            <p:ph type="body" sz="quarter" idx="11" hasCustomPrompt="1"/>
          </p:nvPr>
        </p:nvSpPr>
        <p:spPr>
          <a:xfrm>
            <a:off x="672347" y="1842273"/>
            <a:ext cx="4612283" cy="342329"/>
          </a:xfrm>
          <a:solidFill>
            <a:schemeClr val="bg1"/>
          </a:solid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Rectangle 1">
            <a:extLst>
              <a:ext uri="{FF2B5EF4-FFF2-40B4-BE49-F238E27FC236}">
                <a16:creationId xmlns:a16="http://schemas.microsoft.com/office/drawing/2014/main" id="{6D04C95E-9E81-9163-47B2-E45D6ED58FC5}"/>
              </a:ext>
              <a:ext uri="{C183D7F6-B498-43B3-948B-1728B52AA6E4}">
                <adec:decorative xmlns:adec="http://schemas.microsoft.com/office/drawing/2017/decorative" val="1"/>
              </a:ext>
            </a:extLst>
          </p:cNvPr>
          <p:cNvSpPr/>
          <p:nvPr userDrawn="1"/>
        </p:nvSpPr>
        <p:spPr>
          <a:xfrm>
            <a:off x="0" y="6111241"/>
            <a:ext cx="12192000" cy="7919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pic>
        <p:nvPicPr>
          <p:cNvPr id="3" name="Picture 2" descr="A black background with white text&#10;&#10;Description automatically generated">
            <a:extLst>
              <a:ext uri="{FF2B5EF4-FFF2-40B4-BE49-F238E27FC236}">
                <a16:creationId xmlns:a16="http://schemas.microsoft.com/office/drawing/2014/main" id="{833AF3E0-66FD-6F0A-8E65-197BA2386EEF}"/>
              </a:ext>
            </a:extLst>
          </p:cNvPr>
          <p:cNvPicPr>
            <a:picLocks noChangeAspect="1"/>
          </p:cNvPicPr>
          <p:nvPr userDrawn="1"/>
        </p:nvPicPr>
        <p:blipFill>
          <a:blip r:embed="rId4"/>
          <a:stretch>
            <a:fillRect/>
          </a:stretch>
        </p:blipFill>
        <p:spPr>
          <a:xfrm>
            <a:off x="672347" y="5682065"/>
            <a:ext cx="2933826" cy="1650278"/>
          </a:xfrm>
          <a:prstGeom prst="rect">
            <a:avLst/>
          </a:prstGeom>
        </p:spPr>
      </p:pic>
    </p:spTree>
    <p:extLst>
      <p:ext uri="{BB962C8B-B14F-4D97-AF65-F5344CB8AC3E}">
        <p14:creationId xmlns:p14="http://schemas.microsoft.com/office/powerpoint/2010/main" val="3502661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Text">
    <p:spTree>
      <p:nvGrpSpPr>
        <p:cNvPr id="1" name=""/>
        <p:cNvGrpSpPr/>
        <p:nvPr/>
      </p:nvGrpSpPr>
      <p:grpSpPr>
        <a:xfrm>
          <a:off x="0" y="0"/>
          <a:ext cx="0" cy="0"/>
          <a:chOff x="0" y="0"/>
          <a:chExt cx="0" cy="0"/>
        </a:xfrm>
      </p:grpSpPr>
      <p:sp>
        <p:nvSpPr>
          <p:cNvPr id="6" name="Text Placeholder 18">
            <a:extLst>
              <a:ext uri="{FF2B5EF4-FFF2-40B4-BE49-F238E27FC236}">
                <a16:creationId xmlns:a16="http://schemas.microsoft.com/office/drawing/2014/main" id="{0CD4B7BB-C6B1-4047-93CA-4A6BC6CADA85}"/>
              </a:ext>
            </a:extLst>
          </p:cNvPr>
          <p:cNvSpPr>
            <a:spLocks noGrp="1"/>
          </p:cNvSpPr>
          <p:nvPr>
            <p:ph type="body" sz="quarter" idx="15" hasCustomPrompt="1"/>
          </p:nvPr>
        </p:nvSpPr>
        <p:spPr>
          <a:xfrm>
            <a:off x="838199" y="1969476"/>
            <a:ext cx="10515600" cy="4033401"/>
          </a:xfrm>
        </p:spPr>
        <p:txBody>
          <a:bodyPr numCol="2" spcCol="457200">
            <a:noAutofit/>
          </a:bodyPr>
          <a:lstStyle>
            <a:lvl1pPr marL="380990" indent="-259074" algn="l">
              <a:lnSpc>
                <a:spcPct val="100000"/>
              </a:lnSpc>
              <a:spcAft>
                <a:spcPts val="800"/>
              </a:spcAft>
              <a:buFont typeface="Arial" panose="020B0604020202020204" pitchFamily="34" charset="0"/>
              <a:buChar char="•"/>
              <a:defRPr sz="1867"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0"/>
            <a:r>
              <a:rPr lang="en-US"/>
              <a:t>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a:p>
            <a:pPr lvl="0"/>
            <a:r>
              <a:rPr lang="en-US" err="1"/>
              <a:t>Posuere</a:t>
            </a:r>
            <a:r>
              <a:rPr lang="en-US"/>
              <a:t> </a:t>
            </a:r>
            <a:r>
              <a:rPr lang="en-US" err="1"/>
              <a:t>urna</a:t>
            </a:r>
            <a:r>
              <a:rPr lang="en-US"/>
              <a:t> </a:t>
            </a:r>
            <a:r>
              <a:rPr lang="en-US" err="1"/>
              <a:t>nec</a:t>
            </a:r>
            <a:r>
              <a:rPr lang="en-US"/>
              <a:t> </a:t>
            </a:r>
            <a:r>
              <a:rPr lang="en-US" err="1"/>
              <a:t>tincidunt</a:t>
            </a:r>
            <a:r>
              <a:rPr lang="en-US"/>
              <a:t> </a:t>
            </a:r>
            <a:r>
              <a:rPr lang="en-US" err="1"/>
              <a:t>praesent</a:t>
            </a:r>
            <a:r>
              <a:rPr lang="en-US"/>
              <a:t> semper </a:t>
            </a:r>
            <a:r>
              <a:rPr lang="en-US" err="1"/>
              <a:t>feugiat</a:t>
            </a:r>
            <a:r>
              <a:rPr lang="en-US"/>
              <a:t> </a:t>
            </a:r>
            <a:r>
              <a:rPr lang="en-US" err="1"/>
              <a:t>nibh</a:t>
            </a:r>
            <a:r>
              <a:rPr lang="en-US"/>
              <a:t> sed pulvinar.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a:t>
            </a:r>
          </a:p>
          <a:p>
            <a:pPr lvl="0"/>
            <a:r>
              <a:rPr lang="en-US" err="1"/>
              <a:t>Nulla</a:t>
            </a:r>
            <a:r>
              <a:rPr lang="en-US"/>
              <a:t> </a:t>
            </a:r>
            <a:r>
              <a:rPr lang="en-US" err="1"/>
              <a:t>pellentesque</a:t>
            </a:r>
            <a:r>
              <a:rPr lang="en-US"/>
              <a:t> </a:t>
            </a:r>
            <a:r>
              <a:rPr lang="en-US" err="1"/>
              <a:t>dignissim</a:t>
            </a:r>
            <a:r>
              <a:rPr lang="en-US"/>
              <a:t> </a:t>
            </a:r>
            <a:r>
              <a:rPr lang="en-US" err="1"/>
              <a:t>enim</a:t>
            </a:r>
            <a:r>
              <a:rPr lang="en-US"/>
              <a:t> sit </a:t>
            </a:r>
            <a:r>
              <a:rPr lang="en-US" err="1"/>
              <a:t>amet</a:t>
            </a:r>
            <a:r>
              <a:rPr lang="en-US"/>
              <a:t> </a:t>
            </a:r>
            <a:r>
              <a:rPr lang="en-US" err="1"/>
              <a:t>venenatis</a:t>
            </a:r>
            <a:r>
              <a:rPr lang="en-US"/>
              <a:t> </a:t>
            </a:r>
            <a:r>
              <a:rPr lang="en-US" err="1"/>
              <a:t>urna</a:t>
            </a:r>
            <a:r>
              <a:rPr lang="en-US"/>
              <a:t> cursus.</a:t>
            </a:r>
          </a:p>
        </p:txBody>
      </p:sp>
      <p:sp>
        <p:nvSpPr>
          <p:cNvPr id="3" name="Title 1">
            <a:extLst>
              <a:ext uri="{FF2B5EF4-FFF2-40B4-BE49-F238E27FC236}">
                <a16:creationId xmlns:a16="http://schemas.microsoft.com/office/drawing/2014/main" id="{A6BF5017-BA1C-8F45-BB42-EEE9D748063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85C63B35-1231-8F6B-6C6C-CDF9478F3812}"/>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atin typeface="+mn-lt"/>
                <a:ea typeface="Source Sans Pro" panose="020B0503030403020204" pitchFamily="34" charset="0"/>
              </a:defRPr>
            </a:lvl1pPr>
          </a:lstStyle>
          <a:p>
            <a:pPr lvl="0"/>
            <a:r>
              <a:rPr lang="en-US"/>
              <a:t>SUBHEAD TO GO HERE</a:t>
            </a:r>
          </a:p>
        </p:txBody>
      </p:sp>
    </p:spTree>
    <p:extLst>
      <p:ext uri="{BB962C8B-B14F-4D97-AF65-F5344CB8AC3E}">
        <p14:creationId xmlns:p14="http://schemas.microsoft.com/office/powerpoint/2010/main" val="254828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fault Page Subheade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741B1D5-6B16-DA0F-FCA2-985C4E559DB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E44BF4C7-D96F-A28B-E74D-1491453DAF83}"/>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304232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1 figure">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D943BAF3-7A31-4B45-9099-035BC373E673}"/>
              </a:ext>
            </a:extLst>
          </p:cNvPr>
          <p:cNvSpPr>
            <a:spLocks noGrp="1"/>
          </p:cNvSpPr>
          <p:nvPr>
            <p:ph type="body" sz="quarter" idx="15" hasCustomPrompt="1"/>
          </p:nvPr>
        </p:nvSpPr>
        <p:spPr>
          <a:xfrm>
            <a:off x="411045" y="2282383"/>
            <a:ext cx="6523989" cy="3758909"/>
          </a:xfrm>
          <a:solidFill>
            <a:schemeClr val="bg1"/>
          </a:solidFill>
          <a:effectLst>
            <a:outerShdw blurRad="50800" dist="38100" dir="2700000" algn="tl" rotWithShape="0">
              <a:prstClr val="black">
                <a:alpha val="40000"/>
              </a:prstClr>
            </a:outerShdw>
          </a:effectLst>
        </p:spPr>
        <p:txBody>
          <a:bodyPr>
            <a:noAutofit/>
          </a:bodyPr>
          <a:lstStyle>
            <a:lvl1pPr marL="0" indent="0">
              <a:lnSpc>
                <a:spcPct val="100000"/>
              </a:lnSpc>
              <a:spcAft>
                <a:spcPts val="800"/>
              </a:spcAft>
              <a:buNone/>
              <a:defRPr sz="1867" spc="0" baseline="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p:txBody>
      </p:sp>
      <p:sp>
        <p:nvSpPr>
          <p:cNvPr id="22" name="Picture Placeholder 21">
            <a:extLst>
              <a:ext uri="{FF2B5EF4-FFF2-40B4-BE49-F238E27FC236}">
                <a16:creationId xmlns:a16="http://schemas.microsoft.com/office/drawing/2014/main" id="{F99D334D-2533-6E48-9EF8-BE59D29480EF}"/>
              </a:ext>
            </a:extLst>
          </p:cNvPr>
          <p:cNvSpPr>
            <a:spLocks noGrp="1"/>
          </p:cNvSpPr>
          <p:nvPr>
            <p:ph type="pic" sz="quarter" idx="16"/>
          </p:nvPr>
        </p:nvSpPr>
        <p:spPr>
          <a:xfrm>
            <a:off x="7333005" y="1772903"/>
            <a:ext cx="4455584" cy="3854908"/>
          </a:xfrm>
          <a:solidFill>
            <a:schemeClr val="bg1">
              <a:lumMod val="85000"/>
            </a:schemeClr>
          </a:solidFill>
          <a:effectLst>
            <a:outerShdw blurRad="50800" dist="38100" dir="2700000" algn="tl" rotWithShape="0">
              <a:prstClr val="black">
                <a:alpha val="40000"/>
              </a:prstClr>
            </a:outerShdw>
          </a:effectLst>
        </p:spPr>
        <p:txBody>
          <a:bodyPr wrap="none">
            <a:noAutofit/>
          </a:bodyPr>
          <a:lstStyle>
            <a:lvl1pPr>
              <a:defRPr>
                <a:noFill/>
              </a:defRPr>
            </a:lvl1pPr>
          </a:lstStyle>
          <a:p>
            <a:endParaRPr lang="en-US"/>
          </a:p>
        </p:txBody>
      </p:sp>
      <p:sp>
        <p:nvSpPr>
          <p:cNvPr id="9" name="Text Placeholder 8">
            <a:extLst>
              <a:ext uri="{FF2B5EF4-FFF2-40B4-BE49-F238E27FC236}">
                <a16:creationId xmlns:a16="http://schemas.microsoft.com/office/drawing/2014/main" id="{016C8243-B7BC-DC4F-90A7-7EA801AC9FF7}"/>
              </a:ext>
            </a:extLst>
          </p:cNvPr>
          <p:cNvSpPr>
            <a:spLocks noGrp="1"/>
          </p:cNvSpPr>
          <p:nvPr>
            <p:ph type="body" sz="quarter" idx="13" hasCustomPrompt="1"/>
          </p:nvPr>
        </p:nvSpPr>
        <p:spPr>
          <a:xfrm>
            <a:off x="403411" y="1772903"/>
            <a:ext cx="6539257" cy="509480"/>
          </a:xfrm>
          <a:solidFill>
            <a:srgbClr val="214734"/>
          </a:solidFill>
          <a:ln>
            <a:solidFill>
              <a:schemeClr val="tx1"/>
            </a:solidFill>
          </a:ln>
          <a:effectLst>
            <a:outerShdw blurRad="50800" dist="38100" dir="2700000" algn="tl" rotWithShape="0">
              <a:prstClr val="black">
                <a:alpha val="40000"/>
              </a:prstClr>
            </a:outerShdw>
          </a:effectLst>
        </p:spPr>
        <p:txBody>
          <a:bodyPr>
            <a:noAutofit/>
          </a:bodyPr>
          <a:lstStyle>
            <a:lvl1pPr marL="0" indent="0" algn="l">
              <a:lnSpc>
                <a:spcPct val="100000"/>
              </a:lnSpc>
              <a:buNone/>
              <a:defRPr sz="2133" b="1" i="0" spc="67" baseline="0">
                <a:solidFill>
                  <a:schemeClr val="bg1"/>
                </a:solidFill>
                <a:latin typeface="Utopia Std Semibold" panose="02040503060506020204" pitchFamily="18" charset="77"/>
              </a:defRPr>
            </a:lvl1pPr>
          </a:lstStyle>
          <a:p>
            <a:pPr lvl="0"/>
            <a:r>
              <a:rPr lang="en-US"/>
              <a:t>Subhead Goes here</a:t>
            </a:r>
          </a:p>
        </p:txBody>
      </p:sp>
      <p:sp>
        <p:nvSpPr>
          <p:cNvPr id="3" name="Title 1">
            <a:extLst>
              <a:ext uri="{FF2B5EF4-FFF2-40B4-BE49-F238E27FC236}">
                <a16:creationId xmlns:a16="http://schemas.microsoft.com/office/drawing/2014/main" id="{8C088181-E434-FDA5-6CFC-CB73488C046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9C148A7B-A2D0-E5FD-CB1E-130899249C99}"/>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1" name="Text Placeholder 10">
            <a:extLst>
              <a:ext uri="{FF2B5EF4-FFF2-40B4-BE49-F238E27FC236}">
                <a16:creationId xmlns:a16="http://schemas.microsoft.com/office/drawing/2014/main" id="{8589C053-6128-F09F-1F5A-96B337007CBA}"/>
              </a:ext>
            </a:extLst>
          </p:cNvPr>
          <p:cNvSpPr>
            <a:spLocks noGrp="1"/>
          </p:cNvSpPr>
          <p:nvPr>
            <p:ph type="body" sz="quarter" idx="20" hasCustomPrompt="1"/>
          </p:nvPr>
        </p:nvSpPr>
        <p:spPr>
          <a:xfrm>
            <a:off x="8612265" y="5763191"/>
            <a:ext cx="1897063" cy="377825"/>
          </a:xfrm>
        </p:spPr>
        <p:txBody>
          <a:bodyPr/>
          <a:lstStyle>
            <a:lvl1pPr algn="ctr">
              <a:defRPr/>
            </a:lvl1pPr>
          </a:lstStyle>
          <a:p>
            <a:pPr lvl="0"/>
            <a:r>
              <a:rPr lang="en-US"/>
              <a:t>Figure &lt;#&gt;</a:t>
            </a:r>
          </a:p>
        </p:txBody>
      </p:sp>
    </p:spTree>
    <p:extLst>
      <p:ext uri="{BB962C8B-B14F-4D97-AF65-F5344CB8AC3E}">
        <p14:creationId xmlns:p14="http://schemas.microsoft.com/office/powerpoint/2010/main" val="2487078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endar">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A1D46CD-BE0A-0919-CEF5-62328905F6B9}"/>
              </a:ext>
            </a:extLst>
          </p:cNvPr>
          <p:cNvGraphicFramePr>
            <a:graphicFrameLocks noGrp="1"/>
          </p:cNvGraphicFramePr>
          <p:nvPr userDrawn="1">
            <p:extLst>
              <p:ext uri="{D42A27DB-BD31-4B8C-83A1-F6EECF244321}">
                <p14:modId xmlns:p14="http://schemas.microsoft.com/office/powerpoint/2010/main" val="1533347744"/>
              </p:ext>
            </p:extLst>
          </p:nvPr>
        </p:nvGraphicFramePr>
        <p:xfrm>
          <a:off x="531848" y="1447600"/>
          <a:ext cx="11238808" cy="4798464"/>
        </p:xfrm>
        <a:graphic>
          <a:graphicData uri="http://schemas.openxmlformats.org/drawingml/2006/table">
            <a:tbl>
              <a:tblPr firstRow="1" bandRow="1">
                <a:effectLst>
                  <a:outerShdw blurRad="50800" dist="38100" dir="2700000" algn="tl" rotWithShape="0">
                    <a:prstClr val="black">
                      <a:alpha val="40000"/>
                    </a:prstClr>
                  </a:outerShdw>
                </a:effectLst>
                <a:tableStyleId>{FABFCF23-3B69-468F-B69F-88F6DE6A72F2}</a:tableStyleId>
              </a:tblPr>
              <a:tblGrid>
                <a:gridCol w="1605544">
                  <a:extLst>
                    <a:ext uri="{9D8B030D-6E8A-4147-A177-3AD203B41FA5}">
                      <a16:colId xmlns:a16="http://schemas.microsoft.com/office/drawing/2014/main" val="2963902180"/>
                    </a:ext>
                  </a:extLst>
                </a:gridCol>
                <a:gridCol w="1605544">
                  <a:extLst>
                    <a:ext uri="{9D8B030D-6E8A-4147-A177-3AD203B41FA5}">
                      <a16:colId xmlns:a16="http://schemas.microsoft.com/office/drawing/2014/main" val="1259372983"/>
                    </a:ext>
                  </a:extLst>
                </a:gridCol>
                <a:gridCol w="1605544">
                  <a:extLst>
                    <a:ext uri="{9D8B030D-6E8A-4147-A177-3AD203B41FA5}">
                      <a16:colId xmlns:a16="http://schemas.microsoft.com/office/drawing/2014/main" val="1377521332"/>
                    </a:ext>
                  </a:extLst>
                </a:gridCol>
                <a:gridCol w="1605544">
                  <a:extLst>
                    <a:ext uri="{9D8B030D-6E8A-4147-A177-3AD203B41FA5}">
                      <a16:colId xmlns:a16="http://schemas.microsoft.com/office/drawing/2014/main" val="2106119576"/>
                    </a:ext>
                  </a:extLst>
                </a:gridCol>
                <a:gridCol w="1605544">
                  <a:extLst>
                    <a:ext uri="{9D8B030D-6E8A-4147-A177-3AD203B41FA5}">
                      <a16:colId xmlns:a16="http://schemas.microsoft.com/office/drawing/2014/main" val="713845557"/>
                    </a:ext>
                  </a:extLst>
                </a:gridCol>
                <a:gridCol w="1605544">
                  <a:extLst>
                    <a:ext uri="{9D8B030D-6E8A-4147-A177-3AD203B41FA5}">
                      <a16:colId xmlns:a16="http://schemas.microsoft.com/office/drawing/2014/main" val="3549223602"/>
                    </a:ext>
                  </a:extLst>
                </a:gridCol>
                <a:gridCol w="1605544">
                  <a:extLst>
                    <a:ext uri="{9D8B030D-6E8A-4147-A177-3AD203B41FA5}">
                      <a16:colId xmlns:a16="http://schemas.microsoft.com/office/drawing/2014/main" val="3959218983"/>
                    </a:ext>
                  </a:extLst>
                </a:gridCol>
              </a:tblGrid>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173388"/>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384521"/>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082159"/>
                  </a:ext>
                </a:extLst>
              </a:tr>
            </a:tbl>
          </a:graphicData>
        </a:graphic>
      </p:graphicFrame>
      <p:sp>
        <p:nvSpPr>
          <p:cNvPr id="9" name="Title 1">
            <a:extLst>
              <a:ext uri="{FF2B5EF4-FFF2-40B4-BE49-F238E27FC236}">
                <a16:creationId xmlns:a16="http://schemas.microsoft.com/office/drawing/2014/main" id="{C340446C-FD7E-704D-EA32-739BE84EA7EC}"/>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10" name="Text Placeholder 6">
            <a:extLst>
              <a:ext uri="{FF2B5EF4-FFF2-40B4-BE49-F238E27FC236}">
                <a16:creationId xmlns:a16="http://schemas.microsoft.com/office/drawing/2014/main" id="{98D6584E-967D-B41A-E738-FC8ECB851DE1}"/>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957307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Row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1681961" y="1932036"/>
            <a:ext cx="8851900"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8" name="Text Placeholder 8">
            <a:extLst>
              <a:ext uri="{FF2B5EF4-FFF2-40B4-BE49-F238E27FC236}">
                <a16:creationId xmlns:a16="http://schemas.microsoft.com/office/drawing/2014/main" id="{A1A618D6-EB63-EA43-A21C-B103C35BC517}"/>
              </a:ext>
            </a:extLst>
          </p:cNvPr>
          <p:cNvSpPr>
            <a:spLocks noGrp="1"/>
          </p:cNvSpPr>
          <p:nvPr>
            <p:ph type="body" sz="quarter" idx="14" hasCustomPrompt="1"/>
          </p:nvPr>
        </p:nvSpPr>
        <p:spPr>
          <a:xfrm>
            <a:off x="1681960" y="3390359"/>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10" name="Text Placeholder 8">
            <a:extLst>
              <a:ext uri="{FF2B5EF4-FFF2-40B4-BE49-F238E27FC236}">
                <a16:creationId xmlns:a16="http://schemas.microsoft.com/office/drawing/2014/main" id="{E2DDEC8D-78EC-A644-8B8B-9708FEC341A4}"/>
              </a:ext>
            </a:extLst>
          </p:cNvPr>
          <p:cNvSpPr>
            <a:spLocks noGrp="1"/>
          </p:cNvSpPr>
          <p:nvPr>
            <p:ph type="body" sz="quarter" idx="15" hasCustomPrompt="1"/>
          </p:nvPr>
        </p:nvSpPr>
        <p:spPr>
          <a:xfrm>
            <a:off x="1681961" y="4848681"/>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1681961" y="2251312"/>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vl5pPr>
              <a:lnSpc>
                <a:spcPct val="100000"/>
              </a:lnSpc>
              <a:spcAft>
                <a:spcPts val="400"/>
              </a:spcAft>
              <a:defRPr spc="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5" name="Text Placeholder 3">
            <a:extLst>
              <a:ext uri="{FF2B5EF4-FFF2-40B4-BE49-F238E27FC236}">
                <a16:creationId xmlns:a16="http://schemas.microsoft.com/office/drawing/2014/main" id="{715E79F7-F96B-B74D-A872-5DD93CD2610D}"/>
              </a:ext>
            </a:extLst>
          </p:cNvPr>
          <p:cNvSpPr>
            <a:spLocks noGrp="1"/>
          </p:cNvSpPr>
          <p:nvPr>
            <p:ph type="body" sz="quarter" idx="17" hasCustomPrompt="1"/>
          </p:nvPr>
        </p:nvSpPr>
        <p:spPr>
          <a:xfrm>
            <a:off x="1681961" y="3709635"/>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6" name="Text Placeholder 3">
            <a:extLst>
              <a:ext uri="{FF2B5EF4-FFF2-40B4-BE49-F238E27FC236}">
                <a16:creationId xmlns:a16="http://schemas.microsoft.com/office/drawing/2014/main" id="{A359F78B-FA29-2044-A54D-9B0DD377B177}"/>
              </a:ext>
            </a:extLst>
          </p:cNvPr>
          <p:cNvSpPr>
            <a:spLocks noGrp="1"/>
          </p:cNvSpPr>
          <p:nvPr>
            <p:ph type="body" sz="quarter" idx="18" hasCustomPrompt="1"/>
          </p:nvPr>
        </p:nvSpPr>
        <p:spPr>
          <a:xfrm>
            <a:off x="1681961" y="5177713"/>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2" name="Title 1">
            <a:extLst>
              <a:ext uri="{FF2B5EF4-FFF2-40B4-BE49-F238E27FC236}">
                <a16:creationId xmlns:a16="http://schemas.microsoft.com/office/drawing/2014/main" id="{CDDF12B1-EE1A-0211-39EE-B5088049CBA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84F27BFF-80B9-A405-74E9-B75DF1404F40}"/>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3412792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Content">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CFD4D33-18A9-0A6E-0AAF-FE7AC6594B91}"/>
              </a:ext>
            </a:extLst>
          </p:cNvPr>
          <p:cNvGraphicFramePr>
            <a:graphicFrameLocks noGrp="1"/>
          </p:cNvGraphicFramePr>
          <p:nvPr userDrawn="1">
            <p:extLst>
              <p:ext uri="{D42A27DB-BD31-4B8C-83A1-F6EECF244321}">
                <p14:modId xmlns:p14="http://schemas.microsoft.com/office/powerpoint/2010/main" val="3498004817"/>
              </p:ext>
            </p:extLst>
          </p:nvPr>
        </p:nvGraphicFramePr>
        <p:xfrm>
          <a:off x="838199" y="1574800"/>
          <a:ext cx="10541000" cy="4450080"/>
        </p:xfrm>
        <a:graphic>
          <a:graphicData uri="http://schemas.openxmlformats.org/drawingml/2006/table">
            <a:tbl>
              <a:tblPr firstRow="1" bandRow="1">
                <a:effectLst>
                  <a:outerShdw blurRad="50800" dist="38100" dir="2700000" algn="tl" rotWithShape="0">
                    <a:prstClr val="black">
                      <a:alpha val="40000"/>
                    </a:prstClr>
                  </a:outerShdw>
                </a:effectLst>
                <a:tableStyleId>{073A0DAA-6AF3-43AB-8588-CEC1D06C72B9}</a:tableStyleId>
              </a:tblPr>
              <a:tblGrid>
                <a:gridCol w="2635250">
                  <a:extLst>
                    <a:ext uri="{9D8B030D-6E8A-4147-A177-3AD203B41FA5}">
                      <a16:colId xmlns:a16="http://schemas.microsoft.com/office/drawing/2014/main" val="1965054100"/>
                    </a:ext>
                  </a:extLst>
                </a:gridCol>
                <a:gridCol w="2635250">
                  <a:extLst>
                    <a:ext uri="{9D8B030D-6E8A-4147-A177-3AD203B41FA5}">
                      <a16:colId xmlns:a16="http://schemas.microsoft.com/office/drawing/2014/main" val="3697149893"/>
                    </a:ext>
                  </a:extLst>
                </a:gridCol>
                <a:gridCol w="2635250">
                  <a:extLst>
                    <a:ext uri="{9D8B030D-6E8A-4147-A177-3AD203B41FA5}">
                      <a16:colId xmlns:a16="http://schemas.microsoft.com/office/drawing/2014/main" val="1595340377"/>
                    </a:ext>
                  </a:extLst>
                </a:gridCol>
                <a:gridCol w="2635250">
                  <a:extLst>
                    <a:ext uri="{9D8B030D-6E8A-4147-A177-3AD203B41FA5}">
                      <a16:colId xmlns:a16="http://schemas.microsoft.com/office/drawing/2014/main" val="33152381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574280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0525839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45339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585048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3878833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0420087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1054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6683376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475279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3635773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713576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09913505"/>
                  </a:ext>
                </a:extLst>
              </a:tr>
            </a:tbl>
          </a:graphicData>
        </a:graphic>
      </p:graphicFrame>
      <p:sp>
        <p:nvSpPr>
          <p:cNvPr id="3" name="Title 1">
            <a:extLst>
              <a:ext uri="{FF2B5EF4-FFF2-40B4-BE49-F238E27FC236}">
                <a16:creationId xmlns:a16="http://schemas.microsoft.com/office/drawing/2014/main" id="{8D0F17E4-3749-A469-1182-4B885E2D800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B853CFF4-544C-6735-D25A-8567F8600A7F}"/>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891206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2295235-6AC3-C13B-416E-A3B319880513}"/>
              </a:ext>
            </a:extLst>
          </p:cNvPr>
          <p:cNvGraphicFramePr/>
          <p:nvPr userDrawn="1">
            <p:extLst>
              <p:ext uri="{D42A27DB-BD31-4B8C-83A1-F6EECF244321}">
                <p14:modId xmlns:p14="http://schemas.microsoft.com/office/powerpoint/2010/main" val="863356610"/>
              </p:ext>
            </p:extLst>
          </p:nvPr>
        </p:nvGraphicFramePr>
        <p:xfrm>
          <a:off x="2005351" y="1789501"/>
          <a:ext cx="8181298" cy="4114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25E81817-1137-F9C6-035D-63C34598BD7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8" name="Text Placeholder 6">
            <a:extLst>
              <a:ext uri="{FF2B5EF4-FFF2-40B4-BE49-F238E27FC236}">
                <a16:creationId xmlns:a16="http://schemas.microsoft.com/office/drawing/2014/main" id="{7ABFDC6C-BCCF-2CF2-F8C7-C459DF7AAD71}"/>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4078964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67818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5" name="Text Placeholder 3">
            <a:extLst>
              <a:ext uri="{FF2B5EF4-FFF2-40B4-BE49-F238E27FC236}">
                <a16:creationId xmlns:a16="http://schemas.microsoft.com/office/drawing/2014/main" id="{B764E411-936F-3044-8265-A066A2B83B67}"/>
              </a:ext>
            </a:extLst>
          </p:cNvPr>
          <p:cNvSpPr>
            <a:spLocks noGrp="1"/>
          </p:cNvSpPr>
          <p:nvPr>
            <p:ph type="body" sz="quarter" idx="20" hasCustomPrompt="1"/>
          </p:nvPr>
        </p:nvSpPr>
        <p:spPr>
          <a:xfrm>
            <a:off x="67818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cxnSp>
        <p:nvCxnSpPr>
          <p:cNvPr id="19" name="Straight Connector 18">
            <a:extLst>
              <a:ext uri="{FF2B5EF4-FFF2-40B4-BE49-F238E27FC236}">
                <a16:creationId xmlns:a16="http://schemas.microsoft.com/office/drawing/2014/main" id="{7F7C988E-4FD1-F44B-8698-26D540F4924A}"/>
              </a:ext>
              <a:ext uri="{C183D7F6-B498-43B3-948B-1728B52AA6E4}">
                <adec:decorative xmlns:adec="http://schemas.microsoft.com/office/drawing/2017/decorative" val="1"/>
              </a:ext>
            </a:extLst>
          </p:cNvPr>
          <p:cNvCxnSpPr>
            <a:cxnSpLocks/>
          </p:cNvCxnSpPr>
          <p:nvPr userDrawn="1"/>
        </p:nvCxnSpPr>
        <p:spPr>
          <a:xfrm rot="16200000">
            <a:off x="4754881" y="39622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FADD21-6454-BE34-6E68-D413B7D2DFB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33AB676C-24E8-044C-8B5B-55C02294445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35773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1" name="Text Placeholder 3">
            <a:extLst>
              <a:ext uri="{FF2B5EF4-FFF2-40B4-BE49-F238E27FC236}">
                <a16:creationId xmlns:a16="http://schemas.microsoft.com/office/drawing/2014/main" id="{EEBD7929-DCAA-9F42-A87C-7B5A76711BF6}"/>
              </a:ext>
            </a:extLst>
          </p:cNvPr>
          <p:cNvSpPr>
            <a:spLocks noGrp="1"/>
          </p:cNvSpPr>
          <p:nvPr>
            <p:ph type="body" sz="quarter" idx="17" hasCustomPrompt="1"/>
          </p:nvPr>
        </p:nvSpPr>
        <p:spPr>
          <a:xfrm>
            <a:off x="472037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3" name="Text Placeholder 3">
            <a:extLst>
              <a:ext uri="{FF2B5EF4-FFF2-40B4-BE49-F238E27FC236}">
                <a16:creationId xmlns:a16="http://schemas.microsoft.com/office/drawing/2014/main" id="{1684F489-4B0E-7447-8E87-1F18960C53D0}"/>
              </a:ext>
            </a:extLst>
          </p:cNvPr>
          <p:cNvSpPr>
            <a:spLocks noGrp="1"/>
          </p:cNvSpPr>
          <p:nvPr>
            <p:ph type="body" sz="quarter" idx="18" hasCustomPrompt="1"/>
          </p:nvPr>
        </p:nvSpPr>
        <p:spPr>
          <a:xfrm>
            <a:off x="8608767"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4708130"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8" name="Text Placeholder 8">
            <a:extLst>
              <a:ext uri="{FF2B5EF4-FFF2-40B4-BE49-F238E27FC236}">
                <a16:creationId xmlns:a16="http://schemas.microsoft.com/office/drawing/2014/main" id="{3DA5635F-177B-8C4B-A3DC-69876D820030}"/>
              </a:ext>
            </a:extLst>
          </p:cNvPr>
          <p:cNvSpPr>
            <a:spLocks noGrp="1"/>
          </p:cNvSpPr>
          <p:nvPr>
            <p:ph type="body" sz="quarter" idx="20" hasCustomPrompt="1"/>
          </p:nvPr>
        </p:nvSpPr>
        <p:spPr>
          <a:xfrm>
            <a:off x="8578059"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cxnSp>
        <p:nvCxnSpPr>
          <p:cNvPr id="19" name="Straight Connector 18">
            <a:extLst>
              <a:ext uri="{FF2B5EF4-FFF2-40B4-BE49-F238E27FC236}">
                <a16:creationId xmlns:a16="http://schemas.microsoft.com/office/drawing/2014/main" id="{67428C66-1F80-4C4D-BCD2-480123DFFAFE}"/>
              </a:ext>
              <a:ext uri="{C183D7F6-B498-43B3-948B-1728B52AA6E4}">
                <adec:decorative xmlns:adec="http://schemas.microsoft.com/office/drawing/2017/decorative" val="1"/>
              </a:ext>
            </a:extLst>
          </p:cNvPr>
          <p:cNvCxnSpPr>
            <a:cxnSpLocks/>
          </p:cNvCxnSpPr>
          <p:nvPr userDrawn="1"/>
        </p:nvCxnSpPr>
        <p:spPr>
          <a:xfrm rot="16200000">
            <a:off x="28117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5691CA-25BF-4244-8679-B624DA433733}"/>
              </a:ext>
              <a:ext uri="{C183D7F6-B498-43B3-948B-1728B52AA6E4}">
                <adec:decorative xmlns:adec="http://schemas.microsoft.com/office/drawing/2017/decorative" val="1"/>
              </a:ext>
            </a:extLst>
          </p:cNvPr>
          <p:cNvCxnSpPr>
            <a:cxnSpLocks/>
          </p:cNvCxnSpPr>
          <p:nvPr userDrawn="1"/>
        </p:nvCxnSpPr>
        <p:spPr>
          <a:xfrm rot="16200000">
            <a:off x="66979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B77353C-CFFF-511E-7354-4D6270ED083B}"/>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F9264D32-4627-AEB4-A26E-5E5631D7907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802205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Gallery, 6 or Cus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9" name="Picture Placeholder 6">
            <a:extLst>
              <a:ext uri="{FF2B5EF4-FFF2-40B4-BE49-F238E27FC236}">
                <a16:creationId xmlns:a16="http://schemas.microsoft.com/office/drawing/2014/main" id="{9DB7D153-61A8-B34E-A15C-9B46F446BCA3}"/>
              </a:ext>
            </a:extLst>
          </p:cNvPr>
          <p:cNvSpPr>
            <a:spLocks noGrp="1" noChangeAspect="1"/>
          </p:cNvSpPr>
          <p:nvPr>
            <p:ph type="pic" sz="quarter" idx="19"/>
          </p:nvPr>
        </p:nvSpPr>
        <p:spPr>
          <a:xfrm>
            <a:off x="4294824" y="3448048"/>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25"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1" name="Picture Placeholder 6">
            <a:extLst>
              <a:ext uri="{FF2B5EF4-FFF2-40B4-BE49-F238E27FC236}">
                <a16:creationId xmlns:a16="http://schemas.microsoft.com/office/drawing/2014/main" id="{0DE58043-A190-A54E-A57D-DB8D7710CA6E}"/>
              </a:ext>
            </a:extLst>
          </p:cNvPr>
          <p:cNvSpPr>
            <a:spLocks noGrp="1" noChangeAspect="1"/>
          </p:cNvSpPr>
          <p:nvPr>
            <p:ph type="pic" sz="quarter" idx="17"/>
          </p:nvPr>
        </p:nvSpPr>
        <p:spPr>
          <a:xfrm>
            <a:off x="6836048" y="1444666"/>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2" name="Picture Placeholder 6">
            <a:extLst>
              <a:ext uri="{FF2B5EF4-FFF2-40B4-BE49-F238E27FC236}">
                <a16:creationId xmlns:a16="http://schemas.microsoft.com/office/drawing/2014/main" id="{21A2D792-C3A8-B94C-8D1A-FF993AF9B647}"/>
              </a:ext>
            </a:extLst>
          </p:cNvPr>
          <p:cNvSpPr>
            <a:spLocks noGrp="1" noChangeAspect="1"/>
          </p:cNvSpPr>
          <p:nvPr>
            <p:ph type="pic" sz="quarter" idx="18"/>
          </p:nvPr>
        </p:nvSpPr>
        <p:spPr>
          <a:xfrm>
            <a:off x="9377270"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3" name="Picture Placeholder 6">
            <a:extLst>
              <a:ext uri="{FF2B5EF4-FFF2-40B4-BE49-F238E27FC236}">
                <a16:creationId xmlns:a16="http://schemas.microsoft.com/office/drawing/2014/main" id="{16F74465-B7AF-DC42-B0E0-DAEE3F794FD1}"/>
              </a:ext>
            </a:extLst>
          </p:cNvPr>
          <p:cNvSpPr>
            <a:spLocks noGrp="1" noChangeAspect="1"/>
          </p:cNvSpPr>
          <p:nvPr>
            <p:ph type="pic" sz="quarter" idx="20"/>
          </p:nvPr>
        </p:nvSpPr>
        <p:spPr>
          <a:xfrm>
            <a:off x="6836046" y="3448050"/>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4" name="Picture Placeholder 6">
            <a:extLst>
              <a:ext uri="{FF2B5EF4-FFF2-40B4-BE49-F238E27FC236}">
                <a16:creationId xmlns:a16="http://schemas.microsoft.com/office/drawing/2014/main" id="{09C94A2A-6979-4D49-945C-5C430721B087}"/>
              </a:ext>
            </a:extLst>
          </p:cNvPr>
          <p:cNvSpPr>
            <a:spLocks noGrp="1" noChangeAspect="1"/>
          </p:cNvSpPr>
          <p:nvPr>
            <p:ph type="pic" sz="quarter" idx="21"/>
          </p:nvPr>
        </p:nvSpPr>
        <p:spPr>
          <a:xfrm>
            <a:off x="9377269" y="3448049"/>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2" name="Title Placeholder 1">
            <a:extLst>
              <a:ext uri="{FF2B5EF4-FFF2-40B4-BE49-F238E27FC236}">
                <a16:creationId xmlns:a16="http://schemas.microsoft.com/office/drawing/2014/main" id="{7C63A3F1-3298-8C4D-984E-C388DD7476D4}"/>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6" name="Text Placeholder 6">
            <a:extLst>
              <a:ext uri="{FF2B5EF4-FFF2-40B4-BE49-F238E27FC236}">
                <a16:creationId xmlns:a16="http://schemas.microsoft.com/office/drawing/2014/main" id="{240F6009-FD34-5694-97BE-792BA362FA48}"/>
              </a:ext>
            </a:extLst>
          </p:cNvPr>
          <p:cNvSpPr>
            <a:spLocks noGrp="1"/>
          </p:cNvSpPr>
          <p:nvPr>
            <p:ph type="body" sz="quarter" idx="24"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3239492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72" y="1352255"/>
            <a:ext cx="7311842" cy="4076700"/>
          </a:xfrm>
          <a:solidFill>
            <a:schemeClr val="bg1">
              <a:lumMod val="85000"/>
            </a:schemeClr>
          </a:solidFill>
          <a:ln>
            <a:noFill/>
          </a:ln>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8" name="Title Placeholder 1">
            <a:extLst>
              <a:ext uri="{FF2B5EF4-FFF2-40B4-BE49-F238E27FC236}">
                <a16:creationId xmlns:a16="http://schemas.microsoft.com/office/drawing/2014/main" id="{188C06E2-59A6-4FE8-C5A7-6180FBDDFC23}"/>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9" name="Text Placeholder 6">
            <a:extLst>
              <a:ext uri="{FF2B5EF4-FFF2-40B4-BE49-F238E27FC236}">
                <a16:creationId xmlns:a16="http://schemas.microsoft.com/office/drawing/2014/main" id="{B7FCDA71-99A0-621A-1565-FFB026DDF512}"/>
              </a:ext>
            </a:extLst>
          </p:cNvPr>
          <p:cNvSpPr>
            <a:spLocks noGrp="1"/>
          </p:cNvSpPr>
          <p:nvPr>
            <p:ph type="body" sz="quarter" idx="19"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
        <p:nvSpPr>
          <p:cNvPr id="3" name="Text Placeholder 10">
            <a:extLst>
              <a:ext uri="{FF2B5EF4-FFF2-40B4-BE49-F238E27FC236}">
                <a16:creationId xmlns:a16="http://schemas.microsoft.com/office/drawing/2014/main" id="{28256300-16BA-D4B5-39D5-DB5BD6C0542B}"/>
              </a:ext>
            </a:extLst>
          </p:cNvPr>
          <p:cNvSpPr>
            <a:spLocks noGrp="1"/>
          </p:cNvSpPr>
          <p:nvPr>
            <p:ph type="body" sz="quarter" idx="20" hasCustomPrompt="1"/>
          </p:nvPr>
        </p:nvSpPr>
        <p:spPr>
          <a:xfrm>
            <a:off x="7002261" y="5504429"/>
            <a:ext cx="1897063" cy="377825"/>
          </a:xfrm>
        </p:spPr>
        <p:txBody>
          <a:bodyPr/>
          <a:lstStyle>
            <a:lvl1pPr algn="ctr">
              <a:defRPr/>
            </a:lvl1pPr>
          </a:lstStyle>
          <a:p>
            <a:pPr lvl="0"/>
            <a:r>
              <a:rPr lang="en-US"/>
              <a:t>Figure &lt;#&gt;</a:t>
            </a:r>
          </a:p>
        </p:txBody>
      </p:sp>
    </p:spTree>
    <p:extLst>
      <p:ext uri="{BB962C8B-B14F-4D97-AF65-F5344CB8AC3E}">
        <p14:creationId xmlns:p14="http://schemas.microsoft.com/office/powerpoint/2010/main" val="680396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Gallery, 4">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C74FF91-56F8-4041-8084-DCA6FE3768A6}"/>
              </a:ext>
            </a:extLst>
          </p:cNvPr>
          <p:cNvSpPr>
            <a:spLocks noGrp="1"/>
          </p:cNvSpPr>
          <p:nvPr>
            <p:ph type="pic" sz="quarter" idx="10"/>
          </p:nvPr>
        </p:nvSpPr>
        <p:spPr>
          <a:xfrm>
            <a:off x="827040" y="2272822"/>
            <a:ext cx="2499360"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0" name="Picture Placeholder 8">
            <a:extLst>
              <a:ext uri="{FF2B5EF4-FFF2-40B4-BE49-F238E27FC236}">
                <a16:creationId xmlns:a16="http://schemas.microsoft.com/office/drawing/2014/main" id="{9890E7C6-6DB0-2747-A517-8DEE6CDE9DAF}"/>
              </a:ext>
            </a:extLst>
          </p:cNvPr>
          <p:cNvSpPr>
            <a:spLocks noGrp="1"/>
          </p:cNvSpPr>
          <p:nvPr>
            <p:ph type="pic" sz="quarter" idx="11"/>
          </p:nvPr>
        </p:nvSpPr>
        <p:spPr>
          <a:xfrm>
            <a:off x="3501573"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1" name="Picture Placeholder 8">
            <a:extLst>
              <a:ext uri="{FF2B5EF4-FFF2-40B4-BE49-F238E27FC236}">
                <a16:creationId xmlns:a16="http://schemas.microsoft.com/office/drawing/2014/main" id="{770EB97E-35CF-6846-8293-859346561647}"/>
              </a:ext>
            </a:extLst>
          </p:cNvPr>
          <p:cNvSpPr>
            <a:spLocks noGrp="1"/>
          </p:cNvSpPr>
          <p:nvPr>
            <p:ph type="pic" sz="quarter" idx="12"/>
          </p:nvPr>
        </p:nvSpPr>
        <p:spPr>
          <a:xfrm>
            <a:off x="6183721"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2" name="Picture Placeholder 8">
            <a:extLst>
              <a:ext uri="{FF2B5EF4-FFF2-40B4-BE49-F238E27FC236}">
                <a16:creationId xmlns:a16="http://schemas.microsoft.com/office/drawing/2014/main" id="{B67E2AC7-593C-1A48-9B8F-BCBC2F014AE8}"/>
              </a:ext>
            </a:extLst>
          </p:cNvPr>
          <p:cNvSpPr>
            <a:spLocks noGrp="1"/>
          </p:cNvSpPr>
          <p:nvPr>
            <p:ph type="pic" sz="quarter" idx="13"/>
          </p:nvPr>
        </p:nvSpPr>
        <p:spPr>
          <a:xfrm>
            <a:off x="8856346" y="2272821"/>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3" name="Title 1">
            <a:extLst>
              <a:ext uri="{FF2B5EF4-FFF2-40B4-BE49-F238E27FC236}">
                <a16:creationId xmlns:a16="http://schemas.microsoft.com/office/drawing/2014/main" id="{F18BDDAE-2A68-FBA5-7B53-C1B0ACA5EBCE}"/>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37C61FBC-F81F-DB41-B3CB-92857737A91D}"/>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6" name="Text Placeholder 10">
            <a:extLst>
              <a:ext uri="{FF2B5EF4-FFF2-40B4-BE49-F238E27FC236}">
                <a16:creationId xmlns:a16="http://schemas.microsoft.com/office/drawing/2014/main" id="{B75FA5D6-6320-1A7F-2DEF-814CAF9FC93D}"/>
              </a:ext>
            </a:extLst>
          </p:cNvPr>
          <p:cNvSpPr>
            <a:spLocks noGrp="1"/>
          </p:cNvSpPr>
          <p:nvPr>
            <p:ph type="body" sz="quarter" idx="20" hasCustomPrompt="1"/>
          </p:nvPr>
        </p:nvSpPr>
        <p:spPr>
          <a:xfrm>
            <a:off x="1128188" y="4928801"/>
            <a:ext cx="1897063" cy="377825"/>
          </a:xfrm>
        </p:spPr>
        <p:txBody>
          <a:bodyPr/>
          <a:lstStyle>
            <a:lvl1pPr algn="ctr">
              <a:defRPr/>
            </a:lvl1pPr>
          </a:lstStyle>
          <a:p>
            <a:pPr lvl="0"/>
            <a:r>
              <a:rPr lang="en-US"/>
              <a:t>Figure &lt;#&gt;</a:t>
            </a:r>
          </a:p>
        </p:txBody>
      </p:sp>
      <p:sp>
        <p:nvSpPr>
          <p:cNvPr id="7" name="Text Placeholder 10">
            <a:extLst>
              <a:ext uri="{FF2B5EF4-FFF2-40B4-BE49-F238E27FC236}">
                <a16:creationId xmlns:a16="http://schemas.microsoft.com/office/drawing/2014/main" id="{B65F6448-705C-4849-95DB-7E3ED45040FC}"/>
              </a:ext>
            </a:extLst>
          </p:cNvPr>
          <p:cNvSpPr>
            <a:spLocks noGrp="1"/>
          </p:cNvSpPr>
          <p:nvPr>
            <p:ph type="body" sz="quarter" idx="24" hasCustomPrompt="1"/>
          </p:nvPr>
        </p:nvSpPr>
        <p:spPr>
          <a:xfrm>
            <a:off x="3800816" y="4928801"/>
            <a:ext cx="1897063" cy="377825"/>
          </a:xfrm>
        </p:spPr>
        <p:txBody>
          <a:bodyPr/>
          <a:lstStyle>
            <a:lvl1pPr algn="ctr">
              <a:defRPr/>
            </a:lvl1pPr>
          </a:lstStyle>
          <a:p>
            <a:pPr lvl="0"/>
            <a:r>
              <a:rPr lang="en-US"/>
              <a:t>Figure &lt;#&gt;</a:t>
            </a:r>
          </a:p>
        </p:txBody>
      </p:sp>
      <p:sp>
        <p:nvSpPr>
          <p:cNvPr id="8" name="Text Placeholder 10">
            <a:extLst>
              <a:ext uri="{FF2B5EF4-FFF2-40B4-BE49-F238E27FC236}">
                <a16:creationId xmlns:a16="http://schemas.microsoft.com/office/drawing/2014/main" id="{EEC28C48-0CB1-B224-E731-87559B12340B}"/>
              </a:ext>
            </a:extLst>
          </p:cNvPr>
          <p:cNvSpPr>
            <a:spLocks noGrp="1"/>
          </p:cNvSpPr>
          <p:nvPr>
            <p:ph type="body" sz="quarter" idx="25" hasCustomPrompt="1"/>
          </p:nvPr>
        </p:nvSpPr>
        <p:spPr>
          <a:xfrm>
            <a:off x="6473444" y="4931272"/>
            <a:ext cx="1897063" cy="377825"/>
          </a:xfrm>
        </p:spPr>
        <p:txBody>
          <a:bodyPr/>
          <a:lstStyle>
            <a:lvl1pPr algn="ctr">
              <a:defRPr/>
            </a:lvl1pPr>
          </a:lstStyle>
          <a:p>
            <a:pPr lvl="0"/>
            <a:r>
              <a:rPr lang="en-US"/>
              <a:t>Figure &lt;#&gt;</a:t>
            </a:r>
          </a:p>
        </p:txBody>
      </p:sp>
      <p:sp>
        <p:nvSpPr>
          <p:cNvPr id="13" name="Text Placeholder 10">
            <a:extLst>
              <a:ext uri="{FF2B5EF4-FFF2-40B4-BE49-F238E27FC236}">
                <a16:creationId xmlns:a16="http://schemas.microsoft.com/office/drawing/2014/main" id="{4A1C068D-7F53-17D1-9682-D516B545FD31}"/>
              </a:ext>
            </a:extLst>
          </p:cNvPr>
          <p:cNvSpPr>
            <a:spLocks noGrp="1"/>
          </p:cNvSpPr>
          <p:nvPr>
            <p:ph type="body" sz="quarter" idx="26" hasCustomPrompt="1"/>
          </p:nvPr>
        </p:nvSpPr>
        <p:spPr>
          <a:xfrm>
            <a:off x="9146072" y="4928801"/>
            <a:ext cx="1897063" cy="377825"/>
          </a:xfrm>
        </p:spPr>
        <p:txBody>
          <a:bodyPr/>
          <a:lstStyle>
            <a:lvl1pPr algn="ctr">
              <a:defRPr/>
            </a:lvl1pPr>
          </a:lstStyle>
          <a:p>
            <a:pPr lvl="0"/>
            <a:r>
              <a:rPr lang="en-US"/>
              <a:t>Figure &lt;#&gt;</a:t>
            </a:r>
          </a:p>
        </p:txBody>
      </p:sp>
    </p:spTree>
    <p:extLst>
      <p:ext uri="{BB962C8B-B14F-4D97-AF65-F5344CB8AC3E}">
        <p14:creationId xmlns:p14="http://schemas.microsoft.com/office/powerpoint/2010/main" val="2095081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0C3C-7EC6-AE23-71FD-2D47F48F913E}"/>
              </a:ext>
            </a:extLst>
          </p:cNvPr>
          <p:cNvSpPr>
            <a:spLocks noGrp="1"/>
          </p:cNvSpPr>
          <p:nvPr>
            <p:ph type="ctrTitle" hasCustomPrompt="1"/>
          </p:nvPr>
        </p:nvSpPr>
        <p:spPr>
          <a:xfrm>
            <a:off x="2587978" y="2219239"/>
            <a:ext cx="6343650" cy="1540459"/>
          </a:xfrm>
          <a:noFill/>
          <a:effectLst/>
        </p:spPr>
        <p:txBody>
          <a:bodyPr anchor="b"/>
          <a:lstStyle>
            <a:lvl1pPr algn="ctr">
              <a:defRPr sz="6000">
                <a:latin typeface="Munistic" panose="02000500000000000000" pitchFamily="2" charset="0"/>
              </a:defRPr>
            </a:lvl1pPr>
          </a:lstStyle>
          <a:p>
            <a:r>
              <a:rPr lang="en-US"/>
              <a:t>THANK YOU</a:t>
            </a:r>
          </a:p>
        </p:txBody>
      </p:sp>
      <p:sp>
        <p:nvSpPr>
          <p:cNvPr id="3" name="Subtitle 2">
            <a:extLst>
              <a:ext uri="{FF2B5EF4-FFF2-40B4-BE49-F238E27FC236}">
                <a16:creationId xmlns:a16="http://schemas.microsoft.com/office/drawing/2014/main" id="{EAEFFB5D-8493-2F65-E03A-B3D502FEDF8D}"/>
              </a:ext>
            </a:extLst>
          </p:cNvPr>
          <p:cNvSpPr>
            <a:spLocks noGrp="1"/>
          </p:cNvSpPr>
          <p:nvPr>
            <p:ph type="subTitle" idx="1" hasCustomPrompt="1"/>
          </p:nvPr>
        </p:nvSpPr>
        <p:spPr>
          <a:xfrm>
            <a:off x="2587977" y="3851774"/>
            <a:ext cx="6343650" cy="1655762"/>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CAL POLY SPACE SYSTEMS</a:t>
            </a:r>
          </a:p>
        </p:txBody>
      </p:sp>
      <p:pic>
        <p:nvPicPr>
          <p:cNvPr id="1026" name="Picture 2" descr="A blue and white text on a black background&#10;&#10;Description automatically generated">
            <a:extLst>
              <a:ext uri="{FF2B5EF4-FFF2-40B4-BE49-F238E27FC236}">
                <a16:creationId xmlns:a16="http://schemas.microsoft.com/office/drawing/2014/main" id="{49352888-9D9B-1C21-29E5-BFAD18FC90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2988" y="382323"/>
            <a:ext cx="4666567" cy="120399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blue and purple text on a black background&#10;&#10;Description automatically generated">
            <a:extLst>
              <a:ext uri="{FF2B5EF4-FFF2-40B4-BE49-F238E27FC236}">
                <a16:creationId xmlns:a16="http://schemas.microsoft.com/office/drawing/2014/main" id="{3CCAC7A9-2D82-8951-05CD-88BE8C463DD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15729" y="3058564"/>
            <a:ext cx="2437339" cy="887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eing Logo and symbol, meaning, history, PNG, brand">
            <a:extLst>
              <a:ext uri="{FF2B5EF4-FFF2-40B4-BE49-F238E27FC236}">
                <a16:creationId xmlns:a16="http://schemas.microsoft.com/office/drawing/2014/main" id="{76909B21-5469-297F-5C83-A9E1FE46791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236518" y="205670"/>
            <a:ext cx="4510697" cy="151820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omposites One Showroom | CompositesWorld">
            <a:extLst>
              <a:ext uri="{FF2B5EF4-FFF2-40B4-BE49-F238E27FC236}">
                <a16:creationId xmlns:a16="http://schemas.microsoft.com/office/drawing/2014/main" id="{0F458620-B139-69DE-42D6-0DBB12F4A30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82037" y="5321043"/>
            <a:ext cx="5080980" cy="7385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logo for a ski resort&#10;&#10;Description automatically generated">
            <a:extLst>
              <a:ext uri="{FF2B5EF4-FFF2-40B4-BE49-F238E27FC236}">
                <a16:creationId xmlns:a16="http://schemas.microsoft.com/office/drawing/2014/main" id="{612C1C81-5266-DB95-7CD7-5DDBFC636F2E}"/>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2553" y="1848874"/>
            <a:ext cx="3493904" cy="111229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xiom Materials to be Acquired by Kordsa, Merging International Leaders in  Industrial Materials">
            <a:extLst>
              <a:ext uri="{FF2B5EF4-FFF2-40B4-BE49-F238E27FC236}">
                <a16:creationId xmlns:a16="http://schemas.microsoft.com/office/drawing/2014/main" id="{754FFED0-D488-3252-EBAD-8F183D97ACE7}"/>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80817" y="4231282"/>
            <a:ext cx="2307161" cy="68805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white circle with black circle&#10;&#10;Description automatically generated">
            <a:extLst>
              <a:ext uri="{FF2B5EF4-FFF2-40B4-BE49-F238E27FC236}">
                <a16:creationId xmlns:a16="http://schemas.microsoft.com/office/drawing/2014/main" id="{43CCC55D-05A3-215E-933E-020E6CC82A8D}"/>
              </a:ext>
            </a:extLst>
          </p:cNvPr>
          <p:cNvPicPr>
            <a:picLocks noChangeAspect="1"/>
          </p:cNvPicPr>
          <p:nvPr userDrawn="1"/>
        </p:nvPicPr>
        <p:blipFill>
          <a:blip r:embed="rId8"/>
          <a:srcRect/>
          <a:stretch/>
        </p:blipFill>
        <p:spPr>
          <a:xfrm>
            <a:off x="7156623" y="5154671"/>
            <a:ext cx="4767432" cy="961103"/>
          </a:xfrm>
          <a:prstGeom prst="rect">
            <a:avLst/>
          </a:prstGeom>
          <a:solidFill>
            <a:srgbClr val="08182C"/>
          </a:solidFill>
          <a:ln w="50800">
            <a:solidFill>
              <a:srgbClr val="08182C"/>
            </a:solidFill>
          </a:ln>
        </p:spPr>
      </p:pic>
      <p:pic>
        <p:nvPicPr>
          <p:cNvPr id="1036" name="Picture 12">
            <a:extLst>
              <a:ext uri="{FF2B5EF4-FFF2-40B4-BE49-F238E27FC236}">
                <a16:creationId xmlns:a16="http://schemas.microsoft.com/office/drawing/2014/main" id="{F01ADC1A-0D13-03E0-13EB-E101C19798C2}"/>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271342" y="4014370"/>
            <a:ext cx="2652713" cy="904962"/>
          </a:xfrm>
          <a:prstGeom prst="rect">
            <a:avLst/>
          </a:prstGeom>
          <a:solidFill>
            <a:srgbClr val="0A3821"/>
          </a:solidFill>
          <a:ln w="66675">
            <a:solidFill>
              <a:srgbClr val="0A3821"/>
            </a:solidFill>
          </a:ln>
        </p:spPr>
      </p:pic>
      <p:pic>
        <p:nvPicPr>
          <p:cNvPr id="1038" name="Picture 14">
            <a:extLst>
              <a:ext uri="{FF2B5EF4-FFF2-40B4-BE49-F238E27FC236}">
                <a16:creationId xmlns:a16="http://schemas.microsoft.com/office/drawing/2014/main" id="{FF53E503-2FF4-2017-5784-248864FC5443}"/>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8430151" y="1290863"/>
            <a:ext cx="3493904" cy="113049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al Poly Aerospace Engineering - Aerospace Engineering Department - Cal Poly  State University | LinkedIn">
            <a:extLst>
              <a:ext uri="{FF2B5EF4-FFF2-40B4-BE49-F238E27FC236}">
                <a16:creationId xmlns:a16="http://schemas.microsoft.com/office/drawing/2014/main" id="{444E7213-6F27-EF3C-C81B-EDA7874E16C6}"/>
              </a:ext>
            </a:extLst>
          </p:cNvPr>
          <p:cNvPicPr>
            <a:picLocks noChangeAspect="1" noChangeArrowheads="1"/>
          </p:cNvPicPr>
          <p:nvPr userDrawn="1"/>
        </p:nvPicPr>
        <p:blipFill rotWithShape="1">
          <a:blip r:embed="rId11">
            <a:extLst>
              <a:ext uri="{28A0092B-C50C-407E-A947-70E740481C1C}">
                <a14:useLocalDpi xmlns:a14="http://schemas.microsoft.com/office/drawing/2010/main" val="0"/>
              </a:ext>
            </a:extLst>
          </a:blip>
          <a:srcRect l="6620" t="31880" r="6883" b="33806"/>
          <a:stretch/>
        </p:blipFill>
        <p:spPr bwMode="auto">
          <a:xfrm>
            <a:off x="9271342" y="2686642"/>
            <a:ext cx="2704929" cy="1073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745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199" y="737139"/>
            <a:ext cx="10515600" cy="943848"/>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p>
            <a:r>
              <a:rPr lang="en-US"/>
              <a:t>TITLE</a:t>
            </a:r>
          </a:p>
        </p:txBody>
      </p:sp>
      <p:sp>
        <p:nvSpPr>
          <p:cNvPr id="3" name="Text Placeholder 2"/>
          <p:cNvSpPr>
            <a:spLocks noGrp="1"/>
          </p:cNvSpPr>
          <p:nvPr>
            <p:ph type="body" idx="1"/>
          </p:nvPr>
        </p:nvSpPr>
        <p:spPr>
          <a:xfrm>
            <a:off x="838200" y="2232594"/>
            <a:ext cx="10515600" cy="3624868"/>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6B19DA-7078-8248-93A9-40A85B001A1C}"/>
              </a:ext>
              <a:ext uri="{C183D7F6-B498-43B3-948B-1728B52AA6E4}">
                <adec:decorative xmlns:adec="http://schemas.microsoft.com/office/drawing/2017/decorative" val="1"/>
              </a:ext>
            </a:extLst>
          </p:cNvPr>
          <p:cNvCxnSpPr/>
          <p:nvPr userDrawn="1"/>
        </p:nvCxnSpPr>
        <p:spPr>
          <a:xfrm>
            <a:off x="403413" y="6287377"/>
            <a:ext cx="11385177"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FAD1C2-7B31-4845-82E3-2D766FA7E142}"/>
              </a:ext>
              <a:ext uri="{C183D7F6-B498-43B3-948B-1728B52AA6E4}">
                <adec:decorative xmlns:adec="http://schemas.microsoft.com/office/drawing/2017/decorative" val="1"/>
              </a:ext>
            </a:extLst>
          </p:cNvPr>
          <p:cNvSpPr/>
          <p:nvPr userDrawn="1"/>
        </p:nvSpPr>
        <p:spPr>
          <a:xfrm>
            <a:off x="-1" y="0"/>
            <a:ext cx="12192000" cy="1855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6" name="Picture 5" descr="A green and white text&#10;&#10;Description automatically generated">
            <a:extLst>
              <a:ext uri="{FF2B5EF4-FFF2-40B4-BE49-F238E27FC236}">
                <a16:creationId xmlns:a16="http://schemas.microsoft.com/office/drawing/2014/main" id="{7E2A885B-EFC7-5D6A-F066-22010D9DFA5D}"/>
              </a:ext>
            </a:extLst>
          </p:cNvPr>
          <p:cNvPicPr>
            <a:picLocks noChangeAspect="1"/>
          </p:cNvPicPr>
          <p:nvPr userDrawn="1"/>
        </p:nvPicPr>
        <p:blipFill>
          <a:blip r:embed="rId18"/>
          <a:stretch>
            <a:fillRect/>
          </a:stretch>
        </p:blipFill>
        <p:spPr>
          <a:xfrm>
            <a:off x="267945" y="6120861"/>
            <a:ext cx="1471448" cy="827689"/>
          </a:xfrm>
          <a:prstGeom prst="rect">
            <a:avLst/>
          </a:prstGeom>
        </p:spPr>
      </p:pic>
      <p:pic>
        <p:nvPicPr>
          <p:cNvPr id="7" name="Picture 6" descr="A green and white text&#10;&#10;Description automatically generated">
            <a:extLst>
              <a:ext uri="{FF2B5EF4-FFF2-40B4-BE49-F238E27FC236}">
                <a16:creationId xmlns:a16="http://schemas.microsoft.com/office/drawing/2014/main" id="{900A4ABF-D1EE-4564-993E-1FF575D474BE}"/>
              </a:ext>
            </a:extLst>
          </p:cNvPr>
          <p:cNvPicPr>
            <a:picLocks noChangeAspect="1"/>
          </p:cNvPicPr>
          <p:nvPr userDrawn="1"/>
        </p:nvPicPr>
        <p:blipFill>
          <a:blip r:embed="rId18">
            <a:alphaModFix amt="8000"/>
          </a:blip>
          <a:stretch>
            <a:fillRect/>
          </a:stretch>
        </p:blipFill>
        <p:spPr>
          <a:xfrm>
            <a:off x="2124029" y="1232590"/>
            <a:ext cx="7809463" cy="4392819"/>
          </a:xfrm>
          <a:prstGeom prst="rect">
            <a:avLst/>
          </a:prstGeom>
        </p:spPr>
      </p:pic>
      <p:sp>
        <p:nvSpPr>
          <p:cNvPr id="8" name="TextBox 7">
            <a:extLst>
              <a:ext uri="{FF2B5EF4-FFF2-40B4-BE49-F238E27FC236}">
                <a16:creationId xmlns:a16="http://schemas.microsoft.com/office/drawing/2014/main" id="{09E985B0-611B-71C5-B285-B33B1843356D}"/>
              </a:ext>
            </a:extLst>
          </p:cNvPr>
          <p:cNvSpPr txBox="1"/>
          <p:nvPr userDrawn="1"/>
        </p:nvSpPr>
        <p:spPr>
          <a:xfrm>
            <a:off x="7673790" y="6411594"/>
            <a:ext cx="4114800" cy="246221"/>
          </a:xfrm>
          <a:prstGeom prst="rect">
            <a:avLst/>
          </a:prstGeom>
          <a:noFill/>
        </p:spPr>
        <p:txBody>
          <a:bodyPr wrap="square" rtlCol="0" anchor="ctr">
            <a:spAutoFit/>
          </a:bodyPr>
          <a:lstStyle/>
          <a:p>
            <a:pPr algn="r"/>
            <a:r>
              <a:rPr lang="en-US" sz="1000" spc="100" baseline="0">
                <a:solidFill>
                  <a:schemeClr val="bg2">
                    <a:lumMod val="75000"/>
                  </a:schemeClr>
                </a:solidFill>
                <a:latin typeface="Source Sans Pro" panose="020B0503030403020204" pitchFamily="34" charset="0"/>
                <a:ea typeface="Source Sans Pro" panose="020B0503030403020204" pitchFamily="34" charset="0"/>
              </a:rPr>
              <a:t>Cal </a:t>
            </a:r>
            <a:r>
              <a:rPr lang="en-US" sz="930" spc="100" baseline="0">
                <a:solidFill>
                  <a:schemeClr val="bg2">
                    <a:lumMod val="75000"/>
                  </a:schemeClr>
                </a:solidFill>
                <a:latin typeface="Source Sans Pro" panose="020B0503030403020204" pitchFamily="34" charset="0"/>
                <a:ea typeface="Source Sans Pro" panose="020B0503030403020204" pitchFamily="34" charset="0"/>
              </a:rPr>
              <a:t>Poly</a:t>
            </a:r>
            <a:r>
              <a:rPr lang="en-US" sz="1000" spc="100" baseline="0">
                <a:solidFill>
                  <a:schemeClr val="bg2">
                    <a:lumMod val="75000"/>
                  </a:schemeClr>
                </a:solidFill>
                <a:latin typeface="Source Sans Pro" panose="020B0503030403020204" pitchFamily="34" charset="0"/>
                <a:ea typeface="Source Sans Pro" panose="020B0503030403020204" pitchFamily="34" charset="0"/>
              </a:rPr>
              <a:t> Space Systems, </a:t>
            </a:r>
            <a:fld id="{05735692-1EC6-C44B-8456-224CF089A170}" type="datetimeyyyy">
              <a:rPr lang="en-US" sz="1000" spc="100" baseline="0" smtClean="0">
                <a:solidFill>
                  <a:schemeClr val="bg2">
                    <a:lumMod val="75000"/>
                  </a:schemeClr>
                </a:solidFill>
                <a:latin typeface="Source Sans Pro" panose="020B0503030403020204" pitchFamily="34" charset="0"/>
                <a:ea typeface="Source Sans Pro" panose="020B0503030403020204" pitchFamily="34" charset="0"/>
              </a:rPr>
              <a:pPr algn="r"/>
              <a:t>2025</a:t>
            </a:fld>
            <a:r>
              <a:rPr lang="en-US" sz="1000" spc="100" baseline="0">
                <a:solidFill>
                  <a:schemeClr val="bg2">
                    <a:lumMod val="75000"/>
                  </a:schemeClr>
                </a:solidFill>
                <a:latin typeface="Source Sans Pro" panose="020B0503030403020204" pitchFamily="34" charset="0"/>
                <a:ea typeface="Source Sans Pro" panose="020B0503030403020204" pitchFamily="34" charset="0"/>
              </a:rPr>
              <a:t>    /   </a:t>
            </a:r>
            <a:fld id="{C448A820-2B26-B247-8076-CF0F37B3FA78}" type="slidenum">
              <a:rPr lang="en-US" sz="1000" spc="100" baseline="0" smtClean="0">
                <a:solidFill>
                  <a:schemeClr val="bg2">
                    <a:lumMod val="75000"/>
                  </a:schemeClr>
                </a:solidFill>
                <a:latin typeface="Source Sans Pro" panose="020B0503030403020204" pitchFamily="34" charset="0"/>
                <a:ea typeface="Source Sans Pro" panose="020B0503030403020204" pitchFamily="34" charset="0"/>
              </a:rPr>
              <a:pPr algn="r"/>
              <a:t>‹#›</a:t>
            </a:fld>
            <a:endParaRPr lang="en-US" sz="1000" spc="100" baseline="0">
              <a:solidFill>
                <a:schemeClr val="bg2">
                  <a:lumMod val="75000"/>
                </a:schemeClr>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44649789"/>
      </p:ext>
    </p:extLst>
  </p:cSld>
  <p:clrMap bg1="lt1" tx1="dk1" bg2="lt2" tx2="dk2" accent1="accent1" accent2="accent2" accent3="accent3" accent4="accent4" accent5="accent5" accent6="accent6" hlink="hlink" folHlink="folHlink"/>
  <p:sldLayoutIdLst>
    <p:sldLayoutId id="2147483663" r:id="rId1"/>
    <p:sldLayoutId id="2147483688" r:id="rId2"/>
    <p:sldLayoutId id="2147483664" r:id="rId3"/>
    <p:sldLayoutId id="2147483668" r:id="rId4"/>
    <p:sldLayoutId id="2147483674" r:id="rId5"/>
    <p:sldLayoutId id="2147483666" r:id="rId6"/>
    <p:sldLayoutId id="2147483685" r:id="rId7"/>
    <p:sldLayoutId id="2147483669" r:id="rId8"/>
    <p:sldLayoutId id="2147483684" r:id="rId9"/>
    <p:sldLayoutId id="2147483686" r:id="rId10"/>
    <p:sldLayoutId id="2147483670" r:id="rId11"/>
    <p:sldLayoutId id="2147483671" r:id="rId12"/>
    <p:sldLayoutId id="2147483675" r:id="rId13"/>
    <p:sldLayoutId id="2147483687" r:id="rId14"/>
    <p:sldLayoutId id="2147483676" r:id="rId15"/>
    <p:sldLayoutId id="2147483683" r:id="rId16"/>
  </p:sldLayoutIdLst>
  <p:hf hdr="0" dt="0"/>
  <p:txStyles>
    <p:titleStyle>
      <a:lvl1pPr algn="ctr"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p:titleStyle>
    <p:body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2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ntrs.nasa.gov/api/citations/20020023126/downloads/20020023126.pdf"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56.jpeg"/></Relationships>
</file>

<file path=ppt/slides/_rels/slide3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58.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0238A2-F230-2DC2-E7E0-2B97A2248EBB}"/>
              </a:ext>
            </a:extLst>
          </p:cNvPr>
          <p:cNvSpPr>
            <a:spLocks noGrp="1"/>
          </p:cNvSpPr>
          <p:nvPr>
            <p:ph type="body" sz="quarter" idx="11"/>
          </p:nvPr>
        </p:nvSpPr>
        <p:spPr>
          <a:xfrm>
            <a:off x="1057915" y="4245949"/>
            <a:ext cx="4612283" cy="342329"/>
          </a:xfrm>
        </p:spPr>
        <p:txBody>
          <a:bodyPr/>
          <a:lstStyle/>
          <a:p>
            <a:r>
              <a:rPr lang="en-US" sz="1850">
                <a:ea typeface="Source Sans Pro"/>
                <a:cs typeface="Calibri"/>
              </a:rPr>
              <a:t>Project Manager: Spencer Biernat </a:t>
            </a:r>
            <a:endParaRPr lang="en-US"/>
          </a:p>
        </p:txBody>
      </p:sp>
      <p:sp>
        <p:nvSpPr>
          <p:cNvPr id="10" name="Freeform: Shape 9">
            <a:extLst>
              <a:ext uri="{FF2B5EF4-FFF2-40B4-BE49-F238E27FC236}">
                <a16:creationId xmlns:a16="http://schemas.microsoft.com/office/drawing/2014/main" id="{B8D09279-DA1E-7DBA-F411-F2991F5FE7B4}"/>
              </a:ext>
            </a:extLst>
          </p:cNvPr>
          <p:cNvSpPr/>
          <p:nvPr/>
        </p:nvSpPr>
        <p:spPr>
          <a:xfrm>
            <a:off x="10768028" y="1225570"/>
            <a:ext cx="64424" cy="131744"/>
          </a:xfrm>
          <a:custGeom>
            <a:avLst/>
            <a:gdLst>
              <a:gd name="connsiteX0" fmla="*/ 174929 w 176917"/>
              <a:gd name="connsiteY0" fmla="*/ 0 h 288235"/>
              <a:gd name="connsiteX1" fmla="*/ 0 w 176917"/>
              <a:gd name="connsiteY1" fmla="*/ 163002 h 288235"/>
              <a:gd name="connsiteX2" fmla="*/ 0 w 176917"/>
              <a:gd name="connsiteY2" fmla="*/ 288235 h 288235"/>
              <a:gd name="connsiteX3" fmla="*/ 176917 w 176917"/>
              <a:gd name="connsiteY3" fmla="*/ 270345 h 288235"/>
              <a:gd name="connsiteX4" fmla="*/ 174929 w 176917"/>
              <a:gd name="connsiteY4" fmla="*/ 0 h 288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17" h="288235">
                <a:moveTo>
                  <a:pt x="174929" y="0"/>
                </a:moveTo>
                <a:lnTo>
                  <a:pt x="0" y="163002"/>
                </a:lnTo>
                <a:lnTo>
                  <a:pt x="0" y="288235"/>
                </a:lnTo>
                <a:lnTo>
                  <a:pt x="176917" y="270345"/>
                </a:lnTo>
                <a:cubicBezTo>
                  <a:pt x="176254" y="180230"/>
                  <a:pt x="175592" y="90115"/>
                  <a:pt x="174929" y="0"/>
                </a:cubicBezTo>
                <a:close/>
              </a:path>
            </a:pathLst>
          </a:custGeom>
          <a:solidFill>
            <a:srgbClr val="6D25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379BA70-CBD5-00A1-27C7-9B5A63C316A1}"/>
              </a:ext>
            </a:extLst>
          </p:cNvPr>
          <p:cNvSpPr/>
          <p:nvPr/>
        </p:nvSpPr>
        <p:spPr>
          <a:xfrm flipH="1">
            <a:off x="10899386" y="1225570"/>
            <a:ext cx="64424" cy="131744"/>
          </a:xfrm>
          <a:custGeom>
            <a:avLst/>
            <a:gdLst>
              <a:gd name="connsiteX0" fmla="*/ 174929 w 176917"/>
              <a:gd name="connsiteY0" fmla="*/ 0 h 288235"/>
              <a:gd name="connsiteX1" fmla="*/ 0 w 176917"/>
              <a:gd name="connsiteY1" fmla="*/ 163002 h 288235"/>
              <a:gd name="connsiteX2" fmla="*/ 0 w 176917"/>
              <a:gd name="connsiteY2" fmla="*/ 288235 h 288235"/>
              <a:gd name="connsiteX3" fmla="*/ 176917 w 176917"/>
              <a:gd name="connsiteY3" fmla="*/ 270345 h 288235"/>
              <a:gd name="connsiteX4" fmla="*/ 174929 w 176917"/>
              <a:gd name="connsiteY4" fmla="*/ 0 h 288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917" h="288235">
                <a:moveTo>
                  <a:pt x="174929" y="0"/>
                </a:moveTo>
                <a:lnTo>
                  <a:pt x="0" y="163002"/>
                </a:lnTo>
                <a:lnTo>
                  <a:pt x="0" y="288235"/>
                </a:lnTo>
                <a:lnTo>
                  <a:pt x="176917" y="270345"/>
                </a:lnTo>
                <a:cubicBezTo>
                  <a:pt x="176254" y="180230"/>
                  <a:pt x="175592" y="90115"/>
                  <a:pt x="174929" y="0"/>
                </a:cubicBezTo>
                <a:close/>
              </a:path>
            </a:pathLst>
          </a:custGeom>
          <a:solidFill>
            <a:srgbClr val="6D25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background with black text&#10;&#10;Description automatically generated">
            <a:extLst>
              <a:ext uri="{FF2B5EF4-FFF2-40B4-BE49-F238E27FC236}">
                <a16:creationId xmlns:a16="http://schemas.microsoft.com/office/drawing/2014/main" id="{126E5996-B0DA-46D9-26CF-AC53EB4DDC86}"/>
              </a:ext>
            </a:extLst>
          </p:cNvPr>
          <p:cNvPicPr>
            <a:picLocks noChangeAspect="1"/>
          </p:cNvPicPr>
          <p:nvPr/>
        </p:nvPicPr>
        <p:blipFill>
          <a:blip r:embed="rId2">
            <a:extLst>
              <a:ext uri="{28A0092B-C50C-407E-A947-70E740481C1C}">
                <a14:useLocalDpi xmlns:a14="http://schemas.microsoft.com/office/drawing/2010/main" val="0"/>
              </a:ext>
            </a:extLst>
          </a:blip>
          <a:srcRect b="23288"/>
          <a:stretch/>
        </p:blipFill>
        <p:spPr>
          <a:xfrm>
            <a:off x="1104951" y="2422248"/>
            <a:ext cx="5936609" cy="1708704"/>
          </a:xfrm>
          <a:prstGeom prst="rect">
            <a:avLst/>
          </a:prstGeom>
        </p:spPr>
      </p:pic>
      <p:sp>
        <p:nvSpPr>
          <p:cNvPr id="6" name="Freeform: Shape 5">
            <a:extLst>
              <a:ext uri="{FF2B5EF4-FFF2-40B4-BE49-F238E27FC236}">
                <a16:creationId xmlns:a16="http://schemas.microsoft.com/office/drawing/2014/main" id="{57F04A54-A059-B7FC-7E0F-F59F94D64604}"/>
              </a:ext>
            </a:extLst>
          </p:cNvPr>
          <p:cNvSpPr/>
          <p:nvPr/>
        </p:nvSpPr>
        <p:spPr>
          <a:xfrm>
            <a:off x="10518440" y="1703850"/>
            <a:ext cx="314012" cy="437899"/>
          </a:xfrm>
          <a:custGeom>
            <a:avLst/>
            <a:gdLst>
              <a:gd name="connsiteX0" fmla="*/ 400050 w 400050"/>
              <a:gd name="connsiteY0" fmla="*/ 0 h 480417"/>
              <a:gd name="connsiteX1" fmla="*/ 400050 w 400050"/>
              <a:gd name="connsiteY1" fmla="*/ 480417 h 480417"/>
              <a:gd name="connsiteX2" fmla="*/ 0 w 400050"/>
              <a:gd name="connsiteY2" fmla="*/ 480417 h 480417"/>
              <a:gd name="connsiteX3" fmla="*/ 0 w 400050"/>
              <a:gd name="connsiteY3" fmla="*/ 351830 h 480417"/>
              <a:gd name="connsiteX4" fmla="*/ 400050 w 400050"/>
              <a:gd name="connsiteY4" fmla="*/ 0 h 480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50" h="480417">
                <a:moveTo>
                  <a:pt x="400050" y="0"/>
                </a:moveTo>
                <a:lnTo>
                  <a:pt x="400050" y="480417"/>
                </a:lnTo>
                <a:lnTo>
                  <a:pt x="0" y="480417"/>
                </a:lnTo>
                <a:lnTo>
                  <a:pt x="0" y="351830"/>
                </a:lnTo>
                <a:lnTo>
                  <a:pt x="400050" y="0"/>
                </a:lnTo>
                <a:close/>
              </a:path>
            </a:pathLst>
          </a:custGeom>
          <a:solidFill>
            <a:srgbClr val="4037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EEC40D1-B664-4B65-A04E-2E0C14B5200A}"/>
              </a:ext>
            </a:extLst>
          </p:cNvPr>
          <p:cNvSpPr/>
          <p:nvPr/>
        </p:nvSpPr>
        <p:spPr>
          <a:xfrm flipH="1">
            <a:off x="10899386" y="1703849"/>
            <a:ext cx="314012" cy="437899"/>
          </a:xfrm>
          <a:custGeom>
            <a:avLst/>
            <a:gdLst>
              <a:gd name="connsiteX0" fmla="*/ 400050 w 400050"/>
              <a:gd name="connsiteY0" fmla="*/ 0 h 480417"/>
              <a:gd name="connsiteX1" fmla="*/ 400050 w 400050"/>
              <a:gd name="connsiteY1" fmla="*/ 480417 h 480417"/>
              <a:gd name="connsiteX2" fmla="*/ 0 w 400050"/>
              <a:gd name="connsiteY2" fmla="*/ 480417 h 480417"/>
              <a:gd name="connsiteX3" fmla="*/ 0 w 400050"/>
              <a:gd name="connsiteY3" fmla="*/ 351830 h 480417"/>
              <a:gd name="connsiteX4" fmla="*/ 400050 w 400050"/>
              <a:gd name="connsiteY4" fmla="*/ 0 h 480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050" h="480417">
                <a:moveTo>
                  <a:pt x="400050" y="0"/>
                </a:moveTo>
                <a:lnTo>
                  <a:pt x="400050" y="480417"/>
                </a:lnTo>
                <a:lnTo>
                  <a:pt x="0" y="480417"/>
                </a:lnTo>
                <a:lnTo>
                  <a:pt x="0" y="351830"/>
                </a:lnTo>
                <a:lnTo>
                  <a:pt x="400050" y="0"/>
                </a:lnTo>
                <a:close/>
              </a:path>
            </a:pathLst>
          </a:custGeom>
          <a:solidFill>
            <a:srgbClr val="4037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5023E8-6588-8C81-9808-D8510B9E07AB}"/>
              </a:ext>
            </a:extLst>
          </p:cNvPr>
          <p:cNvPicPr>
            <a:picLocks noChangeAspect="1"/>
          </p:cNvPicPr>
          <p:nvPr/>
        </p:nvPicPr>
        <p:blipFill>
          <a:blip r:embed="rId3"/>
          <a:srcRect t="19431" b="23790"/>
          <a:stretch/>
        </p:blipFill>
        <p:spPr>
          <a:xfrm>
            <a:off x="1104951" y="163449"/>
            <a:ext cx="6844669" cy="842308"/>
          </a:xfrm>
          <a:prstGeom prst="rect">
            <a:avLst/>
          </a:prstGeom>
        </p:spPr>
      </p:pic>
    </p:spTree>
    <p:extLst>
      <p:ext uri="{BB962C8B-B14F-4D97-AF65-F5344CB8AC3E}">
        <p14:creationId xmlns:p14="http://schemas.microsoft.com/office/powerpoint/2010/main" val="2007878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2F633D-4B31-105E-15F8-D22BAD85CF55}"/>
              </a:ext>
            </a:extLst>
          </p:cNvPr>
          <p:cNvSpPr>
            <a:spLocks noGrp="1"/>
          </p:cNvSpPr>
          <p:nvPr>
            <p:ph type="title"/>
          </p:nvPr>
        </p:nvSpPr>
        <p:spPr/>
        <p:txBody>
          <a:bodyPr/>
          <a:lstStyle/>
          <a:p>
            <a:r>
              <a:rPr lang="en-US">
                <a:latin typeface="Munistic"/>
              </a:rPr>
              <a:t>Agenda</a:t>
            </a:r>
            <a:endParaRPr lang="en-US"/>
          </a:p>
        </p:txBody>
      </p:sp>
      <p:sp>
        <p:nvSpPr>
          <p:cNvPr id="3" name="Text Placeholder 2">
            <a:extLst>
              <a:ext uri="{FF2B5EF4-FFF2-40B4-BE49-F238E27FC236}">
                <a16:creationId xmlns:a16="http://schemas.microsoft.com/office/drawing/2014/main" id="{A4077BE6-5181-B949-9F08-754E97450313}"/>
              </a:ext>
            </a:extLst>
          </p:cNvPr>
          <p:cNvSpPr>
            <a:spLocks noGrp="1"/>
          </p:cNvSpPr>
          <p:nvPr/>
        </p:nvSpPr>
        <p:spPr>
          <a:xfrm>
            <a:off x="536553" y="1814540"/>
            <a:ext cx="39999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2"/>
              </a:buClr>
              <a:buSzPts val="1400"/>
              <a:buFont typeface="Times New Roman"/>
              <a:buChar char="●"/>
              <a:defRPr sz="1400" b="0" i="0" u="none" strike="noStrike" cap="none">
                <a:solidFill>
                  <a:schemeClr val="dk2"/>
                </a:solidFill>
                <a:latin typeface="Times New Roman"/>
                <a:ea typeface="Times New Roman"/>
                <a:cs typeface="Times New Roman"/>
                <a:sym typeface="Times New Roman"/>
              </a:defRPr>
            </a:lvl1pPr>
            <a:lvl2pPr marL="914400" marR="0" lvl="1"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2pPr>
            <a:lvl3pPr marL="1371600" marR="0" lvl="2"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3pPr>
            <a:lvl4pPr marL="1828800" marR="0" lvl="3"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4pPr>
            <a:lvl5pPr marL="2286000" marR="0" lvl="4"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5pPr>
            <a:lvl6pPr marL="2743200" marR="0" lvl="5"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6pPr>
            <a:lvl7pPr marL="3200400" marR="0" lvl="6"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7pPr>
            <a:lvl8pPr marL="3657600" marR="0" lvl="7"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8pPr>
            <a:lvl9pPr marL="4114800" marR="0" lvl="8"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9pPr>
          </a:lstStyle>
          <a:p>
            <a:pPr marL="482600" indent="-342900">
              <a:buFont typeface="+mj-lt"/>
              <a:buAutoNum type="arabicPeriod"/>
            </a:pPr>
            <a:r>
              <a:rPr lang="en-US" sz="2000">
                <a:solidFill>
                  <a:schemeClr val="tx1"/>
                </a:solidFill>
                <a:latin typeface="+mn-lt"/>
              </a:rPr>
              <a:t>Introduction </a:t>
            </a:r>
          </a:p>
          <a:p>
            <a:pPr marL="482600" indent="-342900">
              <a:buFont typeface="+mj-lt"/>
              <a:buAutoNum type="arabicPeriod"/>
            </a:pPr>
            <a:r>
              <a:rPr lang="en-US" sz="2000">
                <a:solidFill>
                  <a:schemeClr val="tx1"/>
                </a:solidFill>
                <a:latin typeface="+mn-lt"/>
              </a:rPr>
              <a:t>Mission Requirements</a:t>
            </a:r>
          </a:p>
          <a:p>
            <a:pPr marL="482600" indent="-342900">
              <a:buFont typeface="+mj-lt"/>
              <a:buAutoNum type="arabicPeriod"/>
            </a:pPr>
            <a:r>
              <a:rPr lang="en-US" sz="2000">
                <a:solidFill>
                  <a:schemeClr val="tx1"/>
                </a:solidFill>
                <a:latin typeface="+mn-lt"/>
              </a:rPr>
              <a:t>Vehicle Overview</a:t>
            </a:r>
          </a:p>
          <a:p>
            <a:pPr marL="482600" indent="-342900">
              <a:buFont typeface="+mj-lt"/>
              <a:buAutoNum type="arabicPeriod"/>
            </a:pPr>
            <a:r>
              <a:rPr lang="en-US" sz="2000">
                <a:solidFill>
                  <a:schemeClr val="tx1"/>
                </a:solidFill>
                <a:latin typeface="+mn-lt"/>
              </a:rPr>
              <a:t>Concept of Operations</a:t>
            </a:r>
          </a:p>
          <a:p>
            <a:pPr marL="482600" indent="-342900">
              <a:lnSpc>
                <a:spcPct val="114999"/>
              </a:lnSpc>
              <a:buAutoNum type="arabicPeriod"/>
            </a:pPr>
            <a:r>
              <a:rPr lang="en-US" sz="2000">
                <a:solidFill>
                  <a:schemeClr val="tx1"/>
                </a:solidFill>
                <a:latin typeface="+mn-lt"/>
              </a:rPr>
              <a:t>Aerodynamic Analysis</a:t>
            </a:r>
          </a:p>
          <a:p>
            <a:pPr marL="482600" indent="-342900">
              <a:buFont typeface="+mj-lt"/>
              <a:buAutoNum type="arabicPeriod"/>
            </a:pPr>
            <a:r>
              <a:rPr lang="en-US" sz="2000">
                <a:solidFill>
                  <a:schemeClr val="tx1"/>
                </a:solidFill>
                <a:latin typeface="+mn-lt"/>
              </a:rPr>
              <a:t>Subsystem Designs</a:t>
            </a:r>
          </a:p>
          <a:p>
            <a:pPr marL="939800" lvl="1" indent="-342900">
              <a:buFont typeface="+mj-lt"/>
              <a:buAutoNum type="arabicPeriod"/>
            </a:pPr>
            <a:r>
              <a:rPr lang="en-US" sz="1400">
                <a:solidFill>
                  <a:schemeClr val="tx1"/>
                </a:solidFill>
                <a:latin typeface="+mn-lt"/>
              </a:rPr>
              <a:t>Lift and Control Surfaces</a:t>
            </a:r>
          </a:p>
          <a:p>
            <a:pPr marL="939800" lvl="1" indent="-342900">
              <a:buFont typeface="+mj-lt"/>
              <a:buAutoNum type="arabicPeriod"/>
            </a:pPr>
            <a:r>
              <a:rPr lang="en-US" sz="1400">
                <a:solidFill>
                  <a:schemeClr val="tx1"/>
                </a:solidFill>
                <a:latin typeface="+mn-lt"/>
              </a:rPr>
              <a:t>Structures and Recovery</a:t>
            </a:r>
          </a:p>
          <a:p>
            <a:pPr marL="939800" lvl="1" indent="-342900">
              <a:buFont typeface="+mj-lt"/>
              <a:buAutoNum type="arabicPeriod"/>
            </a:pPr>
            <a:r>
              <a:rPr lang="en-US" sz="1400">
                <a:solidFill>
                  <a:schemeClr val="tx1"/>
                </a:solidFill>
                <a:latin typeface="+mn-lt"/>
              </a:rPr>
              <a:t>Avionics and Radio Control </a:t>
            </a:r>
          </a:p>
          <a:p>
            <a:pPr marL="939800" lvl="1" indent="-342900">
              <a:lnSpc>
                <a:spcPct val="114999"/>
              </a:lnSpc>
              <a:buAutoNum type="arabicPeriod"/>
            </a:pPr>
            <a:r>
              <a:rPr lang="en-US" sz="1400">
                <a:solidFill>
                  <a:schemeClr val="tx1"/>
                </a:solidFill>
                <a:latin typeface="+mn-lt"/>
              </a:rPr>
              <a:t>Telemetry and Ground Station</a:t>
            </a:r>
          </a:p>
          <a:p>
            <a:pPr marL="939800" lvl="1" indent="-342900">
              <a:buFont typeface="Calibri Light" panose="020F0302020204030204"/>
              <a:buAutoNum type="arabicPeriod"/>
            </a:pPr>
            <a:endParaRPr lang="en-US" sz="1400">
              <a:solidFill>
                <a:schemeClr val="tx1"/>
              </a:solidFill>
              <a:latin typeface="+mn-lt"/>
            </a:endParaRPr>
          </a:p>
        </p:txBody>
      </p:sp>
      <p:sp>
        <p:nvSpPr>
          <p:cNvPr id="6" name="Text Placeholder 2">
            <a:extLst>
              <a:ext uri="{FF2B5EF4-FFF2-40B4-BE49-F238E27FC236}">
                <a16:creationId xmlns:a16="http://schemas.microsoft.com/office/drawing/2014/main" id="{9F16A6AA-79CC-E0A6-7D48-B65D26BF9FF3}"/>
              </a:ext>
            </a:extLst>
          </p:cNvPr>
          <p:cNvSpPr>
            <a:spLocks noGrp="1"/>
          </p:cNvSpPr>
          <p:nvPr/>
        </p:nvSpPr>
        <p:spPr>
          <a:xfrm>
            <a:off x="5520782" y="1814539"/>
            <a:ext cx="39999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2"/>
              </a:buClr>
              <a:buSzPts val="1400"/>
              <a:buFont typeface="Times New Roman"/>
              <a:buChar char="●"/>
              <a:defRPr sz="1400" b="0" i="0" u="none" strike="noStrike" cap="none">
                <a:solidFill>
                  <a:schemeClr val="dk2"/>
                </a:solidFill>
                <a:latin typeface="Times New Roman"/>
                <a:ea typeface="Times New Roman"/>
                <a:cs typeface="Times New Roman"/>
                <a:sym typeface="Times New Roman"/>
              </a:defRPr>
            </a:lvl1pPr>
            <a:lvl2pPr marL="914400" marR="0" lvl="1"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2pPr>
            <a:lvl3pPr marL="1371600" marR="0" lvl="2"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3pPr>
            <a:lvl4pPr marL="1828800" marR="0" lvl="3"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4pPr>
            <a:lvl5pPr marL="2286000" marR="0" lvl="4"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5pPr>
            <a:lvl6pPr marL="2743200" marR="0" lvl="5"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6pPr>
            <a:lvl7pPr marL="3200400" marR="0" lvl="6"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7pPr>
            <a:lvl8pPr marL="3657600" marR="0" lvl="7"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8pPr>
            <a:lvl9pPr marL="4114800" marR="0" lvl="8" indent="-304800" algn="l" rtl="0" eaLnBrk="1" hangingPunct="1">
              <a:lnSpc>
                <a:spcPct val="115000"/>
              </a:lnSpc>
              <a:spcBef>
                <a:spcPts val="0"/>
              </a:spcBef>
              <a:spcAft>
                <a:spcPts val="0"/>
              </a:spcAft>
              <a:buClr>
                <a:schemeClr val="dk2"/>
              </a:buClr>
              <a:buSzPts val="1200"/>
              <a:buFont typeface="Times New Roman"/>
              <a:buChar char="■"/>
              <a:defRPr sz="1200" b="0" i="0" u="none" strike="noStrike" cap="none">
                <a:solidFill>
                  <a:schemeClr val="dk2"/>
                </a:solidFill>
                <a:latin typeface="Times New Roman"/>
                <a:ea typeface="Times New Roman"/>
                <a:cs typeface="Times New Roman"/>
                <a:sym typeface="Times New Roman"/>
              </a:defRPr>
            </a:lvl9pPr>
          </a:lstStyle>
          <a:p>
            <a:pPr marL="139700" indent="0">
              <a:buNone/>
            </a:pPr>
            <a:r>
              <a:rPr lang="en-US" sz="2000">
                <a:solidFill>
                  <a:schemeClr val="tx1"/>
                </a:solidFill>
                <a:latin typeface="+mn-lt"/>
              </a:rPr>
              <a:t>7. Testing</a:t>
            </a:r>
          </a:p>
          <a:p>
            <a:pPr marL="139700" indent="0">
              <a:lnSpc>
                <a:spcPct val="114999"/>
              </a:lnSpc>
              <a:buNone/>
            </a:pPr>
            <a:r>
              <a:rPr lang="en-US" sz="2000">
                <a:solidFill>
                  <a:schemeClr val="tx1"/>
                </a:solidFill>
                <a:latin typeface="+mn-lt"/>
              </a:rPr>
              <a:t>8. Next Steps</a:t>
            </a:r>
          </a:p>
        </p:txBody>
      </p:sp>
    </p:spTree>
    <p:extLst>
      <p:ext uri="{BB962C8B-B14F-4D97-AF65-F5344CB8AC3E}">
        <p14:creationId xmlns:p14="http://schemas.microsoft.com/office/powerpoint/2010/main" val="200517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F00D25-A154-EF40-CA70-953CD8E079F5}"/>
              </a:ext>
            </a:extLst>
          </p:cNvPr>
          <p:cNvSpPr>
            <a:spLocks noGrp="1"/>
          </p:cNvSpPr>
          <p:nvPr>
            <p:ph type="body" sz="quarter" idx="15"/>
          </p:nvPr>
        </p:nvSpPr>
        <p:spPr/>
        <p:txBody>
          <a:bodyPr/>
          <a:lstStyle/>
          <a:p>
            <a:endParaRPr lang="en-US"/>
          </a:p>
        </p:txBody>
      </p:sp>
      <p:sp>
        <p:nvSpPr>
          <p:cNvPr id="3" name="Title 2">
            <a:extLst>
              <a:ext uri="{FF2B5EF4-FFF2-40B4-BE49-F238E27FC236}">
                <a16:creationId xmlns:a16="http://schemas.microsoft.com/office/drawing/2014/main" id="{79FFA2BE-A377-9174-A64A-ECA3CCB2F7FC}"/>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449149E4-7C77-5193-D57E-04327AB714A0}"/>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303702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CBA2DA-B03D-B573-30D6-25D9FE92CA0A}"/>
              </a:ext>
            </a:extLst>
          </p:cNvPr>
          <p:cNvSpPr>
            <a:spLocks noGrp="1"/>
          </p:cNvSpPr>
          <p:nvPr>
            <p:ph type="body" sz="quarter" idx="15"/>
          </p:nvPr>
        </p:nvSpPr>
        <p:spPr>
          <a:xfrm>
            <a:off x="413478" y="1719640"/>
            <a:ext cx="10515600" cy="4508089"/>
          </a:xfrm>
        </p:spPr>
        <p:txBody>
          <a:bodyPr vert="horz" lIns="91440" tIns="45720" rIns="91440" bIns="45720" numCol="2" spcCol="457200" rtlCol="0" anchor="t">
            <a:noAutofit/>
          </a:bodyPr>
          <a:lstStyle/>
          <a:p>
            <a:pPr marL="380365" indent="-258445">
              <a:lnSpc>
                <a:spcPct val="114999"/>
              </a:lnSpc>
              <a:spcBef>
                <a:spcPts val="0"/>
              </a:spcBef>
              <a:spcAft>
                <a:spcPts val="0"/>
              </a:spcAft>
            </a:pPr>
            <a:r>
              <a:rPr lang="en-US" sz="1400">
                <a:ea typeface="Source Sans Pro"/>
                <a:cs typeface="Times New Roman"/>
              </a:rPr>
              <a:t>CPSS has history with flyback boosters: </a:t>
            </a:r>
            <a:r>
              <a:rPr lang="en-US" sz="1400" err="1">
                <a:ea typeface="Source Sans Pro"/>
                <a:cs typeface="Times New Roman"/>
              </a:rPr>
              <a:t>StarBooster</a:t>
            </a:r>
            <a:r>
              <a:rPr lang="en-US" sz="1400">
                <a:ea typeface="Source Sans Pro"/>
                <a:cs typeface="Times New Roman"/>
              </a:rPr>
              <a:t>. CPSS booster team’s Sonata 2 project aims to improve sonata 1's design and prove stable, replicable flight for implementation with a second booster segment.  </a:t>
            </a:r>
            <a:endParaRPr lang="en-US" sz="1400">
              <a:solidFill>
                <a:srgbClr val="154734"/>
              </a:solidFill>
              <a:ea typeface="Source Sans Pro"/>
              <a:cs typeface="Times New Roman"/>
            </a:endParaRPr>
          </a:p>
          <a:p>
            <a:pPr marL="380365" indent="-258445">
              <a:lnSpc>
                <a:spcPct val="114999"/>
              </a:lnSpc>
              <a:spcBef>
                <a:spcPts val="0"/>
              </a:spcBef>
              <a:spcAft>
                <a:spcPts val="0"/>
              </a:spcAft>
            </a:pPr>
            <a:r>
              <a:rPr lang="en-US" sz="1400">
                <a:ea typeface="Source Sans Pro"/>
                <a:cs typeface="Times New Roman"/>
              </a:rPr>
              <a:t>Sonata I is a vertical launch spaceplane conceptualized as a test platform for systems and component designs for eventual inclusion in later Opus program projects. </a:t>
            </a:r>
            <a:endParaRPr lang="en-US" sz="1400">
              <a:solidFill>
                <a:srgbClr val="000000"/>
              </a:solidFill>
              <a:ea typeface="Source Sans Pro"/>
              <a:cs typeface="Times New Roman"/>
            </a:endParaRPr>
          </a:p>
          <a:p>
            <a:pPr marL="380365" indent="-258445">
              <a:lnSpc>
                <a:spcPct val="114999"/>
              </a:lnSpc>
              <a:spcBef>
                <a:spcPts val="0"/>
              </a:spcBef>
              <a:spcAft>
                <a:spcPts val="0"/>
              </a:spcAft>
            </a:pPr>
            <a:r>
              <a:rPr lang="en-US" sz="1400">
                <a:ea typeface="Source Sans Pro"/>
                <a:cs typeface="Times New Roman"/>
              </a:rPr>
              <a:t>Because Sonata I is primarily a test platform, modularity, manufacturability, and ability to quickly relaunch are the main focuses in its design. </a:t>
            </a:r>
            <a:endParaRPr lang="en-US" sz="1400">
              <a:solidFill>
                <a:srgbClr val="000000"/>
              </a:solidFill>
              <a:ea typeface="Source Sans Pro"/>
              <a:cs typeface="Times New Roman"/>
            </a:endParaRPr>
          </a:p>
          <a:p>
            <a:pPr marL="380365" indent="-258445">
              <a:lnSpc>
                <a:spcPct val="114999"/>
              </a:lnSpc>
              <a:spcBef>
                <a:spcPts val="0"/>
              </a:spcBef>
              <a:spcAft>
                <a:spcPts val="0"/>
              </a:spcAft>
            </a:pPr>
            <a:r>
              <a:rPr lang="en-US" sz="1400">
                <a:ea typeface="Source Sans Pro"/>
                <a:cs typeface="Times New Roman"/>
              </a:rPr>
              <a:t>The CPSS recoverable booster team’s long-term goal with the Opus program is to develop a flyback solid rocket booster system that can serve as a platform to launch future CPSS projects such as propulsive landers, space shots, or other multi-stage projects. Sonata I is the first step in developing the systems, manufacturing processes, operational skills, and infrastructure to support and maintain such a complex system. </a:t>
            </a:r>
            <a:endParaRPr lang="en-US" sz="1400">
              <a:solidFill>
                <a:srgbClr val="000000"/>
              </a:solidFill>
              <a:ea typeface="Source Sans Pro"/>
              <a:cs typeface="Times New Roman"/>
            </a:endParaRPr>
          </a:p>
          <a:p>
            <a:pPr marL="380365" indent="-258445">
              <a:lnSpc>
                <a:spcPct val="114999"/>
              </a:lnSpc>
              <a:spcBef>
                <a:spcPts val="0"/>
              </a:spcBef>
              <a:spcAft>
                <a:spcPts val="0"/>
              </a:spcAft>
            </a:pPr>
            <a:endParaRPr lang="en-US" sz="1400">
              <a:solidFill>
                <a:srgbClr val="000000"/>
              </a:solidFill>
              <a:cs typeface="Times New Roman"/>
            </a:endParaRPr>
          </a:p>
          <a:p>
            <a:pPr marL="380365" indent="-258445"/>
            <a:endParaRPr lang="en-US" sz="1850">
              <a:cs typeface="Calibri"/>
            </a:endParaRPr>
          </a:p>
        </p:txBody>
      </p:sp>
      <p:sp>
        <p:nvSpPr>
          <p:cNvPr id="3" name="Title 2">
            <a:extLst>
              <a:ext uri="{FF2B5EF4-FFF2-40B4-BE49-F238E27FC236}">
                <a16:creationId xmlns:a16="http://schemas.microsoft.com/office/drawing/2014/main" id="{F843CF1F-BE57-BD46-D3B3-20017758C9BB}"/>
              </a:ext>
            </a:extLst>
          </p:cNvPr>
          <p:cNvSpPr>
            <a:spLocks noGrp="1"/>
          </p:cNvSpPr>
          <p:nvPr>
            <p:ph type="title"/>
          </p:nvPr>
        </p:nvSpPr>
        <p:spPr/>
        <p:txBody>
          <a:bodyPr/>
          <a:lstStyle/>
          <a:p>
            <a:r>
              <a:rPr lang="en-US">
                <a:latin typeface="Munistic"/>
              </a:rPr>
              <a:t>Background</a:t>
            </a:r>
            <a:endParaRPr lang="en-US"/>
          </a:p>
        </p:txBody>
      </p:sp>
      <p:sp>
        <p:nvSpPr>
          <p:cNvPr id="4" name="Text Placeholder 3">
            <a:extLst>
              <a:ext uri="{FF2B5EF4-FFF2-40B4-BE49-F238E27FC236}">
                <a16:creationId xmlns:a16="http://schemas.microsoft.com/office/drawing/2014/main" id="{3AF03001-3023-48B4-22A3-1E0E9A5772E5}"/>
              </a:ext>
            </a:extLst>
          </p:cNvPr>
          <p:cNvSpPr>
            <a:spLocks noGrp="1"/>
          </p:cNvSpPr>
          <p:nvPr>
            <p:ph type="body" sz="quarter" idx="13"/>
          </p:nvPr>
        </p:nvSpPr>
        <p:spPr/>
        <p:txBody>
          <a:bodyPr/>
          <a:lstStyle/>
          <a:p>
            <a:r>
              <a:rPr lang="en-US" sz="1850">
                <a:ea typeface="Source Sans Pro"/>
                <a:cs typeface="Calibri"/>
              </a:rPr>
              <a:t>Background on the Booster Project</a:t>
            </a:r>
            <a:endParaRPr lang="en-US" sz="1850">
              <a:cs typeface="Calibri"/>
            </a:endParaRPr>
          </a:p>
        </p:txBody>
      </p:sp>
      <p:pic>
        <p:nvPicPr>
          <p:cNvPr id="5" name="Picture 4" descr="A jet plane flying in the sky&#10;&#10;AI-generated content may be incorrect.">
            <a:extLst>
              <a:ext uri="{FF2B5EF4-FFF2-40B4-BE49-F238E27FC236}">
                <a16:creationId xmlns:a16="http://schemas.microsoft.com/office/drawing/2014/main" id="{2D063FD7-B59D-66B3-1B99-82CFA2625B0F}"/>
              </a:ext>
            </a:extLst>
          </p:cNvPr>
          <p:cNvPicPr>
            <a:picLocks noChangeAspect="1"/>
          </p:cNvPicPr>
          <p:nvPr/>
        </p:nvPicPr>
        <p:blipFill>
          <a:blip r:embed="rId3"/>
          <a:stretch>
            <a:fillRect/>
          </a:stretch>
        </p:blipFill>
        <p:spPr>
          <a:xfrm>
            <a:off x="9749808" y="2573066"/>
            <a:ext cx="1847850" cy="3096405"/>
          </a:xfrm>
          <a:prstGeom prst="rect">
            <a:avLst/>
          </a:prstGeom>
        </p:spPr>
      </p:pic>
      <p:pic>
        <p:nvPicPr>
          <p:cNvPr id="7" name="Picture 6" descr="A group of people standing next to a model of a rocket&#10;&#10;AI-generated content may be incorrect.">
            <a:extLst>
              <a:ext uri="{FF2B5EF4-FFF2-40B4-BE49-F238E27FC236}">
                <a16:creationId xmlns:a16="http://schemas.microsoft.com/office/drawing/2014/main" id="{5A6816BA-CAF6-DE18-B969-8815FF3944CA}"/>
              </a:ext>
            </a:extLst>
          </p:cNvPr>
          <p:cNvPicPr>
            <a:picLocks noChangeAspect="1"/>
          </p:cNvPicPr>
          <p:nvPr/>
        </p:nvPicPr>
        <p:blipFill>
          <a:blip r:embed="rId4"/>
          <a:stretch>
            <a:fillRect/>
          </a:stretch>
        </p:blipFill>
        <p:spPr>
          <a:xfrm>
            <a:off x="6890558" y="3786171"/>
            <a:ext cx="2420755" cy="2351113"/>
          </a:xfrm>
          <a:prstGeom prst="rect">
            <a:avLst/>
          </a:prstGeom>
        </p:spPr>
      </p:pic>
      <p:pic>
        <p:nvPicPr>
          <p:cNvPr id="8" name="Picture 7" descr="A rocket taking off from the ground&#10;&#10;AI-generated content may be incorrect.">
            <a:extLst>
              <a:ext uri="{FF2B5EF4-FFF2-40B4-BE49-F238E27FC236}">
                <a16:creationId xmlns:a16="http://schemas.microsoft.com/office/drawing/2014/main" id="{4C505D65-C660-1D5E-1259-1469D14D177E}"/>
              </a:ext>
            </a:extLst>
          </p:cNvPr>
          <p:cNvPicPr>
            <a:picLocks noChangeAspect="1"/>
          </p:cNvPicPr>
          <p:nvPr/>
        </p:nvPicPr>
        <p:blipFill>
          <a:blip r:embed="rId5"/>
          <a:stretch>
            <a:fillRect/>
          </a:stretch>
        </p:blipFill>
        <p:spPr>
          <a:xfrm>
            <a:off x="7189499" y="1522598"/>
            <a:ext cx="1822016" cy="2107244"/>
          </a:xfrm>
          <a:prstGeom prst="rect">
            <a:avLst/>
          </a:prstGeom>
        </p:spPr>
      </p:pic>
      <p:sp>
        <p:nvSpPr>
          <p:cNvPr id="9" name="TextBox 8">
            <a:extLst>
              <a:ext uri="{FF2B5EF4-FFF2-40B4-BE49-F238E27FC236}">
                <a16:creationId xmlns:a16="http://schemas.microsoft.com/office/drawing/2014/main" id="{642F410D-7511-C3B0-1302-735552AA8310}"/>
              </a:ext>
            </a:extLst>
          </p:cNvPr>
          <p:cNvSpPr txBox="1"/>
          <p:nvPr/>
        </p:nvSpPr>
        <p:spPr>
          <a:xfrm>
            <a:off x="8996597" y="1426564"/>
            <a:ext cx="305549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imes New Roman"/>
              </a:rPr>
              <a:t>Final report*: </a:t>
            </a:r>
            <a:r>
              <a:rPr lang="en-US" sz="1400" u="sng">
                <a:solidFill>
                  <a:srgbClr val="000000"/>
                </a:solidFill>
                <a:latin typeface="Times New Roman"/>
                <a:cs typeface="Segoe UI"/>
                <a:hlinkClick r:id="rId6">
                  <a:extLst>
                    <a:ext uri="{A12FA001-AC4F-418D-AE19-62706E023703}">
                      <ahyp:hlinkClr xmlns:ahyp="http://schemas.microsoft.com/office/drawing/2018/hyperlinkcolor" val="tx"/>
                    </a:ext>
                  </a:extLst>
                </a:hlinkClick>
              </a:rPr>
              <a:t>https://ntrs.nasa.gov/api/citations/20020023126/downloads/20020023126.pdf</a:t>
            </a:r>
            <a:r>
              <a:rPr lang="en-US" sz="1400"/>
              <a:t>​</a:t>
            </a:r>
            <a:endParaRPr lang="en-US"/>
          </a:p>
        </p:txBody>
      </p:sp>
    </p:spTree>
    <p:extLst>
      <p:ext uri="{BB962C8B-B14F-4D97-AF65-F5344CB8AC3E}">
        <p14:creationId xmlns:p14="http://schemas.microsoft.com/office/powerpoint/2010/main" val="112416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88541E-FF5B-BF87-286D-9F57034DD93A}"/>
              </a:ext>
            </a:extLst>
          </p:cNvPr>
          <p:cNvSpPr>
            <a:spLocks noGrp="1"/>
          </p:cNvSpPr>
          <p:nvPr>
            <p:ph type="title"/>
          </p:nvPr>
        </p:nvSpPr>
        <p:spPr/>
        <p:txBody>
          <a:bodyPr/>
          <a:lstStyle/>
          <a:p>
            <a:r>
              <a:rPr lang="en-US">
                <a:latin typeface="Munistic"/>
              </a:rPr>
              <a:t>Overview</a:t>
            </a:r>
            <a:endParaRPr lang="en-US"/>
          </a:p>
        </p:txBody>
      </p:sp>
      <p:sp>
        <p:nvSpPr>
          <p:cNvPr id="4" name="Text Placeholder 3">
            <a:extLst>
              <a:ext uri="{FF2B5EF4-FFF2-40B4-BE49-F238E27FC236}">
                <a16:creationId xmlns:a16="http://schemas.microsoft.com/office/drawing/2014/main" id="{12D198C3-58FF-CE1C-CFFC-1A07E50F1C75}"/>
              </a:ext>
            </a:extLst>
          </p:cNvPr>
          <p:cNvSpPr>
            <a:spLocks noGrp="1"/>
          </p:cNvSpPr>
          <p:nvPr>
            <p:ph type="body" sz="quarter" idx="13"/>
          </p:nvPr>
        </p:nvSpPr>
        <p:spPr/>
        <p:txBody>
          <a:bodyPr/>
          <a:lstStyle/>
          <a:p>
            <a:r>
              <a:rPr lang="en-US" sz="1850">
                <a:ea typeface="Source Sans Pro"/>
                <a:cs typeface="Calibri"/>
              </a:rPr>
              <a:t>Mission Scope</a:t>
            </a:r>
            <a:endParaRPr lang="en-US"/>
          </a:p>
        </p:txBody>
      </p:sp>
      <p:sp>
        <p:nvSpPr>
          <p:cNvPr id="5" name="TextBox 4">
            <a:extLst>
              <a:ext uri="{FF2B5EF4-FFF2-40B4-BE49-F238E27FC236}">
                <a16:creationId xmlns:a16="http://schemas.microsoft.com/office/drawing/2014/main" id="{5F2265B4-4D9A-60AD-8159-8E49B61A4FAB}"/>
              </a:ext>
            </a:extLst>
          </p:cNvPr>
          <p:cNvSpPr txBox="1"/>
          <p:nvPr/>
        </p:nvSpPr>
        <p:spPr>
          <a:xfrm>
            <a:off x="824630" y="1993726"/>
            <a:ext cx="10542739" cy="2644314"/>
          </a:xfrm>
          <a:prstGeom prst="rect">
            <a:avLst/>
          </a:prstGeom>
          <a:noFill/>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80365" indent="-258445">
              <a:spcBef>
                <a:spcPts val="1000"/>
              </a:spcBef>
              <a:spcAft>
                <a:spcPts val="800"/>
              </a:spcAft>
              <a:buFont typeface="Arial"/>
              <a:buChar char="•"/>
            </a:pPr>
            <a:r>
              <a:rPr lang="en-US" sz="1900" b="1">
                <a:ea typeface="Calibri"/>
                <a:cs typeface="Calibri"/>
              </a:rPr>
              <a:t>Mission Objective:</a:t>
            </a:r>
            <a:r>
              <a:rPr lang="en-US" sz="1900">
                <a:ea typeface="Calibri"/>
                <a:cs typeface="Calibri"/>
              </a:rPr>
              <a:t> Launch the vehicle as a rocket, land the vehicle as a glider.</a:t>
            </a:r>
          </a:p>
          <a:p>
            <a:pPr marL="380365" indent="-258445">
              <a:spcBef>
                <a:spcPts val="1000"/>
              </a:spcBef>
              <a:spcAft>
                <a:spcPts val="800"/>
              </a:spcAft>
              <a:buFont typeface="Arial"/>
              <a:buChar char="•"/>
            </a:pPr>
            <a:r>
              <a:rPr lang="en-US" sz="1900" b="1">
                <a:ea typeface="Calibri"/>
                <a:cs typeface="Calibri"/>
              </a:rPr>
              <a:t>Mission Success Criteria</a:t>
            </a:r>
            <a:endParaRPr lang="en-US" sz="1900">
              <a:ea typeface="Calibri"/>
              <a:cs typeface="Calibri"/>
            </a:endParaRPr>
          </a:p>
          <a:p>
            <a:pPr marL="121920">
              <a:spcBef>
                <a:spcPts val="1000"/>
              </a:spcBef>
              <a:spcAft>
                <a:spcPts val="800"/>
              </a:spcAft>
            </a:pPr>
            <a:r>
              <a:rPr lang="en-US" sz="1900">
                <a:ea typeface="Calibri"/>
                <a:cs typeface="Calibri"/>
              </a:rPr>
              <a:t>1. The vehicle reaches an apogee of between 1000-2000 feet.</a:t>
            </a:r>
          </a:p>
          <a:p>
            <a:pPr marL="121920">
              <a:spcBef>
                <a:spcPts val="1000"/>
              </a:spcBef>
              <a:spcAft>
                <a:spcPts val="800"/>
              </a:spcAft>
            </a:pPr>
            <a:r>
              <a:rPr lang="en-US" sz="1900">
                <a:ea typeface="Calibri"/>
                <a:cs typeface="Calibri"/>
              </a:rPr>
              <a:t>2. The vehicle lands after a successful glide phase</a:t>
            </a:r>
          </a:p>
          <a:p>
            <a:pPr marL="742315" lvl="1" indent="-285750">
              <a:spcBef>
                <a:spcPts val="500"/>
              </a:spcBef>
              <a:buFont typeface="Arial,Sans-Serif"/>
              <a:buChar char="•"/>
            </a:pPr>
            <a:r>
              <a:rPr lang="en-US" sz="1600">
                <a:ea typeface="Calibri"/>
                <a:cs typeface="Calibri"/>
              </a:rPr>
              <a:t>Lands in a way that the vehicle could hypothetically be reused.</a:t>
            </a:r>
          </a:p>
          <a:p>
            <a:pPr algn="l"/>
            <a:endParaRPr lang="en-US">
              <a:ea typeface="Calibri"/>
              <a:cs typeface="Calibri"/>
            </a:endParaRPr>
          </a:p>
        </p:txBody>
      </p:sp>
    </p:spTree>
    <p:extLst>
      <p:ext uri="{BB962C8B-B14F-4D97-AF65-F5344CB8AC3E}">
        <p14:creationId xmlns:p14="http://schemas.microsoft.com/office/powerpoint/2010/main" val="199057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rawing of a long tube&#10;&#10;AI-generated content may be incorrect.">
            <a:extLst>
              <a:ext uri="{FF2B5EF4-FFF2-40B4-BE49-F238E27FC236}">
                <a16:creationId xmlns:a16="http://schemas.microsoft.com/office/drawing/2014/main" id="{98F64AB1-41C7-266F-2CE5-0532887CC6A3}"/>
              </a:ext>
            </a:extLst>
          </p:cNvPr>
          <p:cNvPicPr>
            <a:picLocks noChangeAspect="1"/>
          </p:cNvPicPr>
          <p:nvPr/>
        </p:nvPicPr>
        <p:blipFill>
          <a:blip r:embed="rId3"/>
          <a:stretch>
            <a:fillRect/>
          </a:stretch>
        </p:blipFill>
        <p:spPr>
          <a:xfrm>
            <a:off x="4755715" y="4048887"/>
            <a:ext cx="6636706" cy="2789430"/>
          </a:xfrm>
          <a:prstGeom prst="rect">
            <a:avLst/>
          </a:prstGeom>
        </p:spPr>
      </p:pic>
      <p:pic>
        <p:nvPicPr>
          <p:cNvPr id="11" name="Picture 10" descr="A drawing of a pencil&#10;&#10;AI-generated content may be incorrect.">
            <a:extLst>
              <a:ext uri="{FF2B5EF4-FFF2-40B4-BE49-F238E27FC236}">
                <a16:creationId xmlns:a16="http://schemas.microsoft.com/office/drawing/2014/main" id="{80BE50A2-FE10-7FDE-22FD-87B4ED232A9F}"/>
              </a:ext>
            </a:extLst>
          </p:cNvPr>
          <p:cNvPicPr>
            <a:picLocks noChangeAspect="1"/>
          </p:cNvPicPr>
          <p:nvPr/>
        </p:nvPicPr>
        <p:blipFill>
          <a:blip r:embed="rId4"/>
          <a:stretch>
            <a:fillRect/>
          </a:stretch>
        </p:blipFill>
        <p:spPr>
          <a:xfrm>
            <a:off x="4828784" y="2643248"/>
            <a:ext cx="6563639" cy="1498434"/>
          </a:xfrm>
          <a:prstGeom prst="rect">
            <a:avLst/>
          </a:prstGeom>
        </p:spPr>
      </p:pic>
      <p:sp>
        <p:nvSpPr>
          <p:cNvPr id="3" name="Title 2">
            <a:extLst>
              <a:ext uri="{FF2B5EF4-FFF2-40B4-BE49-F238E27FC236}">
                <a16:creationId xmlns:a16="http://schemas.microsoft.com/office/drawing/2014/main" id="{244CCFB6-51E6-ED07-681F-FC3A997D9F28}"/>
              </a:ext>
            </a:extLst>
          </p:cNvPr>
          <p:cNvSpPr>
            <a:spLocks noGrp="1"/>
          </p:cNvSpPr>
          <p:nvPr>
            <p:ph type="title"/>
          </p:nvPr>
        </p:nvSpPr>
        <p:spPr/>
        <p:txBody>
          <a:bodyPr/>
          <a:lstStyle/>
          <a:p>
            <a:r>
              <a:rPr lang="en-US">
                <a:latin typeface="Munistic"/>
              </a:rPr>
              <a:t>Overview</a:t>
            </a:r>
          </a:p>
        </p:txBody>
      </p:sp>
      <p:sp>
        <p:nvSpPr>
          <p:cNvPr id="4" name="Text Placeholder 3">
            <a:extLst>
              <a:ext uri="{FF2B5EF4-FFF2-40B4-BE49-F238E27FC236}">
                <a16:creationId xmlns:a16="http://schemas.microsoft.com/office/drawing/2014/main" id="{B184B777-6784-D933-ED65-A07CFA035DA8}"/>
              </a:ext>
            </a:extLst>
          </p:cNvPr>
          <p:cNvSpPr>
            <a:spLocks noGrp="1"/>
          </p:cNvSpPr>
          <p:nvPr>
            <p:ph type="body" sz="quarter" idx="13"/>
          </p:nvPr>
        </p:nvSpPr>
        <p:spPr/>
        <p:txBody>
          <a:bodyPr/>
          <a:lstStyle/>
          <a:p>
            <a:r>
              <a:rPr lang="en-US" sz="1850">
                <a:ea typeface="Source Sans Pro"/>
                <a:cs typeface="Calibri"/>
              </a:rPr>
              <a:t>Open Rocket + mass/dimension estimates</a:t>
            </a:r>
            <a:endParaRPr lang="en-US" sz="1850">
              <a:cs typeface="Calibri"/>
            </a:endParaRPr>
          </a:p>
        </p:txBody>
      </p:sp>
      <p:sp>
        <p:nvSpPr>
          <p:cNvPr id="9" name="Text Placeholder 1">
            <a:extLst>
              <a:ext uri="{FF2B5EF4-FFF2-40B4-BE49-F238E27FC236}">
                <a16:creationId xmlns:a16="http://schemas.microsoft.com/office/drawing/2014/main" id="{A1B080F6-2BAB-03BA-2AD8-5E689B93112F}"/>
              </a:ext>
            </a:extLst>
          </p:cNvPr>
          <p:cNvSpPr>
            <a:spLocks noGrp="1"/>
          </p:cNvSpPr>
          <p:nvPr/>
        </p:nvSpPr>
        <p:spPr>
          <a:xfrm>
            <a:off x="838199" y="1531066"/>
            <a:ext cx="10515600" cy="1785367"/>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365" indent="-258445"/>
            <a:r>
              <a:rPr lang="en-US" sz="1850" b="1">
                <a:ea typeface="Source Sans Pro"/>
              </a:rPr>
              <a:t>Estimated Loaded Mass:</a:t>
            </a:r>
            <a:r>
              <a:rPr lang="en-US" sz="1850">
                <a:ea typeface="Source Sans Pro"/>
              </a:rPr>
              <a:t> 26.55 </a:t>
            </a:r>
            <a:r>
              <a:rPr lang="en-US" sz="1850" err="1">
                <a:ea typeface="Source Sans Pro"/>
              </a:rPr>
              <a:t>lbs</a:t>
            </a:r>
            <a:r>
              <a:rPr lang="en-US" sz="1850">
                <a:ea typeface="Source Sans Pro"/>
              </a:rPr>
              <a:t>*</a:t>
            </a:r>
            <a:endParaRPr lang="en-US" sz="1850">
              <a:ea typeface="Source Sans Pro"/>
              <a:cs typeface="Calibri" panose="020F0502020204030204"/>
            </a:endParaRPr>
          </a:p>
          <a:p>
            <a:pPr marL="380365" indent="-258445"/>
            <a:r>
              <a:rPr lang="en-US" sz="1850" b="1">
                <a:ea typeface="Source Sans Pro"/>
              </a:rPr>
              <a:t>Estimated Unloaded Mass:</a:t>
            </a:r>
            <a:r>
              <a:rPr lang="en-US" sz="1850">
                <a:ea typeface="Source Sans Pro"/>
              </a:rPr>
              <a:t> 23.12 </a:t>
            </a:r>
            <a:r>
              <a:rPr lang="en-US" sz="1850" err="1">
                <a:ea typeface="Source Sans Pro"/>
              </a:rPr>
              <a:t>lbs</a:t>
            </a:r>
            <a:endParaRPr lang="en-US" sz="1850">
              <a:ea typeface="Source Sans Pro"/>
              <a:cs typeface="Calibri" panose="020F0502020204030204"/>
            </a:endParaRPr>
          </a:p>
          <a:p>
            <a:pPr marL="380365" indent="-258445"/>
            <a:r>
              <a:rPr lang="en-US" sz="1850" b="1">
                <a:ea typeface="Source Sans Pro"/>
              </a:rPr>
              <a:t>Overall Length:</a:t>
            </a:r>
            <a:r>
              <a:rPr lang="en-US" sz="1850">
                <a:ea typeface="Source Sans Pro"/>
              </a:rPr>
              <a:t> 56.70” </a:t>
            </a:r>
            <a:endParaRPr lang="en-US" sz="1850">
              <a:ea typeface="Source Sans Pro"/>
              <a:cs typeface="Calibri"/>
            </a:endParaRPr>
          </a:p>
          <a:p>
            <a:pPr marL="380365" indent="-258445"/>
            <a:r>
              <a:rPr lang="en-US" sz="1850" b="1">
                <a:ea typeface="Source Sans Pro"/>
              </a:rPr>
              <a:t>CP Location:</a:t>
            </a:r>
            <a:r>
              <a:rPr lang="en-US" sz="1850">
                <a:ea typeface="Source Sans Pro"/>
              </a:rPr>
              <a:t> 15.75” from rear</a:t>
            </a:r>
            <a:endParaRPr lang="en-US" sz="1850">
              <a:ea typeface="Source Sans Pro"/>
              <a:cs typeface="Calibri"/>
            </a:endParaRPr>
          </a:p>
          <a:p>
            <a:pPr marL="380365" indent="-258445"/>
            <a:r>
              <a:rPr lang="en-US" sz="1850" b="1">
                <a:ea typeface="Source Sans Pro"/>
              </a:rPr>
              <a:t>Stability:</a:t>
            </a:r>
            <a:r>
              <a:rPr lang="en-US" sz="1850">
                <a:ea typeface="Source Sans Pro"/>
              </a:rPr>
              <a:t> Unknown</a:t>
            </a:r>
            <a:endParaRPr lang="en-US"/>
          </a:p>
        </p:txBody>
      </p:sp>
      <p:sp>
        <p:nvSpPr>
          <p:cNvPr id="12" name="TextBox 11">
            <a:extLst>
              <a:ext uri="{FF2B5EF4-FFF2-40B4-BE49-F238E27FC236}">
                <a16:creationId xmlns:a16="http://schemas.microsoft.com/office/drawing/2014/main" id="{4AE32637-BC4B-2063-0F5E-102767D4DFF9}"/>
              </a:ext>
            </a:extLst>
          </p:cNvPr>
          <p:cNvSpPr txBox="1"/>
          <p:nvPr/>
        </p:nvSpPr>
        <p:spPr>
          <a:xfrm>
            <a:off x="3569917" y="3434218"/>
            <a:ext cx="154487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Side view:</a:t>
            </a: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br>
              <a:rPr lang="en-US">
                <a:ea typeface="Calibri"/>
                <a:cs typeface="Calibri"/>
              </a:rPr>
            </a:br>
            <a:r>
              <a:rPr lang="en-US">
                <a:ea typeface="Calibri"/>
                <a:cs typeface="Calibri"/>
              </a:rPr>
              <a:t>Top view:</a:t>
            </a:r>
          </a:p>
        </p:txBody>
      </p:sp>
    </p:spTree>
    <p:extLst>
      <p:ext uri="{BB962C8B-B14F-4D97-AF65-F5344CB8AC3E}">
        <p14:creationId xmlns:p14="http://schemas.microsoft.com/office/powerpoint/2010/main" val="2489196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FA72BC-47FF-A5A5-CB06-F1025783B36D}"/>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ea typeface="Source Sans Pro"/>
                <a:cs typeface="Calibri"/>
              </a:rPr>
              <a:t>My drawing goes here -Maximus</a:t>
            </a:r>
            <a:endParaRPr lang="en-US">
              <a:cs typeface="Calibri" panose="020F0502020204030204"/>
            </a:endParaRPr>
          </a:p>
        </p:txBody>
      </p:sp>
      <p:sp>
        <p:nvSpPr>
          <p:cNvPr id="3" name="Title 2">
            <a:extLst>
              <a:ext uri="{FF2B5EF4-FFF2-40B4-BE49-F238E27FC236}">
                <a16:creationId xmlns:a16="http://schemas.microsoft.com/office/drawing/2014/main" id="{E878B0B9-9877-2D5E-8F9C-DAD4388FE665}"/>
              </a:ext>
            </a:extLst>
          </p:cNvPr>
          <p:cNvSpPr>
            <a:spLocks noGrp="1"/>
          </p:cNvSpPr>
          <p:nvPr>
            <p:ph type="title"/>
          </p:nvPr>
        </p:nvSpPr>
        <p:spPr/>
        <p:txBody>
          <a:bodyPr/>
          <a:lstStyle/>
          <a:p>
            <a:r>
              <a:rPr lang="en-US" err="1">
                <a:latin typeface="Munistic"/>
              </a:rPr>
              <a:t>Conops</a:t>
            </a:r>
            <a:endParaRPr lang="en-US" err="1"/>
          </a:p>
        </p:txBody>
      </p:sp>
      <p:sp>
        <p:nvSpPr>
          <p:cNvPr id="4" name="Text Placeholder 3">
            <a:extLst>
              <a:ext uri="{FF2B5EF4-FFF2-40B4-BE49-F238E27FC236}">
                <a16:creationId xmlns:a16="http://schemas.microsoft.com/office/drawing/2014/main" id="{85971AAA-A0E3-9A8D-F4F7-0D76B15FA3D9}"/>
              </a:ext>
            </a:extLst>
          </p:cNvPr>
          <p:cNvSpPr>
            <a:spLocks noGrp="1"/>
          </p:cNvSpPr>
          <p:nvPr>
            <p:ph type="body" sz="quarter" idx="13"/>
          </p:nvPr>
        </p:nvSpPr>
        <p:spPr/>
        <p:txBody>
          <a:bodyPr/>
          <a:lstStyle/>
          <a:p>
            <a:r>
              <a:rPr lang="en-US" sz="1850">
                <a:ea typeface="Source Sans Pro"/>
                <a:cs typeface="Calibri"/>
              </a:rPr>
              <a:t>Graphic</a:t>
            </a:r>
            <a:endParaRPr lang="en-US"/>
          </a:p>
        </p:txBody>
      </p:sp>
      <p:pic>
        <p:nvPicPr>
          <p:cNvPr id="7" name="Picture 6" descr="A diagram of a flight path&#10;&#10;AI-generated content may be incorrect.">
            <a:extLst>
              <a:ext uri="{FF2B5EF4-FFF2-40B4-BE49-F238E27FC236}">
                <a16:creationId xmlns:a16="http://schemas.microsoft.com/office/drawing/2014/main" id="{EC270B09-EB7D-0B76-473C-1B9D08EA0F01}"/>
              </a:ext>
            </a:extLst>
          </p:cNvPr>
          <p:cNvPicPr>
            <a:picLocks noChangeAspect="1"/>
          </p:cNvPicPr>
          <p:nvPr/>
        </p:nvPicPr>
        <p:blipFill>
          <a:blip r:embed="rId3"/>
          <a:stretch>
            <a:fillRect/>
          </a:stretch>
        </p:blipFill>
        <p:spPr>
          <a:xfrm>
            <a:off x="1248435" y="1361601"/>
            <a:ext cx="8755077" cy="4922571"/>
          </a:xfrm>
          <a:prstGeom prst="rect">
            <a:avLst/>
          </a:prstGeom>
        </p:spPr>
      </p:pic>
    </p:spTree>
    <p:extLst>
      <p:ext uri="{BB962C8B-B14F-4D97-AF65-F5344CB8AC3E}">
        <p14:creationId xmlns:p14="http://schemas.microsoft.com/office/powerpoint/2010/main" val="2457280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D925DC-3D1D-8D23-3A07-4F6F39D2B544}"/>
              </a:ext>
            </a:extLst>
          </p:cNvPr>
          <p:cNvSpPr>
            <a:spLocks noGrp="1"/>
          </p:cNvSpPr>
          <p:nvPr>
            <p:ph type="body" sz="quarter" idx="15"/>
          </p:nvPr>
        </p:nvSpPr>
        <p:spPr>
          <a:xfrm>
            <a:off x="618994" y="1425191"/>
            <a:ext cx="10839188" cy="4849083"/>
          </a:xfrm>
        </p:spPr>
        <p:txBody>
          <a:bodyPr vert="horz" lIns="91440" tIns="45720" rIns="91440" bIns="45720" numCol="2" spcCol="457200" rtlCol="0" anchor="t">
            <a:noAutofit/>
          </a:bodyPr>
          <a:lstStyle/>
          <a:p>
            <a:pPr marL="380365" indent="-258445"/>
            <a:r>
              <a:rPr lang="en-US" sz="1850">
                <a:ea typeface="+mn-lt"/>
                <a:cs typeface="+mn-lt"/>
              </a:rPr>
              <a:t>Idle </a:t>
            </a:r>
            <a:endParaRPr lang="en-US" kern="1200" spc="27">
              <a:cs typeface="+mn-lt"/>
            </a:endParaRPr>
          </a:p>
          <a:p>
            <a:pPr marL="742315" lvl="1" indent="-285750">
              <a:buChar char="•"/>
            </a:pPr>
            <a:r>
              <a:rPr lang="en-US" kern="1200" spc="27">
                <a:ea typeface="+mn-lt"/>
                <a:cs typeface="+mn-lt"/>
              </a:rPr>
              <a:t>Begin transmitting telemetry, video feed, and data logging.</a:t>
            </a:r>
            <a:r>
              <a:rPr lang="en-US">
                <a:ea typeface="+mn-lt"/>
                <a:cs typeface="+mn-lt"/>
              </a:rPr>
              <a:t> Video feed is being transmitted to remote operator.</a:t>
            </a:r>
            <a:endParaRPr lang="en-US">
              <a:cs typeface="Calibri"/>
            </a:endParaRPr>
          </a:p>
          <a:p>
            <a:pPr marL="380365" indent="-258445">
              <a:buFont typeface="Arial" panose="020B0604020202020204" pitchFamily="34" charset="0"/>
              <a:buChar char="•"/>
            </a:pPr>
            <a:r>
              <a:rPr lang="en-US" sz="1850">
                <a:ea typeface="+mn-lt"/>
                <a:cs typeface="+mn-lt"/>
              </a:rPr>
              <a:t>Launch</a:t>
            </a:r>
          </a:p>
          <a:p>
            <a:pPr marL="742315" lvl="1" indent="-285750">
              <a:buChar char="•"/>
            </a:pPr>
            <a:r>
              <a:rPr lang="en-US" kern="800" spc="0">
                <a:ea typeface="+mn-lt"/>
                <a:cs typeface="+mn-lt"/>
              </a:rPr>
              <a:t>Motor ignition.</a:t>
            </a:r>
            <a:endParaRPr lang="en-US">
              <a:ea typeface="+mn-lt"/>
              <a:cs typeface="+mn-lt"/>
            </a:endParaRPr>
          </a:p>
          <a:p>
            <a:pPr marL="380365" indent="-258445">
              <a:buFont typeface="Arial" panose="020B0604020202020204" pitchFamily="34" charset="0"/>
              <a:buChar char="•"/>
            </a:pPr>
            <a:r>
              <a:rPr lang="en-US" sz="1850">
                <a:ea typeface="+mn-lt"/>
                <a:cs typeface="+mn-lt"/>
              </a:rPr>
              <a:t>Ascent </a:t>
            </a:r>
            <a:endParaRPr lang="en-US" sz="1850">
              <a:ea typeface="Source Sans Pro"/>
              <a:cs typeface="+mn-lt"/>
            </a:endParaRPr>
          </a:p>
          <a:p>
            <a:pPr marL="742315" lvl="1" indent="-285750">
              <a:buFont typeface="Arial" panose="020B0604020202020204" pitchFamily="34" charset="0"/>
              <a:buChar char="•"/>
            </a:pPr>
            <a:r>
              <a:rPr lang="en-US">
                <a:ea typeface="+mn-lt"/>
                <a:cs typeface="+mn-lt"/>
              </a:rPr>
              <a:t>Flight</a:t>
            </a:r>
            <a:r>
              <a:rPr lang="en-US" kern="1200" spc="27">
                <a:ea typeface="+mn-lt"/>
                <a:cs typeface="+mn-lt"/>
              </a:rPr>
              <a:t> software will be configured to maintain stable upward trajectory with automatic adjustments of control surfaces.  </a:t>
            </a:r>
            <a:r>
              <a:rPr lang="en-US">
                <a:ea typeface="+mn-lt"/>
                <a:cs typeface="+mn-lt"/>
              </a:rPr>
              <a:t>Adjustments will only be minor as vehicle should be naturally stable.</a:t>
            </a:r>
            <a:endParaRPr lang="en-US" kern="1200" spc="27">
              <a:cs typeface="+mn-lt"/>
            </a:endParaRPr>
          </a:p>
          <a:p>
            <a:pPr marL="742315" lvl="1" indent="-285750">
              <a:buFont typeface="Arial" panose="020B0604020202020204" pitchFamily="34" charset="0"/>
              <a:buChar char="•"/>
            </a:pPr>
            <a:r>
              <a:rPr lang="en-US">
                <a:ea typeface="+mn-lt"/>
                <a:cs typeface="+mn-lt"/>
              </a:rPr>
              <a:t>The operator will be on standby and only observe.</a:t>
            </a:r>
            <a:br>
              <a:rPr lang="en-US">
                <a:ea typeface="+mn-lt"/>
                <a:cs typeface="+mn-lt"/>
              </a:rPr>
            </a:br>
            <a:endParaRPr lang="en-US">
              <a:ea typeface="Calibri"/>
              <a:cs typeface="+mn-lt"/>
            </a:endParaRPr>
          </a:p>
          <a:p>
            <a:pPr marL="742315" lvl="1" indent="-285750"/>
            <a:endParaRPr lang="en-US">
              <a:ea typeface="+mn-lt"/>
              <a:cs typeface="+mn-lt"/>
            </a:endParaRPr>
          </a:p>
          <a:p>
            <a:pPr marL="380365" indent="-258445">
              <a:buFont typeface="Arial" panose="020B0604020202020204" pitchFamily="34" charset="0"/>
              <a:buChar char="•"/>
            </a:pPr>
            <a:r>
              <a:rPr lang="en-US" sz="1850">
                <a:ea typeface="+mn-lt"/>
                <a:cs typeface="+mn-lt"/>
              </a:rPr>
              <a:t>Transition</a:t>
            </a:r>
            <a:endParaRPr lang="en-US" sz="1850">
              <a:ea typeface="Calibri"/>
              <a:cs typeface="+mn-lt"/>
            </a:endParaRPr>
          </a:p>
          <a:p>
            <a:pPr marL="742315" lvl="1" indent="-285750">
              <a:buFont typeface="Arial" panose="020B0604020202020204" pitchFamily="34" charset="0"/>
              <a:buChar char="•"/>
            </a:pPr>
            <a:r>
              <a:rPr lang="en-US">
                <a:ea typeface="+mn-lt"/>
                <a:cs typeface="+mn-lt"/>
              </a:rPr>
              <a:t>Authority over control surfaces is handed off to remote operator. Also given the option to abort from now on.</a:t>
            </a:r>
          </a:p>
          <a:p>
            <a:pPr marL="742315" lvl="1" indent="-285750">
              <a:buChar char="•"/>
            </a:pPr>
            <a:r>
              <a:rPr lang="en-US">
                <a:ea typeface="+mn-lt"/>
                <a:cs typeface="+mn-lt"/>
              </a:rPr>
              <a:t>Water payload released.</a:t>
            </a:r>
          </a:p>
          <a:p>
            <a:pPr marL="380365" indent="-258445"/>
            <a:r>
              <a:rPr lang="en-US" sz="1850">
                <a:ea typeface="+mn-lt"/>
                <a:cs typeface="+mn-lt"/>
              </a:rPr>
              <a:t>Glide</a:t>
            </a:r>
          </a:p>
          <a:p>
            <a:pPr marL="742315" lvl="1" indent="-285750">
              <a:buFont typeface="Arial" panose="020B0604020202020204" pitchFamily="34" charset="0"/>
              <a:buChar char="•"/>
            </a:pPr>
            <a:r>
              <a:rPr lang="en-US">
                <a:ea typeface="+mn-lt"/>
                <a:cs typeface="+mn-lt"/>
              </a:rPr>
              <a:t>Operator glides the vehicle towards landing site, using the video feed to see and controller to operate.</a:t>
            </a:r>
          </a:p>
          <a:p>
            <a:pPr marL="742315" lvl="1" indent="-285750">
              <a:buFont typeface="Arial" panose="020B0604020202020204" pitchFamily="34" charset="0"/>
              <a:buChar char="•"/>
            </a:pPr>
            <a:r>
              <a:rPr lang="en-US">
                <a:ea typeface="+mn-lt"/>
                <a:cs typeface="+mn-lt"/>
              </a:rPr>
              <a:t>Glide slope will be very steep, interrupted by periods of leveling off to bleed off speed.</a:t>
            </a:r>
          </a:p>
          <a:p>
            <a:pPr marL="742315" lvl="1" indent="-285750">
              <a:buFont typeface="Arial" panose="020B0604020202020204" pitchFamily="34" charset="0"/>
              <a:buChar char="•"/>
            </a:pPr>
            <a:r>
              <a:rPr lang="en-US">
                <a:ea typeface="+mn-lt"/>
                <a:cs typeface="+mn-lt"/>
              </a:rPr>
              <a:t>Flight software will assist with automatic stability corrections when needed.  </a:t>
            </a:r>
            <a:endParaRPr lang="en-US">
              <a:cs typeface="+mn-lt"/>
            </a:endParaRPr>
          </a:p>
          <a:p>
            <a:pPr marL="380365" indent="-258445"/>
            <a:r>
              <a:rPr lang="en-US" sz="1850">
                <a:ea typeface="+mn-lt"/>
                <a:cs typeface="+mn-lt"/>
              </a:rPr>
              <a:t>Landing / Recovery </a:t>
            </a:r>
          </a:p>
          <a:p>
            <a:pPr marL="742315" lvl="1" indent="-285750">
              <a:buFont typeface="Arial" panose="020B0604020202020204" pitchFamily="34" charset="0"/>
              <a:buChar char="•"/>
            </a:pPr>
            <a:r>
              <a:rPr lang="en-US" kern="800" spc="0">
                <a:ea typeface="Calibri"/>
                <a:cs typeface="Calibri"/>
              </a:rPr>
              <a:t>Operator safely lands the vehicle at the landing site. </a:t>
            </a:r>
          </a:p>
        </p:txBody>
      </p:sp>
      <p:sp>
        <p:nvSpPr>
          <p:cNvPr id="3" name="Title 2">
            <a:extLst>
              <a:ext uri="{FF2B5EF4-FFF2-40B4-BE49-F238E27FC236}">
                <a16:creationId xmlns:a16="http://schemas.microsoft.com/office/drawing/2014/main" id="{3B5EA438-8422-5D54-F255-A4D1C63FCAAD}"/>
              </a:ext>
            </a:extLst>
          </p:cNvPr>
          <p:cNvSpPr>
            <a:spLocks noGrp="1"/>
          </p:cNvSpPr>
          <p:nvPr>
            <p:ph type="title"/>
          </p:nvPr>
        </p:nvSpPr>
        <p:spPr/>
        <p:txBody>
          <a:bodyPr/>
          <a:lstStyle/>
          <a:p>
            <a:r>
              <a:rPr lang="en-US" err="1">
                <a:latin typeface="Munistic"/>
              </a:rPr>
              <a:t>Conops</a:t>
            </a:r>
            <a:r>
              <a:rPr lang="en-US">
                <a:latin typeface="Munistic"/>
              </a:rPr>
              <a:t> Phases</a:t>
            </a:r>
            <a:endParaRPr lang="en-US"/>
          </a:p>
        </p:txBody>
      </p:sp>
      <p:sp>
        <p:nvSpPr>
          <p:cNvPr id="4" name="Text Placeholder 3">
            <a:extLst>
              <a:ext uri="{FF2B5EF4-FFF2-40B4-BE49-F238E27FC236}">
                <a16:creationId xmlns:a16="http://schemas.microsoft.com/office/drawing/2014/main" id="{DBE21D92-84C8-F668-5788-6EACDD5EFD1D}"/>
              </a:ext>
            </a:extLst>
          </p:cNvPr>
          <p:cNvSpPr>
            <a:spLocks noGrp="1"/>
          </p:cNvSpPr>
          <p:nvPr>
            <p:ph type="body" sz="quarter" idx="13"/>
          </p:nvPr>
        </p:nvSpPr>
        <p:spPr/>
        <p:txBody>
          <a:bodyPr/>
          <a:lstStyle/>
          <a:p>
            <a:r>
              <a:rPr lang="en-US" sz="1850">
                <a:ea typeface="Source Sans Pro"/>
                <a:cs typeface="Calibri"/>
              </a:rPr>
              <a:t>Phases</a:t>
            </a:r>
            <a:endParaRPr lang="en-US"/>
          </a:p>
        </p:txBody>
      </p:sp>
    </p:spTree>
    <p:extLst>
      <p:ext uri="{BB962C8B-B14F-4D97-AF65-F5344CB8AC3E}">
        <p14:creationId xmlns:p14="http://schemas.microsoft.com/office/powerpoint/2010/main" val="1570139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2FC515-7C87-D627-6947-963520C2900C}"/>
              </a:ext>
            </a:extLst>
          </p:cNvPr>
          <p:cNvSpPr>
            <a:spLocks noGrp="1"/>
          </p:cNvSpPr>
          <p:nvPr>
            <p:ph type="title"/>
          </p:nvPr>
        </p:nvSpPr>
        <p:spPr/>
        <p:txBody>
          <a:bodyPr/>
          <a:lstStyle/>
          <a:p>
            <a:r>
              <a:rPr lang="en-US">
                <a:latin typeface="Munistic"/>
              </a:rPr>
              <a:t>Requirements</a:t>
            </a:r>
            <a:endParaRPr lang="en-US"/>
          </a:p>
        </p:txBody>
      </p:sp>
      <p:sp>
        <p:nvSpPr>
          <p:cNvPr id="4" name="Text Placeholder 3">
            <a:extLst>
              <a:ext uri="{FF2B5EF4-FFF2-40B4-BE49-F238E27FC236}">
                <a16:creationId xmlns:a16="http://schemas.microsoft.com/office/drawing/2014/main" id="{B668B8FD-25B9-BB31-512A-838D6C620426}"/>
              </a:ext>
            </a:extLst>
          </p:cNvPr>
          <p:cNvSpPr>
            <a:spLocks noGrp="1"/>
          </p:cNvSpPr>
          <p:nvPr>
            <p:ph type="body" sz="quarter" idx="13"/>
          </p:nvPr>
        </p:nvSpPr>
        <p:spPr/>
        <p:txBody>
          <a:bodyPr/>
          <a:lstStyle/>
          <a:p>
            <a:r>
              <a:rPr lang="en-US" sz="1850">
                <a:ea typeface="Source Sans Pro"/>
                <a:cs typeface="Calibri"/>
              </a:rPr>
              <a:t>Top Level</a:t>
            </a:r>
            <a:endParaRPr lang="en-US"/>
          </a:p>
        </p:txBody>
      </p:sp>
      <p:graphicFrame>
        <p:nvGraphicFramePr>
          <p:cNvPr id="6" name="Table 5">
            <a:extLst>
              <a:ext uri="{FF2B5EF4-FFF2-40B4-BE49-F238E27FC236}">
                <a16:creationId xmlns:a16="http://schemas.microsoft.com/office/drawing/2014/main" id="{C8C6E240-099B-0702-9093-63CE4A606CE2}"/>
              </a:ext>
            </a:extLst>
          </p:cNvPr>
          <p:cNvGraphicFramePr>
            <a:graphicFrameLocks noGrp="1"/>
          </p:cNvGraphicFramePr>
          <p:nvPr>
            <p:extLst>
              <p:ext uri="{D42A27DB-BD31-4B8C-83A1-F6EECF244321}">
                <p14:modId xmlns:p14="http://schemas.microsoft.com/office/powerpoint/2010/main" val="1158393907"/>
              </p:ext>
            </p:extLst>
          </p:nvPr>
        </p:nvGraphicFramePr>
        <p:xfrm>
          <a:off x="481012" y="1341337"/>
          <a:ext cx="11229975" cy="4765675"/>
        </p:xfrm>
        <a:graphic>
          <a:graphicData uri="http://schemas.openxmlformats.org/drawingml/2006/table">
            <a:tbl>
              <a:tblPr bandRow="1">
                <a:tableStyleId>{5C22544A-7EE6-4342-B048-85BDC9FD1C3A}</a:tableStyleId>
              </a:tblPr>
              <a:tblGrid>
                <a:gridCol w="847725">
                  <a:extLst>
                    <a:ext uri="{9D8B030D-6E8A-4147-A177-3AD203B41FA5}">
                      <a16:colId xmlns:a16="http://schemas.microsoft.com/office/drawing/2014/main" val="889662334"/>
                    </a:ext>
                  </a:extLst>
                </a:gridCol>
                <a:gridCol w="4752975">
                  <a:extLst>
                    <a:ext uri="{9D8B030D-6E8A-4147-A177-3AD203B41FA5}">
                      <a16:colId xmlns:a16="http://schemas.microsoft.com/office/drawing/2014/main" val="953974957"/>
                    </a:ext>
                  </a:extLst>
                </a:gridCol>
                <a:gridCol w="5629275">
                  <a:extLst>
                    <a:ext uri="{9D8B030D-6E8A-4147-A177-3AD203B41FA5}">
                      <a16:colId xmlns:a16="http://schemas.microsoft.com/office/drawing/2014/main" val="2005751428"/>
                    </a:ext>
                  </a:extLst>
                </a:gridCol>
              </a:tblGrid>
              <a:tr h="457200">
                <a:tc>
                  <a:txBody>
                    <a:bodyPr/>
                    <a:lstStyle/>
                    <a:p>
                      <a:pPr fontAlgn="base">
                        <a:lnSpc>
                          <a:spcPts val="2175"/>
                        </a:lnSpc>
                      </a:pPr>
                      <a:r>
                        <a:rPr lang="en-US" sz="1800" b="1">
                          <a:solidFill>
                            <a:srgbClr val="FFFFFF"/>
                          </a:solidFill>
                          <a:effectLst/>
                          <a:latin typeface="Calibri"/>
                        </a:rPr>
                        <a:t>RBS</a:t>
                      </a:r>
                      <a:endParaRPr lang="en-US" b="1">
                        <a:solidFill>
                          <a:srgbClr val="FFFFFF"/>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40005" cap="flat" cmpd="sng" algn="ctr">
                      <a:solidFill>
                        <a:srgbClr val="FFFFFF"/>
                      </a:solidFill>
                      <a:prstDash val="solid"/>
                      <a:round/>
                      <a:headEnd type="none" w="med" len="med"/>
                      <a:tailEnd type="none" w="med" len="med"/>
                    </a:lnB>
                    <a:solidFill>
                      <a:schemeClr val="tx1"/>
                    </a:solidFill>
                  </a:tcPr>
                </a:tc>
                <a:tc>
                  <a:txBody>
                    <a:bodyPr/>
                    <a:lstStyle/>
                    <a:p>
                      <a:pPr fontAlgn="base">
                        <a:lnSpc>
                          <a:spcPts val="2175"/>
                        </a:lnSpc>
                      </a:pPr>
                      <a:r>
                        <a:rPr lang="en-US" sz="1800" b="1">
                          <a:solidFill>
                            <a:srgbClr val="FFFFFF"/>
                          </a:solidFill>
                          <a:effectLst/>
                          <a:latin typeface="Calibri"/>
                        </a:rPr>
                        <a:t>Requirement</a:t>
                      </a:r>
                      <a:endParaRPr lang="en-US" b="1">
                        <a:solidFill>
                          <a:srgbClr val="FFFFFF"/>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40005" cap="flat" cmpd="sng" algn="ctr">
                      <a:solidFill>
                        <a:srgbClr val="FFFFFF"/>
                      </a:solidFill>
                      <a:prstDash val="solid"/>
                      <a:round/>
                      <a:headEnd type="none" w="med" len="med"/>
                      <a:tailEnd type="none" w="med" len="med"/>
                    </a:lnB>
                    <a:solidFill>
                      <a:schemeClr val="tx1"/>
                    </a:solidFill>
                  </a:tcPr>
                </a:tc>
                <a:tc>
                  <a:txBody>
                    <a:bodyPr/>
                    <a:lstStyle/>
                    <a:p>
                      <a:pPr fontAlgn="base">
                        <a:lnSpc>
                          <a:spcPts val="2175"/>
                        </a:lnSpc>
                      </a:pPr>
                      <a:r>
                        <a:rPr lang="en-US" sz="1800" b="1">
                          <a:solidFill>
                            <a:srgbClr val="FFFFFF"/>
                          </a:solidFill>
                          <a:effectLst/>
                          <a:latin typeface="Calibri"/>
                        </a:rPr>
                        <a:t>Rationale</a:t>
                      </a:r>
                      <a:endParaRPr lang="en-US" b="1">
                        <a:solidFill>
                          <a:srgbClr val="FFFFFF"/>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40005" cap="flat" cmpd="sng" algn="ctr">
                      <a:solidFill>
                        <a:srgbClr val="FFFFFF"/>
                      </a:solidFill>
                      <a:prstDash val="solid"/>
                      <a:round/>
                      <a:headEnd type="none" w="med" len="med"/>
                      <a:tailEnd type="none" w="med" len="med"/>
                    </a:lnB>
                    <a:solidFill>
                      <a:schemeClr val="tx1"/>
                    </a:solidFill>
                  </a:tcPr>
                </a:tc>
                <a:extLst>
                  <a:ext uri="{0D108BD9-81ED-4DB2-BD59-A6C34878D82A}">
                    <a16:rowId xmlns:a16="http://schemas.microsoft.com/office/drawing/2014/main" val="3197040575"/>
                  </a:ext>
                </a:extLst>
              </a:tr>
              <a:tr h="457200">
                <a:tc>
                  <a:txBody>
                    <a:bodyPr/>
                    <a:lstStyle/>
                    <a:p>
                      <a:pPr fontAlgn="base">
                        <a:lnSpc>
                          <a:spcPts val="2175"/>
                        </a:lnSpc>
                      </a:pPr>
                      <a:r>
                        <a:rPr lang="en-US" sz="1800">
                          <a:solidFill>
                            <a:srgbClr val="154734"/>
                          </a:solidFill>
                          <a:effectLst/>
                          <a:latin typeface="Calibri"/>
                        </a:rPr>
                        <a:t>1</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4000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reach an apogee of between 1000-2000 feet.</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4000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This apogee is needed for the vehicle to have the altitude </a:t>
                      </a:r>
                      <a:r>
                        <a:rPr lang="en-US" sz="1400" b="0" i="0" u="none" strike="noStrike" noProof="0">
                          <a:solidFill>
                            <a:srgbClr val="000000"/>
                          </a:solidFill>
                          <a:effectLst/>
                          <a:latin typeface="Calibri"/>
                        </a:rPr>
                        <a:t>necessary </a:t>
                      </a:r>
                      <a:r>
                        <a:rPr lang="en-US" sz="1400" b="0" i="0" u="none" strike="noStrike" noProof="0">
                          <a:solidFill>
                            <a:srgbClr val="000000"/>
                          </a:solidFill>
                          <a:effectLst/>
                        </a:rPr>
                        <a:t>to glide and land. Also, a success criteria.</a:t>
                      </a:r>
                      <a:endParaRPr lang="en-US" b="0" i="0" u="none" strike="noStrike" noProof="0"/>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4000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493232609"/>
                  </a:ext>
                </a:extLst>
              </a:tr>
              <a:tr h="457200">
                <a:tc>
                  <a:txBody>
                    <a:bodyPr/>
                    <a:lstStyle/>
                    <a:p>
                      <a:pPr fontAlgn="base">
                        <a:lnSpc>
                          <a:spcPts val="2175"/>
                        </a:lnSpc>
                      </a:pPr>
                      <a:r>
                        <a:rPr lang="en-US" sz="1800">
                          <a:solidFill>
                            <a:srgbClr val="154734"/>
                          </a:solidFill>
                          <a:effectLst/>
                          <a:latin typeface="Calibri"/>
                        </a:rPr>
                        <a:t>2</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have fixed wings.</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Wings are needed for the vehicle to glide.</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58467633"/>
                  </a:ext>
                </a:extLst>
              </a:tr>
              <a:tr h="457200">
                <a:tc>
                  <a:txBody>
                    <a:bodyPr/>
                    <a:lstStyle/>
                    <a:p>
                      <a:pPr fontAlgn="base">
                        <a:lnSpc>
                          <a:spcPts val="2175"/>
                        </a:lnSpc>
                      </a:pPr>
                      <a:r>
                        <a:rPr lang="en-US" sz="1800">
                          <a:solidFill>
                            <a:srgbClr val="154734"/>
                          </a:solidFill>
                          <a:effectLst/>
                          <a:latin typeface="Calibri"/>
                        </a:rPr>
                        <a:t>3</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make a controlled descent and landing.</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A controlled descent is necessary for the glide phase to be successful.</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606209937"/>
                  </a:ext>
                </a:extLst>
              </a:tr>
              <a:tr h="838200">
                <a:tc>
                  <a:txBody>
                    <a:bodyPr/>
                    <a:lstStyle/>
                    <a:p>
                      <a:pPr fontAlgn="base">
                        <a:lnSpc>
                          <a:spcPts val="2175"/>
                        </a:lnSpc>
                      </a:pPr>
                      <a:r>
                        <a:rPr lang="en-US" sz="1800">
                          <a:solidFill>
                            <a:srgbClr val="154734"/>
                          </a:solidFill>
                          <a:effectLst/>
                          <a:latin typeface="Calibri"/>
                        </a:rPr>
                        <a:t>4</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remain structurally stable during flight and landing.</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Mission failure will occur if vehicle breaks apart during those phases.</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79503132"/>
                  </a:ext>
                </a:extLst>
              </a:tr>
              <a:tr h="457200">
                <a:tc>
                  <a:txBody>
                    <a:bodyPr/>
                    <a:lstStyle/>
                    <a:p>
                      <a:pPr fontAlgn="base">
                        <a:lnSpc>
                          <a:spcPts val="2175"/>
                        </a:lnSpc>
                      </a:pPr>
                      <a:r>
                        <a:rPr lang="en-US" sz="1800">
                          <a:solidFill>
                            <a:srgbClr val="154734"/>
                          </a:solidFill>
                          <a:effectLst/>
                          <a:latin typeface="Calibri"/>
                        </a:rPr>
                        <a:t>5</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remain aerodynamically stable during all flight phases.</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Abort conditions would be met if vehicle becomes uncontrollable.</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31506239"/>
                  </a:ext>
                </a:extLst>
              </a:tr>
              <a:tr h="457200">
                <a:tc>
                  <a:txBody>
                    <a:bodyPr/>
                    <a:lstStyle/>
                    <a:p>
                      <a:pPr fontAlgn="base">
                        <a:lnSpc>
                          <a:spcPts val="2175"/>
                        </a:lnSpc>
                      </a:pPr>
                      <a:r>
                        <a:rPr lang="en-US" sz="1800">
                          <a:solidFill>
                            <a:srgbClr val="154734"/>
                          </a:solidFill>
                          <a:effectLst/>
                          <a:latin typeface="Calibri"/>
                        </a:rPr>
                        <a:t>6</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transmit telemetry during the flight.</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To collect and relay data/video to the ground operator so they can operate the vehicle.</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597267813"/>
                  </a:ext>
                </a:extLst>
              </a:tr>
              <a:tr h="457200">
                <a:tc>
                  <a:txBody>
                    <a:bodyPr/>
                    <a:lstStyle/>
                    <a:p>
                      <a:pPr fontAlgn="base">
                        <a:lnSpc>
                          <a:spcPts val="2175"/>
                        </a:lnSpc>
                      </a:pPr>
                      <a:r>
                        <a:rPr lang="en-US" sz="1800">
                          <a:solidFill>
                            <a:srgbClr val="154734"/>
                          </a:solidFill>
                          <a:effectLst/>
                          <a:latin typeface="Calibri"/>
                        </a:rPr>
                        <a:t>7</a:t>
                      </a:r>
                      <a:endParaRPr lang="en-US">
                        <a:solidFill>
                          <a:srgbClr val="154734"/>
                        </a:solidFill>
                        <a:effectLst/>
                        <a:latin typeface="Calibri"/>
                      </a:endParaRPr>
                    </a:p>
                  </a:txBody>
                  <a:tcPr>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2175"/>
                        </a:lnSpc>
                        <a:buNone/>
                      </a:pPr>
                      <a:r>
                        <a:rPr lang="en-US" sz="1800" b="0" i="0" u="none" strike="noStrike" noProof="0">
                          <a:solidFill>
                            <a:srgbClr val="000000"/>
                          </a:solidFill>
                          <a:effectLst/>
                        </a:rPr>
                        <a:t>The vehicle shall be legal under FAA/Local regulations and ordinances</a:t>
                      </a:r>
                      <a:endParaRPr lang="en-US"/>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tc>
                  <a:txBody>
                    <a:bodyPr/>
                    <a:lstStyle/>
                    <a:p>
                      <a:pPr lvl="0">
                        <a:lnSpc>
                          <a:spcPts val="1650"/>
                        </a:lnSpc>
                        <a:buNone/>
                      </a:pPr>
                      <a:r>
                        <a:rPr lang="en-US" sz="1400" b="0" i="0" u="none" strike="noStrike" noProof="0">
                          <a:solidFill>
                            <a:srgbClr val="000000"/>
                          </a:solidFill>
                          <a:effectLst/>
                        </a:rPr>
                        <a:t>The vehicle is to be launched at a site in the local area—not the desert, so adhering to FAA/Local regulations is important.</a:t>
                      </a:r>
                    </a:p>
                  </a:txBody>
                  <a:tcPr marL="7620" marR="7620" marT="7620">
                    <a:lnL w="13335" cap="flat" cmpd="sng" algn="ctr">
                      <a:solidFill>
                        <a:srgbClr val="FFFFFF"/>
                      </a:solidFill>
                      <a:prstDash val="solid"/>
                      <a:round/>
                      <a:headEnd type="none" w="med" len="med"/>
                      <a:tailEnd type="none" w="med" len="med"/>
                    </a:lnL>
                    <a:lnR w="1333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927482651"/>
                  </a:ext>
                </a:extLst>
              </a:tr>
            </a:tbl>
          </a:graphicData>
        </a:graphic>
      </p:graphicFrame>
    </p:spTree>
    <p:extLst>
      <p:ext uri="{BB962C8B-B14F-4D97-AF65-F5344CB8AC3E}">
        <p14:creationId xmlns:p14="http://schemas.microsoft.com/office/powerpoint/2010/main" val="314042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123B-9303-9616-B49E-2751333AFE29}"/>
              </a:ext>
            </a:extLst>
          </p:cNvPr>
          <p:cNvSpPr>
            <a:spLocks noGrp="1"/>
          </p:cNvSpPr>
          <p:nvPr>
            <p:ph type="title"/>
          </p:nvPr>
        </p:nvSpPr>
        <p:spPr/>
        <p:txBody>
          <a:bodyPr/>
          <a:lstStyle/>
          <a:p>
            <a:r>
              <a:rPr lang="en-US">
                <a:latin typeface="Munistic"/>
              </a:rPr>
              <a:t>Aerodynamic Analysis</a:t>
            </a:r>
            <a:endParaRPr lang="en-US"/>
          </a:p>
        </p:txBody>
      </p:sp>
      <p:sp>
        <p:nvSpPr>
          <p:cNvPr id="3" name="Text Placeholder 2">
            <a:extLst>
              <a:ext uri="{FF2B5EF4-FFF2-40B4-BE49-F238E27FC236}">
                <a16:creationId xmlns:a16="http://schemas.microsoft.com/office/drawing/2014/main" id="{96C2AE2D-6D42-E836-FB53-808864744ADF}"/>
              </a:ext>
            </a:extLst>
          </p:cNvPr>
          <p:cNvSpPr>
            <a:spLocks noGrp="1"/>
          </p:cNvSpPr>
          <p:nvPr>
            <p:ph type="body" sz="quarter" idx="11"/>
          </p:nvPr>
        </p:nvSpPr>
        <p:spPr>
          <a:xfrm>
            <a:off x="672347" y="1842273"/>
            <a:ext cx="9690853" cy="342329"/>
          </a:xfrm>
        </p:spPr>
        <p:txBody>
          <a:bodyPr/>
          <a:lstStyle/>
          <a:p>
            <a:r>
              <a:rPr lang="en-US" sz="3200">
                <a:ea typeface="Source Sans Pro"/>
                <a:cs typeface="Calibri"/>
              </a:rPr>
              <a:t>Spencer Biernat, Shiva Pulmamidi, David Carter Oropeza</a:t>
            </a:r>
            <a:endParaRPr lang="en-US" sz="3200">
              <a:cs typeface="Calibri"/>
            </a:endParaRPr>
          </a:p>
        </p:txBody>
      </p:sp>
    </p:spTree>
    <p:extLst>
      <p:ext uri="{BB962C8B-B14F-4D97-AF65-F5344CB8AC3E}">
        <p14:creationId xmlns:p14="http://schemas.microsoft.com/office/powerpoint/2010/main" val="2959840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D8D05-A2B7-4D9F-3651-DF6AFF5727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61EF96-34C1-EAB8-F782-494BF3336849}"/>
              </a:ext>
            </a:extLst>
          </p:cNvPr>
          <p:cNvSpPr>
            <a:spLocks noGrp="1"/>
          </p:cNvSpPr>
          <p:nvPr>
            <p:ph type="title"/>
          </p:nvPr>
        </p:nvSpPr>
        <p:spPr>
          <a:xfrm>
            <a:off x="531847" y="716984"/>
            <a:ext cx="11161389" cy="625567"/>
          </a:xfrm>
        </p:spPr>
        <p:txBody>
          <a:bodyPr/>
          <a:lstStyle/>
          <a:p>
            <a:r>
              <a:rPr lang="en-US">
                <a:latin typeface="Munistic"/>
              </a:rPr>
              <a:t>Delta Wings</a:t>
            </a:r>
            <a:endParaRPr lang="en-US"/>
          </a:p>
        </p:txBody>
      </p:sp>
      <p:sp>
        <p:nvSpPr>
          <p:cNvPr id="9" name="Text Placeholder 1">
            <a:extLst>
              <a:ext uri="{FF2B5EF4-FFF2-40B4-BE49-F238E27FC236}">
                <a16:creationId xmlns:a16="http://schemas.microsoft.com/office/drawing/2014/main" id="{F8B8B591-E4BC-699A-0606-471F75391E6B}"/>
              </a:ext>
            </a:extLst>
          </p:cNvPr>
          <p:cNvSpPr txBox="1">
            <a:spLocks/>
          </p:cNvSpPr>
          <p:nvPr/>
        </p:nvSpPr>
        <p:spPr>
          <a:xfrm>
            <a:off x="7305" y="1344623"/>
            <a:ext cx="12188872" cy="4963702"/>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920" indent="0" algn="just">
              <a:spcAft>
                <a:spcPts val="500"/>
              </a:spcAft>
              <a:buNone/>
            </a:pPr>
            <a:r>
              <a:rPr lang="en-US" sz="1850">
                <a:ea typeface="Calibri"/>
                <a:cs typeface="+mn-lt"/>
              </a:rPr>
              <a:t>Purpose: </a:t>
            </a:r>
            <a:endParaRPr lang="en-US" sz="1850">
              <a:cs typeface="+mn-lt"/>
            </a:endParaRPr>
          </a:p>
          <a:p>
            <a:pPr marL="380365" indent="0">
              <a:spcBef>
                <a:spcPts val="500"/>
              </a:spcBef>
              <a:spcAft>
                <a:spcPts val="500"/>
              </a:spcAft>
              <a:buFont typeface="Calibri" panose="020B0604020202020204" pitchFamily="34" charset="0"/>
              <a:buChar char="-"/>
            </a:pPr>
            <a:r>
              <a:rPr lang="en-US" sz="1850">
                <a:ea typeface="Calibri"/>
                <a:cs typeface="+mn-lt"/>
              </a:rPr>
              <a:t> Delta wings were chosen in place of regular plane wings, due to the former minimizing drag until apogee. Additionally, it provides more structural stability during takeoff, when acceleration and force on the wings is greatest. The delta wings will be the main generators of lift which they will perform by servo-controlled ailerons</a:t>
            </a:r>
            <a:endParaRPr lang="en-US" sz="1100">
              <a:solidFill>
                <a:srgbClr val="000000"/>
              </a:solidFill>
              <a:latin typeface="Arial"/>
              <a:ea typeface="Calibri"/>
              <a:cs typeface="Arial"/>
            </a:endParaRPr>
          </a:p>
          <a:p>
            <a:pPr marL="380365" indent="0">
              <a:spcBef>
                <a:spcPts val="500"/>
              </a:spcBef>
              <a:buNone/>
            </a:pPr>
            <a:r>
              <a:rPr lang="en-US" sz="1400">
                <a:solidFill>
                  <a:srgbClr val="000000"/>
                </a:solidFill>
                <a:latin typeface="Times New Roman"/>
                <a:ea typeface="Calibri"/>
                <a:cs typeface="Times New Roman"/>
              </a:rPr>
              <a:t>Lift= (1/3)1036.84 </a:t>
            </a:r>
            <a:r>
              <a:rPr lang="en-US" sz="1400" err="1">
                <a:solidFill>
                  <a:srgbClr val="000000"/>
                </a:solidFill>
                <a:latin typeface="Times New Roman"/>
                <a:ea typeface="Calibri"/>
                <a:cs typeface="Times New Roman"/>
              </a:rPr>
              <a:t>lbf</a:t>
            </a:r>
            <a:r>
              <a:rPr lang="en-US" sz="1400">
                <a:solidFill>
                  <a:srgbClr val="000000"/>
                </a:solidFill>
                <a:latin typeface="Times New Roman"/>
                <a:ea typeface="Calibri"/>
                <a:cs typeface="Times New Roman"/>
              </a:rPr>
              <a:t>* = Cl x S x (½) x p x v^2 </a:t>
            </a:r>
            <a:endParaRPr lang="en-US" sz="1100">
              <a:solidFill>
                <a:srgbClr val="000000"/>
              </a:solidFill>
              <a:latin typeface="Arial"/>
              <a:ea typeface="Calibri"/>
              <a:cs typeface="Arial"/>
            </a:endParaRPr>
          </a:p>
          <a:p>
            <a:pPr marL="380365" indent="0">
              <a:spcBef>
                <a:spcPts val="500"/>
              </a:spcBef>
              <a:buFont typeface="Calibri" panose="020B0604020202020204" pitchFamily="34" charset="0"/>
              <a:buChar char="-"/>
            </a:pPr>
            <a:r>
              <a:rPr lang="en-US" sz="1400">
                <a:solidFill>
                  <a:srgbClr val="000000"/>
                </a:solidFill>
                <a:latin typeface="Times New Roman"/>
                <a:ea typeface="Calibri"/>
                <a:cs typeface="Times New Roman"/>
              </a:rPr>
              <a:t>Cl= Coefficient of Lift= 0.55</a:t>
            </a:r>
          </a:p>
          <a:p>
            <a:pPr marL="380365" indent="0">
              <a:spcBef>
                <a:spcPts val="500"/>
              </a:spcBef>
              <a:buNone/>
            </a:pPr>
            <a:r>
              <a:rPr lang="en-US" sz="1400">
                <a:solidFill>
                  <a:srgbClr val="000000"/>
                </a:solidFill>
                <a:latin typeface="Times New Roman"/>
                <a:ea typeface="Calibri"/>
                <a:cs typeface="Times New Roman"/>
              </a:rPr>
              <a:t>-S= Wing surface Area*= 18.254 ft^2</a:t>
            </a:r>
          </a:p>
          <a:p>
            <a:pPr marL="380365" indent="0">
              <a:spcBef>
                <a:spcPts val="500"/>
              </a:spcBef>
              <a:buFont typeface="Calibri" panose="020B0604020202020204" pitchFamily="34" charset="0"/>
              <a:buChar char="-"/>
            </a:pPr>
            <a:r>
              <a:rPr lang="en-US" sz="1400">
                <a:solidFill>
                  <a:srgbClr val="000000"/>
                </a:solidFill>
                <a:latin typeface="Times New Roman"/>
                <a:ea typeface="Calibri"/>
                <a:cs typeface="Times New Roman"/>
              </a:rPr>
              <a:t>P= density (sea level)= </a:t>
            </a:r>
            <a:r>
              <a:rPr lang="en-US" sz="1400">
                <a:solidFill>
                  <a:srgbClr val="000000"/>
                </a:solidFill>
                <a:latin typeface="Times New Roman"/>
                <a:ea typeface="+mn-lt"/>
                <a:cs typeface="+mn-lt"/>
              </a:rPr>
              <a:t>0.0765 </a:t>
            </a:r>
            <a:r>
              <a:rPr lang="en-US" sz="1400" err="1">
                <a:solidFill>
                  <a:srgbClr val="000000"/>
                </a:solidFill>
                <a:latin typeface="Times New Roman"/>
                <a:ea typeface="+mn-lt"/>
                <a:cs typeface="+mn-lt"/>
              </a:rPr>
              <a:t>lb</a:t>
            </a:r>
            <a:r>
              <a:rPr lang="en-US" sz="1400">
                <a:solidFill>
                  <a:srgbClr val="000000"/>
                </a:solidFill>
                <a:latin typeface="Times New Roman"/>
                <a:ea typeface="+mn-lt"/>
                <a:cs typeface="+mn-lt"/>
              </a:rPr>
              <a:t>/ft^3</a:t>
            </a:r>
            <a:endParaRPr lang="en-US" sz="1400">
              <a:solidFill>
                <a:srgbClr val="000000"/>
              </a:solidFill>
              <a:latin typeface="Times New Roman"/>
              <a:ea typeface="Calibri"/>
              <a:cs typeface="Times New Roman"/>
            </a:endParaRPr>
          </a:p>
          <a:p>
            <a:pPr marL="380365" indent="0">
              <a:spcBef>
                <a:spcPts val="500"/>
              </a:spcBef>
              <a:buFont typeface="Calibri" panose="020B0604020202020204" pitchFamily="34" charset="0"/>
              <a:buChar char="-"/>
            </a:pPr>
            <a:r>
              <a:rPr lang="en-US" sz="1400">
                <a:solidFill>
                  <a:srgbClr val="000000"/>
                </a:solidFill>
                <a:latin typeface="Times New Roman"/>
                <a:ea typeface="Calibri"/>
                <a:cs typeface="Times New Roman"/>
              </a:rPr>
              <a:t>V= 30 ft/s</a:t>
            </a:r>
            <a:endParaRPr lang="en-US" sz="1850">
              <a:solidFill>
                <a:srgbClr val="154734"/>
              </a:solidFill>
              <a:latin typeface="Calibri" panose="020F0502020204030204"/>
              <a:cs typeface="Calibri" panose="020F0502020204030204"/>
            </a:endParaRPr>
          </a:p>
          <a:p>
            <a:pPr marL="380365" indent="0">
              <a:spcBef>
                <a:spcPts val="500"/>
              </a:spcBef>
              <a:buNone/>
            </a:pPr>
            <a:r>
              <a:rPr lang="en-US" sz="1200">
                <a:solidFill>
                  <a:srgbClr val="000000"/>
                </a:solidFill>
                <a:latin typeface="Times New Roman"/>
                <a:ea typeface="Calibri"/>
                <a:cs typeface="Times New Roman"/>
              </a:rPr>
              <a:t>*To be determined/tentative</a:t>
            </a:r>
            <a:endParaRPr lang="en-US" sz="1850">
              <a:cs typeface="Calibri" panose="020F0502020204030204"/>
            </a:endParaRPr>
          </a:p>
          <a:p>
            <a:pPr marL="456565" lvl="1"/>
            <a:r>
              <a:rPr lang="en-US">
                <a:ea typeface="Calibri"/>
                <a:cs typeface="+mn-lt"/>
              </a:rPr>
              <a:t> </a:t>
            </a:r>
          </a:p>
          <a:p>
            <a:pPr marL="456565" lvl="1"/>
            <a:r>
              <a:rPr lang="en-US">
                <a:ea typeface="Calibri"/>
                <a:cs typeface="+mn-lt"/>
              </a:rPr>
              <a:t> </a:t>
            </a:r>
          </a:p>
        </p:txBody>
      </p:sp>
      <p:pic>
        <p:nvPicPr>
          <p:cNvPr id="5" name="Picture 4" descr="A graph with lines and numbers&#10;&#10;Description automatically generated">
            <a:extLst>
              <a:ext uri="{FF2B5EF4-FFF2-40B4-BE49-F238E27FC236}">
                <a16:creationId xmlns:a16="http://schemas.microsoft.com/office/drawing/2014/main" id="{EC78C2AE-3C42-6746-2C62-CE7A8D63B677}"/>
              </a:ext>
            </a:extLst>
          </p:cNvPr>
          <p:cNvPicPr>
            <a:picLocks noChangeAspect="1"/>
          </p:cNvPicPr>
          <p:nvPr/>
        </p:nvPicPr>
        <p:blipFill>
          <a:blip r:embed="rId3"/>
          <a:stretch>
            <a:fillRect/>
          </a:stretch>
        </p:blipFill>
        <p:spPr>
          <a:xfrm>
            <a:off x="7998417" y="2707404"/>
            <a:ext cx="3237441" cy="3241114"/>
          </a:xfrm>
          <a:prstGeom prst="rect">
            <a:avLst/>
          </a:prstGeom>
        </p:spPr>
      </p:pic>
      <p:sp>
        <p:nvSpPr>
          <p:cNvPr id="7" name="TextBox 6">
            <a:extLst>
              <a:ext uri="{FF2B5EF4-FFF2-40B4-BE49-F238E27FC236}">
                <a16:creationId xmlns:a16="http://schemas.microsoft.com/office/drawing/2014/main" id="{457AA798-EE71-C34B-F142-03D559A40B84}"/>
              </a:ext>
            </a:extLst>
          </p:cNvPr>
          <p:cNvSpPr txBox="1"/>
          <p:nvPr/>
        </p:nvSpPr>
        <p:spPr>
          <a:xfrm>
            <a:off x="8695765" y="5941606"/>
            <a:ext cx="184274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NACA 0006 Airfoil</a:t>
            </a:r>
          </a:p>
        </p:txBody>
      </p:sp>
    </p:spTree>
    <p:extLst>
      <p:ext uri="{BB962C8B-B14F-4D97-AF65-F5344CB8AC3E}">
        <p14:creationId xmlns:p14="http://schemas.microsoft.com/office/powerpoint/2010/main" val="3351023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729F0-4091-CF54-02FF-4A1FA16B3E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73CC34-3332-E981-4DB7-6DBBE60E91BB}"/>
              </a:ext>
            </a:extLst>
          </p:cNvPr>
          <p:cNvSpPr>
            <a:spLocks noGrp="1"/>
          </p:cNvSpPr>
          <p:nvPr>
            <p:ph type="title"/>
          </p:nvPr>
        </p:nvSpPr>
        <p:spPr>
          <a:xfrm>
            <a:off x="531847" y="716984"/>
            <a:ext cx="11161389" cy="625567"/>
          </a:xfrm>
        </p:spPr>
        <p:txBody>
          <a:bodyPr/>
          <a:lstStyle/>
          <a:p>
            <a:r>
              <a:rPr lang="en-US">
                <a:latin typeface="Munistic"/>
              </a:rPr>
              <a:t>Delta Wings</a:t>
            </a:r>
            <a:endParaRPr lang="en-US"/>
          </a:p>
        </p:txBody>
      </p:sp>
      <p:sp>
        <p:nvSpPr>
          <p:cNvPr id="9" name="Text Placeholder 1">
            <a:extLst>
              <a:ext uri="{FF2B5EF4-FFF2-40B4-BE49-F238E27FC236}">
                <a16:creationId xmlns:a16="http://schemas.microsoft.com/office/drawing/2014/main" id="{69D2C1AA-23D9-8636-F865-C71F07EDBE39}"/>
              </a:ext>
            </a:extLst>
          </p:cNvPr>
          <p:cNvSpPr txBox="1">
            <a:spLocks/>
          </p:cNvSpPr>
          <p:nvPr/>
        </p:nvSpPr>
        <p:spPr>
          <a:xfrm>
            <a:off x="2742" y="1422192"/>
            <a:ext cx="12188872" cy="4703619"/>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920" indent="0" algn="just">
              <a:buNone/>
            </a:pPr>
            <a:r>
              <a:rPr lang="en-US" sz="1850">
                <a:ea typeface="Calibri"/>
                <a:cs typeface="+mn-lt"/>
              </a:rPr>
              <a:t>Wingspan Calculation</a:t>
            </a:r>
          </a:p>
          <a:p>
            <a:pPr marL="464820" indent="-342900" algn="just">
              <a:buFont typeface="Calibri" panose="020B0604020202020204" pitchFamily="34" charset="0"/>
              <a:buChar char="-"/>
            </a:pPr>
            <a:r>
              <a:rPr lang="en-US" sz="1400">
                <a:solidFill>
                  <a:schemeClr val="accent6">
                    <a:lumMod val="10000"/>
                  </a:schemeClr>
                </a:solidFill>
                <a:latin typeface="Times New Roman"/>
                <a:ea typeface="Calibri"/>
                <a:cs typeface="Calibri" panose="020F0502020204030204"/>
              </a:rPr>
              <a:t>Aspect Ratio (A): tan(90-40) ~ 1.19</a:t>
            </a:r>
          </a:p>
          <a:p>
            <a:pPr marL="464820" indent="-342900" algn="just">
              <a:buFont typeface="Calibri" panose="020B0604020202020204" pitchFamily="34" charset="0"/>
              <a:buChar char="-"/>
            </a:pPr>
            <a:r>
              <a:rPr lang="en-US" sz="1400">
                <a:solidFill>
                  <a:schemeClr val="accent6">
                    <a:lumMod val="10000"/>
                  </a:schemeClr>
                </a:solidFill>
                <a:latin typeface="Times New Roman"/>
                <a:ea typeface="Calibri"/>
                <a:cs typeface="Calibri" panose="020F0502020204030204"/>
              </a:rPr>
              <a:t>Wing Area (S)*: 18.254 ft^2</a:t>
            </a:r>
          </a:p>
          <a:p>
            <a:pPr marL="464820" indent="-342900" algn="just">
              <a:buFont typeface="Calibri" panose="020B0604020202020204" pitchFamily="34" charset="0"/>
              <a:buChar char="-"/>
            </a:pPr>
            <a:r>
              <a:rPr lang="en-US" sz="1400">
                <a:solidFill>
                  <a:schemeClr val="accent6">
                    <a:lumMod val="10000"/>
                  </a:schemeClr>
                </a:solidFill>
                <a:latin typeface="Times New Roman"/>
                <a:ea typeface="Calibri"/>
                <a:cs typeface="Calibri" panose="020F0502020204030204"/>
              </a:rPr>
              <a:t>Wingspan*= sqrt(A x S) ~ 4.66 ft</a:t>
            </a:r>
          </a:p>
          <a:p>
            <a:pPr marL="464820" indent="-342900" algn="just">
              <a:buFont typeface="Calibri" panose="020B0604020202020204" pitchFamily="34" charset="0"/>
              <a:buChar char="-"/>
            </a:pPr>
            <a:r>
              <a:rPr lang="en-US" sz="1400">
                <a:solidFill>
                  <a:schemeClr val="accent6">
                    <a:lumMod val="10000"/>
                  </a:schemeClr>
                </a:solidFill>
                <a:latin typeface="Times New Roman"/>
                <a:ea typeface="Calibri"/>
                <a:cs typeface="Calibri" panose="020F0502020204030204"/>
              </a:rPr>
              <a:t>Base of each wing* ~ 2.33 ft</a:t>
            </a:r>
          </a:p>
          <a:p>
            <a:pPr marL="464820" indent="-342900" algn="just">
              <a:buFont typeface="Calibri" panose="020B0604020202020204" pitchFamily="34" charset="0"/>
              <a:buChar char="-"/>
            </a:pPr>
            <a:r>
              <a:rPr lang="en-US" sz="1400">
                <a:solidFill>
                  <a:schemeClr val="accent6">
                    <a:lumMod val="10000"/>
                  </a:schemeClr>
                </a:solidFill>
                <a:latin typeface="Times New Roman"/>
                <a:ea typeface="Calibri"/>
                <a:cs typeface="Calibri" panose="020F0502020204030204"/>
              </a:rPr>
              <a:t>Root Chord* ~ 1.96 ft</a:t>
            </a:r>
          </a:p>
          <a:p>
            <a:pPr marL="380365" indent="0">
              <a:spcBef>
                <a:spcPts val="500"/>
              </a:spcBef>
              <a:buNone/>
            </a:pPr>
            <a:endParaRPr lang="en-US" sz="1200">
              <a:solidFill>
                <a:srgbClr val="000000"/>
              </a:solidFill>
              <a:latin typeface="Times New Roman"/>
              <a:ea typeface="Calibri"/>
              <a:cs typeface="Times New Roman"/>
            </a:endParaRPr>
          </a:p>
          <a:p>
            <a:pPr marL="380365" indent="0">
              <a:spcBef>
                <a:spcPts val="500"/>
              </a:spcBef>
              <a:buNone/>
            </a:pPr>
            <a:endParaRPr lang="en-US" sz="1200">
              <a:solidFill>
                <a:srgbClr val="000000"/>
              </a:solidFill>
              <a:latin typeface="Times New Roman"/>
              <a:ea typeface="Calibri"/>
              <a:cs typeface="Times New Roman"/>
            </a:endParaRPr>
          </a:p>
          <a:p>
            <a:pPr marL="380365" indent="0">
              <a:spcBef>
                <a:spcPts val="500"/>
              </a:spcBef>
              <a:buNone/>
            </a:pPr>
            <a:endParaRPr lang="en-US" sz="1200">
              <a:solidFill>
                <a:srgbClr val="000000"/>
              </a:solidFill>
              <a:latin typeface="Times New Roman"/>
              <a:ea typeface="Calibri"/>
              <a:cs typeface="Times New Roman"/>
            </a:endParaRPr>
          </a:p>
          <a:p>
            <a:pPr marL="380365" indent="0">
              <a:spcBef>
                <a:spcPts val="500"/>
              </a:spcBef>
              <a:buNone/>
            </a:pPr>
            <a:endParaRPr lang="en-US" sz="1200">
              <a:solidFill>
                <a:srgbClr val="000000"/>
              </a:solidFill>
              <a:latin typeface="Times New Roman"/>
              <a:ea typeface="Calibri"/>
              <a:cs typeface="Times New Roman"/>
            </a:endParaRPr>
          </a:p>
          <a:p>
            <a:pPr marL="380365" indent="0">
              <a:spcBef>
                <a:spcPts val="500"/>
              </a:spcBef>
              <a:buNone/>
            </a:pPr>
            <a:r>
              <a:rPr lang="en-US" sz="1200">
                <a:solidFill>
                  <a:srgbClr val="000000"/>
                </a:solidFill>
                <a:latin typeface="Times New Roman"/>
                <a:ea typeface="Calibri"/>
                <a:cs typeface="Times New Roman"/>
              </a:rPr>
              <a:t>*To be determined/tentative</a:t>
            </a:r>
            <a:endParaRPr lang="en-US" sz="1850">
              <a:cs typeface="Calibri" panose="020F0502020204030204"/>
            </a:endParaRPr>
          </a:p>
          <a:p>
            <a:pPr marL="456565" lvl="1"/>
            <a:r>
              <a:rPr lang="en-US">
                <a:ea typeface="Calibri"/>
                <a:cs typeface="+mn-lt"/>
              </a:rPr>
              <a:t> </a:t>
            </a:r>
          </a:p>
          <a:p>
            <a:pPr marL="456565" lvl="1"/>
            <a:r>
              <a:rPr lang="en-US">
                <a:ea typeface="Calibri"/>
                <a:cs typeface="+mn-lt"/>
              </a:rPr>
              <a:t> </a:t>
            </a:r>
          </a:p>
        </p:txBody>
      </p:sp>
      <p:pic>
        <p:nvPicPr>
          <p:cNvPr id="2" name="Picture 1" descr="Aircraft Wing Area and Aspect Ratio | AeroToolbox">
            <a:extLst>
              <a:ext uri="{FF2B5EF4-FFF2-40B4-BE49-F238E27FC236}">
                <a16:creationId xmlns:a16="http://schemas.microsoft.com/office/drawing/2014/main" id="{61C7C494-B1C4-F49F-A6A3-44EE2B108979}"/>
              </a:ext>
            </a:extLst>
          </p:cNvPr>
          <p:cNvPicPr>
            <a:picLocks noChangeAspect="1"/>
          </p:cNvPicPr>
          <p:nvPr/>
        </p:nvPicPr>
        <p:blipFill>
          <a:blip r:embed="rId3"/>
          <a:stretch>
            <a:fillRect/>
          </a:stretch>
        </p:blipFill>
        <p:spPr>
          <a:xfrm>
            <a:off x="5420327" y="1468839"/>
            <a:ext cx="5357724" cy="2304815"/>
          </a:xfrm>
          <a:prstGeom prst="rect">
            <a:avLst/>
          </a:prstGeom>
        </p:spPr>
      </p:pic>
      <p:sp>
        <p:nvSpPr>
          <p:cNvPr id="4" name="Right Triangle 3">
            <a:extLst>
              <a:ext uri="{FF2B5EF4-FFF2-40B4-BE49-F238E27FC236}">
                <a16:creationId xmlns:a16="http://schemas.microsoft.com/office/drawing/2014/main" id="{1CF3E5C1-6AA0-224C-DF18-C6BB2360BF9C}"/>
              </a:ext>
            </a:extLst>
          </p:cNvPr>
          <p:cNvSpPr/>
          <p:nvPr/>
        </p:nvSpPr>
        <p:spPr>
          <a:xfrm>
            <a:off x="7032314" y="4372784"/>
            <a:ext cx="1304862" cy="1304862"/>
          </a:xfrm>
          <a:prstGeom prst="rtTriangl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AAA742-B23E-0B50-2EBD-781BC6725433}"/>
              </a:ext>
            </a:extLst>
          </p:cNvPr>
          <p:cNvSpPr txBox="1"/>
          <p:nvPr/>
        </p:nvSpPr>
        <p:spPr>
          <a:xfrm>
            <a:off x="7216587" y="5757333"/>
            <a:ext cx="9412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 2.33</a:t>
            </a:r>
            <a:endParaRPr lang="en-US"/>
          </a:p>
        </p:txBody>
      </p:sp>
      <p:sp>
        <p:nvSpPr>
          <p:cNvPr id="8" name="TextBox 7">
            <a:extLst>
              <a:ext uri="{FF2B5EF4-FFF2-40B4-BE49-F238E27FC236}">
                <a16:creationId xmlns:a16="http://schemas.microsoft.com/office/drawing/2014/main" id="{B7BCC2B2-D404-3501-9944-A325A3FC54D7}"/>
              </a:ext>
            </a:extLst>
          </p:cNvPr>
          <p:cNvSpPr txBox="1"/>
          <p:nvPr/>
        </p:nvSpPr>
        <p:spPr>
          <a:xfrm>
            <a:off x="5807137" y="4806078"/>
            <a:ext cx="11205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 1.96 ft</a:t>
            </a:r>
            <a:endParaRPr lang="en-US"/>
          </a:p>
        </p:txBody>
      </p:sp>
      <p:cxnSp>
        <p:nvCxnSpPr>
          <p:cNvPr id="10" name="Straight Arrow Connector 9">
            <a:extLst>
              <a:ext uri="{FF2B5EF4-FFF2-40B4-BE49-F238E27FC236}">
                <a16:creationId xmlns:a16="http://schemas.microsoft.com/office/drawing/2014/main" id="{3A539D0B-2A75-A452-0167-7577A063B253}"/>
              </a:ext>
            </a:extLst>
          </p:cNvPr>
          <p:cNvCxnSpPr/>
          <p:nvPr/>
        </p:nvCxnSpPr>
        <p:spPr>
          <a:xfrm>
            <a:off x="6952627" y="4372784"/>
            <a:ext cx="1852705" cy="9960"/>
          </a:xfrm>
          <a:prstGeom prst="straightConnector1">
            <a:avLst/>
          </a:prstGeom>
          <a:ln w="28575"/>
        </p:spPr>
        <p:style>
          <a:lnRef idx="3">
            <a:schemeClr val="accent2"/>
          </a:lnRef>
          <a:fillRef idx="0">
            <a:schemeClr val="accent2"/>
          </a:fillRef>
          <a:effectRef idx="2">
            <a:schemeClr val="accent2"/>
          </a:effectRef>
          <a:fontRef idx="minor">
            <a:schemeClr val="tx1"/>
          </a:fontRef>
        </p:style>
      </p:cxnSp>
      <p:cxnSp>
        <p:nvCxnSpPr>
          <p:cNvPr id="11" name="Connector: Curved 10">
            <a:extLst>
              <a:ext uri="{FF2B5EF4-FFF2-40B4-BE49-F238E27FC236}">
                <a16:creationId xmlns:a16="http://schemas.microsoft.com/office/drawing/2014/main" id="{22331FDA-F9DA-262F-2BA4-38BD40553F1A}"/>
              </a:ext>
            </a:extLst>
          </p:cNvPr>
          <p:cNvCxnSpPr/>
          <p:nvPr/>
        </p:nvCxnSpPr>
        <p:spPr>
          <a:xfrm flipH="1">
            <a:off x="7373968" y="4377764"/>
            <a:ext cx="116541" cy="301813"/>
          </a:xfrm>
          <a:prstGeom prst="curvedConnector3">
            <a:avLst/>
          </a:prstGeom>
          <a:ln w="57150">
            <a:solidFill>
              <a:srgbClr val="4472C4"/>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CEB16D5-4A6D-710A-1A85-2A3B51E62728}"/>
              </a:ext>
            </a:extLst>
          </p:cNvPr>
          <p:cNvSpPr txBox="1"/>
          <p:nvPr/>
        </p:nvSpPr>
        <p:spPr>
          <a:xfrm>
            <a:off x="7490509" y="4407648"/>
            <a:ext cx="13696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Sweep angle</a:t>
            </a:r>
          </a:p>
        </p:txBody>
      </p:sp>
      <p:cxnSp>
        <p:nvCxnSpPr>
          <p:cNvPr id="13" name="Connector: Curved 12">
            <a:extLst>
              <a:ext uri="{FF2B5EF4-FFF2-40B4-BE49-F238E27FC236}">
                <a16:creationId xmlns:a16="http://schemas.microsoft.com/office/drawing/2014/main" id="{08A97198-8950-ACD0-4517-B922DB45461A}"/>
              </a:ext>
            </a:extLst>
          </p:cNvPr>
          <p:cNvCxnSpPr/>
          <p:nvPr/>
        </p:nvCxnSpPr>
        <p:spPr>
          <a:xfrm flipV="1">
            <a:off x="7032313" y="4833968"/>
            <a:ext cx="496048" cy="206188"/>
          </a:xfrm>
          <a:prstGeom prst="curvedConnector3">
            <a:avLst/>
          </a:prstGeom>
          <a:ln w="28575">
            <a:solidFill>
              <a:srgbClr val="4472C4"/>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4710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0C26A-586A-5062-007F-8996E1686F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659C82-93A4-EC12-8397-7932D2427172}"/>
              </a:ext>
            </a:extLst>
          </p:cNvPr>
          <p:cNvSpPr>
            <a:spLocks noGrp="1"/>
          </p:cNvSpPr>
          <p:nvPr>
            <p:ph type="title"/>
          </p:nvPr>
        </p:nvSpPr>
        <p:spPr>
          <a:xfrm>
            <a:off x="531847" y="716984"/>
            <a:ext cx="11161389" cy="625567"/>
          </a:xfrm>
        </p:spPr>
        <p:txBody>
          <a:bodyPr/>
          <a:lstStyle/>
          <a:p>
            <a:r>
              <a:rPr lang="en-US">
                <a:latin typeface="Munistic"/>
              </a:rPr>
              <a:t>Vertical Stabilizer and Rudder</a:t>
            </a:r>
            <a:endParaRPr lang="en-US"/>
          </a:p>
        </p:txBody>
      </p:sp>
      <p:sp>
        <p:nvSpPr>
          <p:cNvPr id="9" name="Text Placeholder 1">
            <a:extLst>
              <a:ext uri="{FF2B5EF4-FFF2-40B4-BE49-F238E27FC236}">
                <a16:creationId xmlns:a16="http://schemas.microsoft.com/office/drawing/2014/main" id="{D1699172-9BA7-B350-4391-4D8D8C89F74F}"/>
              </a:ext>
            </a:extLst>
          </p:cNvPr>
          <p:cNvSpPr txBox="1">
            <a:spLocks/>
          </p:cNvSpPr>
          <p:nvPr/>
        </p:nvSpPr>
        <p:spPr>
          <a:xfrm>
            <a:off x="134165" y="1444164"/>
            <a:ext cx="13832938" cy="5981847"/>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0365" indent="-258445"/>
            <a:r>
              <a:rPr lang="en-US" sz="1850">
                <a:ea typeface="Calibri"/>
                <a:cs typeface="+mn-lt"/>
              </a:rPr>
              <a:t>Purpose of Vertical Stabilizer and Rudder.</a:t>
            </a:r>
            <a:endParaRPr lang="en-US">
              <a:cs typeface="Calibri" panose="020F0502020204030204"/>
            </a:endParaRPr>
          </a:p>
          <a:p>
            <a:pPr marL="380365" indent="-258445"/>
            <a:r>
              <a:rPr lang="en-US" sz="1850">
                <a:ea typeface="Calibri"/>
                <a:cs typeface="+mn-lt"/>
              </a:rPr>
              <a:t>Main problem with Sonata I.</a:t>
            </a:r>
          </a:p>
          <a:p>
            <a:pPr marL="380365" indent="-258445"/>
            <a:r>
              <a:rPr lang="en-US" sz="1850">
                <a:ea typeface="Calibri"/>
                <a:cs typeface="+mn-lt"/>
              </a:rPr>
              <a:t>CAD is currently using </a:t>
            </a:r>
            <a:r>
              <a:rPr lang="en-US" sz="1900">
                <a:ea typeface="Calibri"/>
                <a:cs typeface="+mn-lt"/>
              </a:rPr>
              <a:t>NACA 63-215 AIRFOIL,</a:t>
            </a:r>
            <a:r>
              <a:rPr lang="en-US" sz="1850">
                <a:ea typeface="Calibri"/>
                <a:cs typeface="+mn-lt"/>
              </a:rPr>
              <a:t> this design will change.</a:t>
            </a:r>
          </a:p>
          <a:p>
            <a:pPr marL="380365" indent="-258445"/>
            <a:r>
              <a:rPr lang="en-US" sz="1850">
                <a:ea typeface="Calibri"/>
                <a:cs typeface="+mn-lt"/>
              </a:rPr>
              <a:t>We will most likely use a NACA 0006 or 0012 design in the future.</a:t>
            </a:r>
            <a:endParaRPr lang="en-US" sz="1850">
              <a:ea typeface="Calibri"/>
              <a:cs typeface="Calibri"/>
            </a:endParaRPr>
          </a:p>
        </p:txBody>
      </p:sp>
      <p:pic>
        <p:nvPicPr>
          <p:cNvPr id="13" name="Picture 12" descr="A graph with lines and a red line&#10;&#10;AI-generated content may be incorrect.">
            <a:extLst>
              <a:ext uri="{FF2B5EF4-FFF2-40B4-BE49-F238E27FC236}">
                <a16:creationId xmlns:a16="http://schemas.microsoft.com/office/drawing/2014/main" id="{3E47D711-8D39-03FE-B9E9-B64C23DF7088}"/>
              </a:ext>
            </a:extLst>
          </p:cNvPr>
          <p:cNvPicPr>
            <a:picLocks noChangeAspect="1"/>
          </p:cNvPicPr>
          <p:nvPr/>
        </p:nvPicPr>
        <p:blipFill>
          <a:blip r:embed="rId3"/>
          <a:stretch>
            <a:fillRect/>
          </a:stretch>
        </p:blipFill>
        <p:spPr>
          <a:xfrm>
            <a:off x="5199946" y="4890999"/>
            <a:ext cx="6498165" cy="1305994"/>
          </a:xfrm>
          <a:prstGeom prst="rect">
            <a:avLst/>
          </a:prstGeom>
        </p:spPr>
      </p:pic>
      <p:pic>
        <p:nvPicPr>
          <p:cNvPr id="2" name="Picture 1" descr="A red and black lines on a white paper&#10;&#10;AI-generated content may be incorrect.">
            <a:extLst>
              <a:ext uri="{FF2B5EF4-FFF2-40B4-BE49-F238E27FC236}">
                <a16:creationId xmlns:a16="http://schemas.microsoft.com/office/drawing/2014/main" id="{6F507D70-DE68-3CE1-A017-53D90CEFB310}"/>
              </a:ext>
            </a:extLst>
          </p:cNvPr>
          <p:cNvPicPr>
            <a:picLocks noChangeAspect="1"/>
          </p:cNvPicPr>
          <p:nvPr/>
        </p:nvPicPr>
        <p:blipFill>
          <a:blip r:embed="rId4"/>
          <a:stretch>
            <a:fillRect/>
          </a:stretch>
        </p:blipFill>
        <p:spPr>
          <a:xfrm>
            <a:off x="6778084" y="1979003"/>
            <a:ext cx="4908394" cy="567532"/>
          </a:xfrm>
          <a:prstGeom prst="rect">
            <a:avLst/>
          </a:prstGeom>
        </p:spPr>
      </p:pic>
      <p:pic>
        <p:nvPicPr>
          <p:cNvPr id="4" name="Picture 3" descr="A red and black lines on a white background&#10;&#10;AI-generated content may be incorrect.">
            <a:extLst>
              <a:ext uri="{FF2B5EF4-FFF2-40B4-BE49-F238E27FC236}">
                <a16:creationId xmlns:a16="http://schemas.microsoft.com/office/drawing/2014/main" id="{F4B3FB98-6B01-FBC8-8578-9F486285384A}"/>
              </a:ext>
            </a:extLst>
          </p:cNvPr>
          <p:cNvPicPr>
            <a:picLocks noChangeAspect="1"/>
          </p:cNvPicPr>
          <p:nvPr/>
        </p:nvPicPr>
        <p:blipFill>
          <a:blip r:embed="rId5"/>
          <a:stretch>
            <a:fillRect/>
          </a:stretch>
        </p:blipFill>
        <p:spPr>
          <a:xfrm>
            <a:off x="6573645" y="3605108"/>
            <a:ext cx="5112833" cy="827955"/>
          </a:xfrm>
          <a:prstGeom prst="rect">
            <a:avLst/>
          </a:prstGeom>
        </p:spPr>
      </p:pic>
      <p:sp>
        <p:nvSpPr>
          <p:cNvPr id="5" name="TextBox 4">
            <a:extLst>
              <a:ext uri="{FF2B5EF4-FFF2-40B4-BE49-F238E27FC236}">
                <a16:creationId xmlns:a16="http://schemas.microsoft.com/office/drawing/2014/main" id="{FF580A9E-13F3-C27E-779F-BB40702C4E40}"/>
              </a:ext>
            </a:extLst>
          </p:cNvPr>
          <p:cNvSpPr txBox="1"/>
          <p:nvPr/>
        </p:nvSpPr>
        <p:spPr>
          <a:xfrm>
            <a:off x="7252815" y="1611461"/>
            <a:ext cx="2381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NACA 0006:</a:t>
            </a:r>
            <a:endParaRPr lang="en-US"/>
          </a:p>
        </p:txBody>
      </p:sp>
      <p:sp>
        <p:nvSpPr>
          <p:cNvPr id="6" name="TextBox 5">
            <a:extLst>
              <a:ext uri="{FF2B5EF4-FFF2-40B4-BE49-F238E27FC236}">
                <a16:creationId xmlns:a16="http://schemas.microsoft.com/office/drawing/2014/main" id="{C579039B-4A7A-5CFD-DD53-BECF89F08571}"/>
              </a:ext>
            </a:extLst>
          </p:cNvPr>
          <p:cNvSpPr txBox="1"/>
          <p:nvPr/>
        </p:nvSpPr>
        <p:spPr>
          <a:xfrm>
            <a:off x="7252815" y="3246973"/>
            <a:ext cx="2381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NACA 0012:</a:t>
            </a:r>
            <a:endParaRPr lang="en-US"/>
          </a:p>
        </p:txBody>
      </p:sp>
    </p:spTree>
    <p:extLst>
      <p:ext uri="{BB962C8B-B14F-4D97-AF65-F5344CB8AC3E}">
        <p14:creationId xmlns:p14="http://schemas.microsoft.com/office/powerpoint/2010/main" val="581999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13618-3901-EB77-0A27-9020DB6594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9C7398-B60C-D3EA-AA0F-E45A4CD1567F}"/>
              </a:ext>
            </a:extLst>
          </p:cNvPr>
          <p:cNvSpPr>
            <a:spLocks noGrp="1"/>
          </p:cNvSpPr>
          <p:nvPr>
            <p:ph type="title"/>
          </p:nvPr>
        </p:nvSpPr>
        <p:spPr>
          <a:xfrm>
            <a:off x="531848" y="716984"/>
            <a:ext cx="9407768" cy="625567"/>
          </a:xfrm>
        </p:spPr>
        <p:txBody>
          <a:bodyPr/>
          <a:lstStyle/>
          <a:p>
            <a:r>
              <a:rPr lang="en-US">
                <a:latin typeface="Munistic"/>
              </a:rPr>
              <a:t>Servos</a:t>
            </a:r>
            <a:endParaRPr 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6FA7A4C-D013-1E4F-E0AD-AA6DB7B5D43D}"/>
                  </a:ext>
                </a:extLst>
              </p:cNvPr>
              <p:cNvSpPr txBox="1"/>
              <p:nvPr/>
            </p:nvSpPr>
            <p:spPr>
              <a:xfrm>
                <a:off x="352554" y="1548383"/>
                <a:ext cx="11487431" cy="3359766"/>
              </a:xfrm>
              <a:prstGeom prst="rect">
                <a:avLst/>
              </a:prstGeom>
              <a:noFill/>
            </p:spPr>
            <p:txBody>
              <a:bodyPr wrap="square" lIns="91440" tIns="45720" rIns="91440" bIns="45720" rtlCol="0" anchor="t">
                <a:spAutoFit/>
              </a:bodyPr>
              <a:lstStyle/>
              <a:p>
                <a:pPr marL="380365" indent="-258445">
                  <a:lnSpc>
                    <a:spcPct val="114999"/>
                  </a:lnSpc>
                  <a:buFont typeface="Arial"/>
                  <a:buChar char="•"/>
                </a:pPr>
                <a:endParaRPr lang="en-US" sz="1400" u="sng">
                  <a:ea typeface="+mn-lt"/>
                  <a:cs typeface="Times New Roman"/>
                </a:endParaRPr>
              </a:p>
              <a:p>
                <a:pPr marL="380365" indent="-258445">
                  <a:lnSpc>
                    <a:spcPct val="114999"/>
                  </a:lnSpc>
                  <a:buFont typeface="Arial"/>
                  <a:buChar char="•"/>
                </a:pPr>
                <a:r>
                  <a:rPr lang="en-US" sz="1400">
                    <a:ea typeface="+mn-lt"/>
                    <a:cs typeface="Times New Roman"/>
                  </a:rPr>
                  <a:t>The servos to control the ailerons were chosen due to two main parameters: The clearance allowed inside the rocket, and the estimated required torque based on the expected velocity and control surface sizes given by the following equation:</a:t>
                </a:r>
              </a:p>
              <a:p>
                <a:pPr marL="121920">
                  <a:lnSpc>
                    <a:spcPct val="114999"/>
                  </a:lnSpc>
                </a:pPr>
                <a:endParaRPr lang="en-US" sz="1400" b="1">
                  <a:solidFill>
                    <a:srgbClr val="000000"/>
                  </a:solidFill>
                  <a:ea typeface="+mn-lt"/>
                  <a:cs typeface="Times New Roman"/>
                </a:endParaRPr>
              </a:p>
              <a:p>
                <a:pPr marL="121920">
                  <a:lnSpc>
                    <a:spcPct val="114999"/>
                  </a:lnSpc>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mn-lt"/>
                          <a:cs typeface="Times New Roman"/>
                        </a:rPr>
                        <m:t>𝑇𝑜𝑟𝑞𝑢𝑒</m:t>
                      </m:r>
                      <m:r>
                        <a:rPr lang="en-US" sz="1400" b="0" i="1" smtClean="0">
                          <a:latin typeface="Cambria Math" panose="02040503050406030204" pitchFamily="18" charset="0"/>
                          <a:ea typeface="+mn-lt"/>
                          <a:cs typeface="Times New Roman"/>
                        </a:rPr>
                        <m:t> </m:t>
                      </m:r>
                      <m:d>
                        <m:dPr>
                          <m:ctrlPr>
                            <a:rPr lang="en-US" sz="1400" b="0" i="1" smtClean="0">
                              <a:latin typeface="Cambria Math" panose="02040503050406030204" pitchFamily="18" charset="0"/>
                              <a:ea typeface="+mn-lt"/>
                              <a:cs typeface="Times New Roman"/>
                            </a:rPr>
                          </m:ctrlPr>
                        </m:dPr>
                        <m:e>
                          <m:r>
                            <a:rPr lang="en-US" sz="1400" b="0" i="1" smtClean="0">
                              <a:latin typeface="Cambria Math" panose="02040503050406030204" pitchFamily="18" charset="0"/>
                              <a:ea typeface="+mn-lt"/>
                              <a:cs typeface="Times New Roman"/>
                            </a:rPr>
                            <m:t>𝑜𝑧</m:t>
                          </m:r>
                          <m:r>
                            <a:rPr lang="en-US" sz="1400" b="0" i="1" smtClean="0">
                              <a:latin typeface="Cambria Math" panose="02040503050406030204" pitchFamily="18" charset="0"/>
                              <a:ea typeface="+mn-lt"/>
                              <a:cs typeface="Times New Roman"/>
                            </a:rPr>
                            <m:t>.−</m:t>
                          </m:r>
                          <m:r>
                            <a:rPr lang="en-US" sz="1400" b="0" i="1" smtClean="0">
                              <a:latin typeface="Cambria Math" panose="02040503050406030204" pitchFamily="18" charset="0"/>
                              <a:ea typeface="+mn-lt"/>
                              <a:cs typeface="Times New Roman"/>
                            </a:rPr>
                            <m:t>𝑖𝑛</m:t>
                          </m:r>
                        </m:e>
                      </m:d>
                      <m:r>
                        <a:rPr lang="en-US" sz="1400" b="0" i="1" smtClean="0">
                          <a:latin typeface="Cambria Math" panose="02040503050406030204" pitchFamily="18" charset="0"/>
                          <a:ea typeface="+mn-lt"/>
                          <a:cs typeface="Times New Roman"/>
                        </a:rPr>
                        <m:t>=8.5</m:t>
                      </m:r>
                      <m:r>
                        <a:rPr lang="en-US" sz="1400" b="0" i="1" smtClean="0">
                          <a:latin typeface="Cambria Math" panose="02040503050406030204" pitchFamily="18" charset="0"/>
                          <a:ea typeface="Cambria Math" panose="02040503050406030204" pitchFamily="18" charset="0"/>
                          <a:cs typeface="Times New Roman"/>
                        </a:rPr>
                        <m:t>×</m:t>
                      </m:r>
                      <m:sSup>
                        <m:sSupPr>
                          <m:ctrlPr>
                            <a:rPr lang="en-US" sz="1400" b="0" i="1" smtClean="0">
                              <a:latin typeface="Cambria Math" panose="02040503050406030204" pitchFamily="18" charset="0"/>
                              <a:ea typeface="Cambria Math" panose="02040503050406030204" pitchFamily="18" charset="0"/>
                              <a:cs typeface="Times New Roman"/>
                            </a:rPr>
                          </m:ctrlPr>
                        </m:sSupPr>
                        <m:e>
                          <m:r>
                            <a:rPr lang="en-US" sz="1400" b="0" i="1" smtClean="0">
                              <a:latin typeface="Cambria Math" panose="02040503050406030204" pitchFamily="18" charset="0"/>
                              <a:ea typeface="Cambria Math" panose="02040503050406030204" pitchFamily="18" charset="0"/>
                              <a:cs typeface="Times New Roman"/>
                            </a:rPr>
                            <m:t>10</m:t>
                          </m:r>
                        </m:e>
                        <m:sup>
                          <m:r>
                            <a:rPr lang="en-US" sz="1400" b="0" i="1" smtClean="0">
                              <a:latin typeface="Cambria Math" panose="02040503050406030204" pitchFamily="18" charset="0"/>
                              <a:ea typeface="Cambria Math" panose="02040503050406030204" pitchFamily="18" charset="0"/>
                              <a:cs typeface="Times New Roman"/>
                            </a:rPr>
                            <m:t>−6</m:t>
                          </m:r>
                        </m:sup>
                      </m:sSup>
                      <m:d>
                        <m:dPr>
                          <m:ctrlPr>
                            <a:rPr lang="en-US" sz="1400" b="0" i="1" smtClean="0">
                              <a:latin typeface="Cambria Math" panose="02040503050406030204" pitchFamily="18" charset="0"/>
                              <a:ea typeface="Cambria Math" panose="02040503050406030204" pitchFamily="18" charset="0"/>
                              <a:cs typeface="Times New Roman"/>
                            </a:rPr>
                          </m:ctrlPr>
                        </m:dPr>
                        <m:e>
                          <m:sSup>
                            <m:sSupPr>
                              <m:ctrlPr>
                                <a:rPr lang="en-US" sz="1400" b="0" i="1" smtClean="0">
                                  <a:latin typeface="Cambria Math" panose="02040503050406030204" pitchFamily="18" charset="0"/>
                                  <a:ea typeface="Cambria Math" panose="02040503050406030204" pitchFamily="18" charset="0"/>
                                  <a:cs typeface="Times New Roman"/>
                                </a:rPr>
                              </m:ctrlPr>
                            </m:sSupPr>
                            <m:e>
                              <m:r>
                                <a:rPr lang="en-US" sz="1400" b="0" i="1" smtClean="0">
                                  <a:latin typeface="Cambria Math" panose="02040503050406030204" pitchFamily="18" charset="0"/>
                                  <a:ea typeface="Cambria Math" panose="02040503050406030204" pitchFamily="18" charset="0"/>
                                  <a:cs typeface="Times New Roman"/>
                                </a:rPr>
                                <m:t>𝐶</m:t>
                              </m:r>
                            </m:e>
                            <m:sup>
                              <m:r>
                                <a:rPr lang="en-US" sz="1400" b="0" i="1" smtClean="0">
                                  <a:latin typeface="Cambria Math" panose="02040503050406030204" pitchFamily="18" charset="0"/>
                                  <a:ea typeface="Cambria Math" panose="02040503050406030204" pitchFamily="18" charset="0"/>
                                  <a:cs typeface="Times New Roman"/>
                                </a:rPr>
                                <m:t>2</m:t>
                              </m:r>
                            </m:sup>
                          </m:sSup>
                          <m:r>
                            <a:rPr lang="en-US" sz="1400" i="1">
                              <a:latin typeface="Cambria Math" panose="02040503050406030204" pitchFamily="18" charset="0"/>
                              <a:ea typeface="Cambria Math" panose="02040503050406030204" pitchFamily="18" charset="0"/>
                              <a:cs typeface="Times New Roman"/>
                            </a:rPr>
                            <m:t>×</m:t>
                          </m:r>
                          <m:sSup>
                            <m:sSupPr>
                              <m:ctrlPr>
                                <a:rPr lang="en-US" sz="1400" b="0" i="1" smtClean="0">
                                  <a:latin typeface="Cambria Math" panose="02040503050406030204" pitchFamily="18" charset="0"/>
                                  <a:ea typeface="Cambria Math" panose="02040503050406030204" pitchFamily="18" charset="0"/>
                                  <a:cs typeface="Times New Roman"/>
                                </a:rPr>
                              </m:ctrlPr>
                            </m:sSupPr>
                            <m:e>
                              <m:r>
                                <a:rPr lang="en-US" sz="1400" b="0" i="1" smtClean="0">
                                  <a:latin typeface="Cambria Math" panose="02040503050406030204" pitchFamily="18" charset="0"/>
                                  <a:ea typeface="Cambria Math" panose="02040503050406030204" pitchFamily="18" charset="0"/>
                                  <a:cs typeface="Times New Roman"/>
                                </a:rPr>
                                <m:t>𝑉</m:t>
                              </m:r>
                            </m:e>
                            <m:sup>
                              <m:r>
                                <a:rPr lang="en-US" sz="1400" b="0" i="1" smtClean="0">
                                  <a:latin typeface="Cambria Math" panose="02040503050406030204" pitchFamily="18" charset="0"/>
                                  <a:ea typeface="Cambria Math" panose="02040503050406030204" pitchFamily="18" charset="0"/>
                                  <a:cs typeface="Times New Roman"/>
                                </a:rPr>
                                <m:t>2</m:t>
                              </m:r>
                            </m:sup>
                          </m:sSup>
                          <m:r>
                            <a:rPr lang="en-US" sz="1400" b="0" i="1" smtClean="0">
                              <a:latin typeface="Cambria Math" panose="02040503050406030204" pitchFamily="18" charset="0"/>
                              <a:ea typeface="Cambria Math" panose="02040503050406030204" pitchFamily="18" charset="0"/>
                              <a:cs typeface="Times New Roman"/>
                            </a:rPr>
                            <m:t>×</m:t>
                          </m:r>
                          <m:r>
                            <a:rPr lang="en-US" sz="1400" b="0" i="1" smtClean="0">
                              <a:latin typeface="Cambria Math" panose="02040503050406030204" pitchFamily="18" charset="0"/>
                              <a:ea typeface="Cambria Math" panose="02040503050406030204" pitchFamily="18" charset="0"/>
                              <a:cs typeface="Times New Roman"/>
                            </a:rPr>
                            <m:t>𝐿</m:t>
                          </m:r>
                          <m:r>
                            <a:rPr lang="en-US" sz="1400" b="0" i="1" smtClean="0">
                              <a:latin typeface="Cambria Math" panose="02040503050406030204" pitchFamily="18" charset="0"/>
                              <a:ea typeface="Cambria Math" panose="02040503050406030204" pitchFamily="18" charset="0"/>
                              <a:cs typeface="Times New Roman"/>
                            </a:rPr>
                            <m:t>×</m:t>
                          </m:r>
                          <m:func>
                            <m:funcPr>
                              <m:ctrlPr>
                                <a:rPr lang="en-US" sz="1400" b="0" i="1" smtClean="0">
                                  <a:latin typeface="Cambria Math" panose="02040503050406030204" pitchFamily="18" charset="0"/>
                                  <a:ea typeface="Cambria Math" panose="02040503050406030204" pitchFamily="18" charset="0"/>
                                  <a:cs typeface="Times New Roman"/>
                                </a:rPr>
                              </m:ctrlPr>
                            </m:funcPr>
                            <m:fName>
                              <m:r>
                                <m:rPr>
                                  <m:sty m:val="p"/>
                                </m:rPr>
                                <a:rPr lang="en-US" sz="1400" b="0" i="0" smtClean="0">
                                  <a:latin typeface="Cambria Math" panose="02040503050406030204" pitchFamily="18" charset="0"/>
                                  <a:ea typeface="Cambria Math" panose="02040503050406030204" pitchFamily="18" charset="0"/>
                                  <a:cs typeface="Times New Roman"/>
                                </a:rPr>
                                <m:t>sin</m:t>
                              </m:r>
                            </m:fName>
                            <m:e>
                              <m:d>
                                <m:dPr>
                                  <m:ctrlPr>
                                    <a:rPr lang="en-US" sz="1400" b="0" i="1" smtClean="0">
                                      <a:latin typeface="Cambria Math" panose="02040503050406030204" pitchFamily="18" charset="0"/>
                                      <a:ea typeface="Cambria Math" panose="02040503050406030204" pitchFamily="18" charset="0"/>
                                      <a:cs typeface="Times New Roman"/>
                                    </a:rPr>
                                  </m:ctrlPr>
                                </m:dPr>
                                <m:e>
                                  <m:r>
                                    <a:rPr lang="en-US" sz="1400" b="0" i="1" smtClean="0">
                                      <a:latin typeface="Cambria Math" panose="02040503050406030204" pitchFamily="18" charset="0"/>
                                      <a:ea typeface="Cambria Math" panose="02040503050406030204" pitchFamily="18" charset="0"/>
                                      <a:cs typeface="Times New Roman"/>
                                    </a:rPr>
                                    <m:t>𝑆</m:t>
                                  </m:r>
                                  <m:r>
                                    <a:rPr lang="en-US" sz="1400" b="0" i="1" smtClean="0">
                                      <a:latin typeface="Cambria Math" panose="02040503050406030204" pitchFamily="18" charset="0"/>
                                      <a:ea typeface="Cambria Math" panose="02040503050406030204" pitchFamily="18" charset="0"/>
                                      <a:cs typeface="Times New Roman"/>
                                    </a:rPr>
                                    <m:t>1</m:t>
                                  </m:r>
                                </m:e>
                              </m:d>
                            </m:e>
                          </m:func>
                          <m:r>
                            <a:rPr lang="en-US" sz="1400" b="0" i="1" smtClean="0">
                              <a:latin typeface="Cambria Math" panose="02040503050406030204" pitchFamily="18" charset="0"/>
                              <a:ea typeface="Cambria Math" panose="02040503050406030204" pitchFamily="18" charset="0"/>
                              <a:cs typeface="Times New Roman"/>
                            </a:rPr>
                            <m:t>×</m:t>
                          </m:r>
                          <m:f>
                            <m:fPr>
                              <m:ctrlPr>
                                <a:rPr lang="en-US" sz="1400" b="0" i="1" smtClean="0">
                                  <a:latin typeface="Cambria Math" panose="02040503050406030204" pitchFamily="18" charset="0"/>
                                  <a:ea typeface="Cambria Math" panose="02040503050406030204" pitchFamily="18" charset="0"/>
                                  <a:cs typeface="Times New Roman"/>
                                </a:rPr>
                              </m:ctrlPr>
                            </m:fPr>
                            <m:num>
                              <m:func>
                                <m:funcPr>
                                  <m:ctrlPr>
                                    <a:rPr lang="en-US" sz="1400" b="0" i="1" smtClean="0">
                                      <a:latin typeface="Cambria Math" panose="02040503050406030204" pitchFamily="18" charset="0"/>
                                      <a:ea typeface="Cambria Math" panose="02040503050406030204" pitchFamily="18" charset="0"/>
                                      <a:cs typeface="Times New Roman"/>
                                    </a:rPr>
                                  </m:ctrlPr>
                                </m:funcPr>
                                <m:fName>
                                  <m:r>
                                    <m:rPr>
                                      <m:sty m:val="p"/>
                                    </m:rPr>
                                    <a:rPr lang="en-US" sz="1400" b="0" i="0" smtClean="0">
                                      <a:latin typeface="Cambria Math" panose="02040503050406030204" pitchFamily="18" charset="0"/>
                                      <a:ea typeface="Cambria Math" panose="02040503050406030204" pitchFamily="18" charset="0"/>
                                      <a:cs typeface="Times New Roman"/>
                                    </a:rPr>
                                    <m:t>tan</m:t>
                                  </m:r>
                                </m:fName>
                                <m:e>
                                  <m:d>
                                    <m:dPr>
                                      <m:ctrlPr>
                                        <a:rPr lang="en-US" sz="1400" b="0" i="1" smtClean="0">
                                          <a:latin typeface="Cambria Math" panose="02040503050406030204" pitchFamily="18" charset="0"/>
                                          <a:ea typeface="Cambria Math" panose="02040503050406030204" pitchFamily="18" charset="0"/>
                                          <a:cs typeface="Times New Roman"/>
                                        </a:rPr>
                                      </m:ctrlPr>
                                    </m:dPr>
                                    <m:e>
                                      <m:r>
                                        <a:rPr lang="en-US" sz="1400" b="0" i="1" smtClean="0">
                                          <a:latin typeface="Cambria Math" panose="02040503050406030204" pitchFamily="18" charset="0"/>
                                          <a:ea typeface="Cambria Math" panose="02040503050406030204" pitchFamily="18" charset="0"/>
                                          <a:cs typeface="Times New Roman"/>
                                        </a:rPr>
                                        <m:t>𝑆</m:t>
                                      </m:r>
                                      <m:r>
                                        <a:rPr lang="en-US" sz="1400" b="0" i="1" smtClean="0">
                                          <a:latin typeface="Cambria Math" panose="02040503050406030204" pitchFamily="18" charset="0"/>
                                          <a:ea typeface="Cambria Math" panose="02040503050406030204" pitchFamily="18" charset="0"/>
                                          <a:cs typeface="Times New Roman"/>
                                        </a:rPr>
                                        <m:t>1</m:t>
                                      </m:r>
                                    </m:e>
                                  </m:d>
                                </m:e>
                              </m:func>
                            </m:num>
                            <m:den>
                              <m:func>
                                <m:funcPr>
                                  <m:ctrlPr>
                                    <a:rPr lang="en-US" sz="1400" b="0" i="1" smtClean="0">
                                      <a:latin typeface="Cambria Math" panose="02040503050406030204" pitchFamily="18" charset="0"/>
                                      <a:ea typeface="Cambria Math" panose="02040503050406030204" pitchFamily="18" charset="0"/>
                                      <a:cs typeface="Times New Roman"/>
                                    </a:rPr>
                                  </m:ctrlPr>
                                </m:funcPr>
                                <m:fName>
                                  <m:r>
                                    <m:rPr>
                                      <m:sty m:val="p"/>
                                    </m:rPr>
                                    <a:rPr lang="en-US" sz="1400" b="0" i="0" smtClean="0">
                                      <a:latin typeface="Cambria Math" panose="02040503050406030204" pitchFamily="18" charset="0"/>
                                      <a:ea typeface="Cambria Math" panose="02040503050406030204" pitchFamily="18" charset="0"/>
                                      <a:cs typeface="Times New Roman"/>
                                    </a:rPr>
                                    <m:t>tan</m:t>
                                  </m:r>
                                </m:fName>
                                <m:e>
                                  <m:d>
                                    <m:dPr>
                                      <m:ctrlPr>
                                        <a:rPr lang="en-US" sz="1400" b="0" i="1" smtClean="0">
                                          <a:latin typeface="Cambria Math" panose="02040503050406030204" pitchFamily="18" charset="0"/>
                                          <a:ea typeface="Cambria Math" panose="02040503050406030204" pitchFamily="18" charset="0"/>
                                          <a:cs typeface="Times New Roman"/>
                                        </a:rPr>
                                      </m:ctrlPr>
                                    </m:dPr>
                                    <m:e>
                                      <m:r>
                                        <a:rPr lang="en-US" sz="1400" b="0" i="1" smtClean="0">
                                          <a:latin typeface="Cambria Math" panose="02040503050406030204" pitchFamily="18" charset="0"/>
                                          <a:ea typeface="Cambria Math" panose="02040503050406030204" pitchFamily="18" charset="0"/>
                                          <a:cs typeface="Times New Roman"/>
                                        </a:rPr>
                                        <m:t>𝑆</m:t>
                                      </m:r>
                                      <m:r>
                                        <a:rPr lang="en-US" sz="1400" b="0" i="1" smtClean="0">
                                          <a:latin typeface="Cambria Math" panose="02040503050406030204" pitchFamily="18" charset="0"/>
                                          <a:ea typeface="Cambria Math" panose="02040503050406030204" pitchFamily="18" charset="0"/>
                                          <a:cs typeface="Times New Roman"/>
                                        </a:rPr>
                                        <m:t>2</m:t>
                                      </m:r>
                                    </m:e>
                                  </m:d>
                                </m:e>
                              </m:func>
                            </m:den>
                          </m:f>
                        </m:e>
                      </m:d>
                    </m:oMath>
                  </m:oMathPara>
                </a14:m>
                <a:endParaRPr lang="en-US" sz="1400">
                  <a:ea typeface="+mn-lt"/>
                  <a:cs typeface="Times New Roman"/>
                </a:endParaRPr>
              </a:p>
              <a:p>
                <a:pPr marL="380365" indent="-258445">
                  <a:lnSpc>
                    <a:spcPct val="114999"/>
                  </a:lnSpc>
                  <a:buFont typeface="Arial"/>
                  <a:buChar char="•"/>
                </a:pPr>
                <a:endParaRPr lang="en-US" sz="1400">
                  <a:ea typeface="+mn-lt"/>
                  <a:cs typeface="Times New Roman"/>
                </a:endParaRPr>
              </a:p>
              <a:p>
                <a:pPr marL="380365" indent="-258445">
                  <a:lnSpc>
                    <a:spcPct val="114999"/>
                  </a:lnSpc>
                  <a:buFont typeface="Arial"/>
                  <a:buChar char="•"/>
                </a:pPr>
                <a:r>
                  <a:rPr lang="en-US" sz="1400">
                    <a:ea typeface="+mn-lt"/>
                    <a:cs typeface="Times New Roman"/>
                  </a:rPr>
                  <a:t>C = control surface chord (cm)</a:t>
                </a:r>
              </a:p>
              <a:p>
                <a:pPr marL="380365" indent="-258445">
                  <a:lnSpc>
                    <a:spcPct val="114999"/>
                  </a:lnSpc>
                  <a:buFont typeface="Arial"/>
                  <a:buChar char="•"/>
                </a:pPr>
                <a:r>
                  <a:rPr lang="en-US" sz="1400">
                    <a:ea typeface="+mn-lt"/>
                    <a:cs typeface="Times New Roman"/>
                  </a:rPr>
                  <a:t>L = control surface length (cm)</a:t>
                </a:r>
              </a:p>
              <a:p>
                <a:pPr marL="380365" indent="-258445">
                  <a:lnSpc>
                    <a:spcPct val="114999"/>
                  </a:lnSpc>
                  <a:buFont typeface="Arial"/>
                  <a:buChar char="•"/>
                </a:pPr>
                <a:r>
                  <a:rPr lang="en-US" sz="1400">
                    <a:ea typeface="+mn-lt"/>
                    <a:cs typeface="Times New Roman"/>
                  </a:rPr>
                  <a:t>V = velocity (mph)</a:t>
                </a:r>
              </a:p>
              <a:p>
                <a:pPr marL="380365" indent="-258445">
                  <a:lnSpc>
                    <a:spcPct val="114999"/>
                  </a:lnSpc>
                  <a:buFont typeface="Arial"/>
                  <a:buChar char="•"/>
                </a:pPr>
                <a:r>
                  <a:rPr lang="en-US" sz="1400">
                    <a:ea typeface="+mn-lt"/>
                    <a:cs typeface="Times New Roman"/>
                  </a:rPr>
                  <a:t>S1 = max control deflection in degrees</a:t>
                </a:r>
              </a:p>
              <a:p>
                <a:pPr marL="380365" indent="-258445">
                  <a:lnSpc>
                    <a:spcPct val="114999"/>
                  </a:lnSpc>
                  <a:buFont typeface="Arial"/>
                  <a:buChar char="•"/>
                </a:pPr>
                <a:r>
                  <a:rPr lang="en-US" sz="1400">
                    <a:ea typeface="+mn-lt"/>
                    <a:cs typeface="Times New Roman"/>
                  </a:rPr>
                  <a:t>S2 = max servo deflection in degrees</a:t>
                </a:r>
              </a:p>
              <a:p>
                <a:pPr marL="380365" indent="-258445">
                  <a:lnSpc>
                    <a:spcPct val="114999"/>
                  </a:lnSpc>
                  <a:buFont typeface="Arial"/>
                  <a:buChar char="•"/>
                </a:pPr>
                <a:endParaRPr lang="en-US" sz="1400" u="sng">
                  <a:ea typeface="Calibri"/>
                  <a:cs typeface="Times New Roman"/>
                </a:endParaRPr>
              </a:p>
            </p:txBody>
          </p:sp>
        </mc:Choice>
        <mc:Fallback>
          <p:sp>
            <p:nvSpPr>
              <p:cNvPr id="9" name="TextBox 8">
                <a:extLst>
                  <a:ext uri="{FF2B5EF4-FFF2-40B4-BE49-F238E27FC236}">
                    <a16:creationId xmlns:a16="http://schemas.microsoft.com/office/drawing/2014/main" id="{26FA7A4C-D013-1E4F-E0AD-AA6DB7B5D43D}"/>
                  </a:ext>
                </a:extLst>
              </p:cNvPr>
              <p:cNvSpPr txBox="1">
                <a:spLocks noRot="1" noChangeAspect="1" noMove="1" noResize="1" noEditPoints="1" noAdjustHandles="1" noChangeArrowheads="1" noChangeShapeType="1" noTextEdit="1"/>
              </p:cNvSpPr>
              <p:nvPr/>
            </p:nvSpPr>
            <p:spPr>
              <a:xfrm>
                <a:off x="352554" y="1548383"/>
                <a:ext cx="11487431" cy="3359766"/>
              </a:xfrm>
              <a:prstGeom prst="rect">
                <a:avLst/>
              </a:prstGeom>
              <a:blipFill>
                <a:blip r:embed="rId3"/>
                <a:stretch>
                  <a:fillRect/>
                </a:stretch>
              </a:blipFill>
            </p:spPr>
            <p:txBody>
              <a:bodyPr/>
              <a:lstStyle/>
              <a:p>
                <a:r>
                  <a:rPr lang="en-US">
                    <a:noFill/>
                  </a:rPr>
                  <a:t> </a:t>
                </a:r>
              </a:p>
            </p:txBody>
          </p:sp>
        </mc:Fallback>
      </mc:AlternateContent>
      <p:pic>
        <p:nvPicPr>
          <p:cNvPr id="2" name="Picture 1" descr="Servo Guide - Game Manual 0">
            <a:extLst>
              <a:ext uri="{FF2B5EF4-FFF2-40B4-BE49-F238E27FC236}">
                <a16:creationId xmlns:a16="http://schemas.microsoft.com/office/drawing/2014/main" id="{75475039-77CD-31F0-DDF2-9CB9A7DD0734}"/>
              </a:ext>
            </a:extLst>
          </p:cNvPr>
          <p:cNvPicPr>
            <a:picLocks noChangeAspect="1"/>
          </p:cNvPicPr>
          <p:nvPr/>
        </p:nvPicPr>
        <p:blipFill>
          <a:blip r:embed="rId4"/>
          <a:srcRect l="4848" r="6667" b="625"/>
          <a:stretch/>
        </p:blipFill>
        <p:spPr>
          <a:xfrm>
            <a:off x="9737558" y="2779295"/>
            <a:ext cx="1954160" cy="2114952"/>
          </a:xfrm>
          <a:prstGeom prst="rect">
            <a:avLst/>
          </a:prstGeom>
        </p:spPr>
      </p:pic>
    </p:spTree>
    <p:extLst>
      <p:ext uri="{BB962C8B-B14F-4D97-AF65-F5344CB8AC3E}">
        <p14:creationId xmlns:p14="http://schemas.microsoft.com/office/powerpoint/2010/main" val="541127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22F6F-EDBA-2B6D-303E-CEA37181E0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D0E4BC-17AA-582E-1590-934E584FB0EE}"/>
              </a:ext>
            </a:extLst>
          </p:cNvPr>
          <p:cNvSpPr>
            <a:spLocks noGrp="1"/>
          </p:cNvSpPr>
          <p:nvPr>
            <p:ph type="title"/>
          </p:nvPr>
        </p:nvSpPr>
        <p:spPr>
          <a:xfrm>
            <a:off x="531848" y="716984"/>
            <a:ext cx="9407768" cy="625567"/>
          </a:xfrm>
        </p:spPr>
        <p:txBody>
          <a:bodyPr/>
          <a:lstStyle/>
          <a:p>
            <a:r>
              <a:rPr lang="en-US">
                <a:latin typeface="Munistic"/>
              </a:rPr>
              <a:t>Canards &amp; Vertical Stabilizer</a:t>
            </a:r>
            <a:endParaRPr lang="en-US">
              <a:solidFill>
                <a:srgbClr val="000000"/>
              </a:solidFill>
              <a:latin typeface="Munistic"/>
            </a:endParaRPr>
          </a:p>
        </p:txBody>
      </p:sp>
      <p:sp>
        <p:nvSpPr>
          <p:cNvPr id="9" name="TextBox 8">
            <a:extLst>
              <a:ext uri="{FF2B5EF4-FFF2-40B4-BE49-F238E27FC236}">
                <a16:creationId xmlns:a16="http://schemas.microsoft.com/office/drawing/2014/main" id="{8FBAD7B0-3E32-5B3F-7D3A-3284116B45CA}"/>
              </a:ext>
            </a:extLst>
          </p:cNvPr>
          <p:cNvSpPr txBox="1"/>
          <p:nvPr/>
        </p:nvSpPr>
        <p:spPr>
          <a:xfrm>
            <a:off x="352554" y="1548383"/>
            <a:ext cx="11487431" cy="3342453"/>
          </a:xfrm>
          <a:prstGeom prst="rect">
            <a:avLst/>
          </a:prstGeom>
          <a:noFill/>
        </p:spPr>
        <p:txBody>
          <a:bodyPr wrap="square" lIns="91440" tIns="45720" rIns="91440" bIns="45720" rtlCol="0" anchor="t">
            <a:spAutoFit/>
          </a:bodyPr>
          <a:lstStyle/>
          <a:p>
            <a:pPr marL="121920">
              <a:lnSpc>
                <a:spcPct val="114999"/>
              </a:lnSpc>
            </a:pPr>
            <a:r>
              <a:rPr lang="en-US" sz="1400" u="sng">
                <a:ea typeface="+mn-lt"/>
                <a:cs typeface="Times New Roman"/>
              </a:rPr>
              <a:t>Canards: </a:t>
            </a:r>
            <a:endParaRPr lang="en-US" sz="1400">
              <a:ea typeface="+mn-lt"/>
              <a:cs typeface="Times New Roman"/>
            </a:endParaRPr>
          </a:p>
          <a:p>
            <a:pPr marL="380365" indent="-258445">
              <a:lnSpc>
                <a:spcPct val="114999"/>
              </a:lnSpc>
              <a:buFont typeface="Arial"/>
              <a:buChar char="•"/>
            </a:pPr>
            <a:r>
              <a:rPr lang="en-US" sz="1400">
                <a:ea typeface="+mn-lt"/>
                <a:cs typeface="Times New Roman"/>
              </a:rPr>
              <a:t>Since the wing is so far back on the vehicle’s body, canards are used to provide pitch stabilization and elevator control on the way down. For their design they are using the same airfoil and shape as the wing but sized down to 20% of the wings size (as is generally standard). The old </a:t>
            </a:r>
            <a:r>
              <a:rPr lang="en-US" sz="1400" err="1">
                <a:ea typeface="+mn-lt"/>
                <a:cs typeface="Times New Roman"/>
              </a:rPr>
              <a:t>StarBooster</a:t>
            </a:r>
            <a:r>
              <a:rPr lang="en-US" sz="1400">
                <a:ea typeface="+mn-lt"/>
                <a:cs typeface="Times New Roman"/>
              </a:rPr>
              <a:t> had each canard sized at about 15% of the wings, so the design is kept in similarity with this. The canards on the old booster were angled upwards slightly, which would create some upward lift on the vehicle. To simplify the aerodynamics, the current design will not feature this. However, the canards will have elevators that will be actuated by an in-line servo directly connected to the elevator. </a:t>
            </a:r>
          </a:p>
          <a:p>
            <a:pPr marL="380365" indent="-258445">
              <a:lnSpc>
                <a:spcPct val="114999"/>
              </a:lnSpc>
              <a:buFont typeface="Arial"/>
              <a:buChar char="•"/>
            </a:pPr>
            <a:endParaRPr lang="en-US" sz="1400">
              <a:ea typeface="+mn-lt"/>
              <a:cs typeface="Times New Roman"/>
            </a:endParaRPr>
          </a:p>
          <a:p>
            <a:pPr marL="121920">
              <a:lnSpc>
                <a:spcPct val="114999"/>
              </a:lnSpc>
            </a:pPr>
            <a:r>
              <a:rPr lang="en-US" sz="1400" u="sng">
                <a:ea typeface="+mn-lt"/>
                <a:cs typeface="Times New Roman"/>
              </a:rPr>
              <a:t>Vertical Stabilizer:</a:t>
            </a:r>
          </a:p>
          <a:p>
            <a:pPr marL="380365" indent="-258445">
              <a:lnSpc>
                <a:spcPct val="114999"/>
              </a:lnSpc>
              <a:buFont typeface="Arial"/>
              <a:buChar char="•"/>
            </a:pPr>
            <a:r>
              <a:rPr lang="en-US" sz="1400">
                <a:ea typeface="+mn-lt"/>
                <a:cs typeface="Times New Roman"/>
              </a:rPr>
              <a:t>The vertical stabilizer on the old booster was about 43% the size of one wing. This is pretty big and was likely designed to offset the delta wings mounted on the bottom of the rocket’s body. Since rudder control is not a big concern as compared to weight, the vertical stabilizer is currently sized at 20% of the wing. As the design is meant to be modular then this can be changed out if yaw control/stability is found to be too poor. </a:t>
            </a:r>
          </a:p>
          <a:p>
            <a:pPr marL="380365" indent="-258445">
              <a:lnSpc>
                <a:spcPct val="114999"/>
              </a:lnSpc>
              <a:buFont typeface="Arial"/>
              <a:buChar char="•"/>
            </a:pPr>
            <a:endParaRPr lang="en-US" sz="1400">
              <a:ea typeface="+mn-lt"/>
              <a:cs typeface="Times New Roman"/>
            </a:endParaRPr>
          </a:p>
          <a:p>
            <a:endParaRPr lang="en-US">
              <a:ea typeface="Calibri"/>
              <a:cs typeface="Calibri"/>
            </a:endParaRPr>
          </a:p>
        </p:txBody>
      </p:sp>
    </p:spTree>
    <p:extLst>
      <p:ext uri="{BB962C8B-B14F-4D97-AF65-F5344CB8AC3E}">
        <p14:creationId xmlns:p14="http://schemas.microsoft.com/office/powerpoint/2010/main" val="26102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C2257-7B9A-B269-6345-9A19A80C96BA}"/>
              </a:ext>
            </a:extLst>
          </p:cNvPr>
          <p:cNvSpPr>
            <a:spLocks noGrp="1"/>
          </p:cNvSpPr>
          <p:nvPr>
            <p:ph type="title"/>
          </p:nvPr>
        </p:nvSpPr>
        <p:spPr/>
        <p:txBody>
          <a:bodyPr/>
          <a:lstStyle/>
          <a:p>
            <a:r>
              <a:rPr lang="en-US">
                <a:latin typeface="Munistic"/>
              </a:rPr>
              <a:t>Structures</a:t>
            </a:r>
            <a:endParaRPr lang="en-US"/>
          </a:p>
        </p:txBody>
      </p:sp>
      <p:sp>
        <p:nvSpPr>
          <p:cNvPr id="3" name="Text Placeholder 2">
            <a:extLst>
              <a:ext uri="{FF2B5EF4-FFF2-40B4-BE49-F238E27FC236}">
                <a16:creationId xmlns:a16="http://schemas.microsoft.com/office/drawing/2014/main" id="{5D657867-1464-B112-75EF-9F8414ED07EE}"/>
              </a:ext>
            </a:extLst>
          </p:cNvPr>
          <p:cNvSpPr>
            <a:spLocks noGrp="1"/>
          </p:cNvSpPr>
          <p:nvPr>
            <p:ph type="body" sz="quarter" idx="11"/>
          </p:nvPr>
        </p:nvSpPr>
        <p:spPr>
          <a:xfrm>
            <a:off x="672347" y="1714119"/>
            <a:ext cx="10989365" cy="1059505"/>
          </a:xfrm>
        </p:spPr>
        <p:txBody>
          <a:bodyPr/>
          <a:lstStyle/>
          <a:p>
            <a:r>
              <a:rPr lang="en-US" sz="3200">
                <a:ea typeface="Source Sans Pro"/>
              </a:rPr>
              <a:t>Jared Lebaron, David Carter Oropeza, Shiva Pulmamidi, Alistair Hynes</a:t>
            </a:r>
            <a:endParaRPr lang="en-US" sz="3200">
              <a:ea typeface="Source Sans Pro"/>
              <a:cs typeface="Calibri"/>
            </a:endParaRPr>
          </a:p>
        </p:txBody>
      </p:sp>
    </p:spTree>
    <p:extLst>
      <p:ext uri="{BB962C8B-B14F-4D97-AF65-F5344CB8AC3E}">
        <p14:creationId xmlns:p14="http://schemas.microsoft.com/office/powerpoint/2010/main" val="1577809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7700AFB-0774-A6FC-1E2B-94BCE4D55D52}"/>
              </a:ext>
            </a:extLst>
          </p:cNvPr>
          <p:cNvPicPr>
            <a:picLocks noChangeAspect="1"/>
          </p:cNvPicPr>
          <p:nvPr/>
        </p:nvPicPr>
        <p:blipFill>
          <a:blip r:embed="rId3"/>
          <a:stretch>
            <a:fillRect/>
          </a:stretch>
        </p:blipFill>
        <p:spPr>
          <a:xfrm>
            <a:off x="1134292" y="1620144"/>
            <a:ext cx="9535054" cy="4588377"/>
          </a:xfrm>
          <a:prstGeom prst="rect">
            <a:avLst/>
          </a:prstGeom>
        </p:spPr>
      </p:pic>
      <p:sp>
        <p:nvSpPr>
          <p:cNvPr id="3" name="Title 2">
            <a:extLst>
              <a:ext uri="{FF2B5EF4-FFF2-40B4-BE49-F238E27FC236}">
                <a16:creationId xmlns:a16="http://schemas.microsoft.com/office/drawing/2014/main" id="{8A30FBDC-A083-A648-AEA0-2962E5054C52}"/>
              </a:ext>
            </a:extLst>
          </p:cNvPr>
          <p:cNvSpPr>
            <a:spLocks noGrp="1"/>
          </p:cNvSpPr>
          <p:nvPr>
            <p:ph type="title"/>
          </p:nvPr>
        </p:nvSpPr>
        <p:spPr/>
        <p:txBody>
          <a:bodyPr/>
          <a:lstStyle/>
          <a:p>
            <a:r>
              <a:rPr lang="en-US"/>
              <a:t>Overview</a:t>
            </a:r>
          </a:p>
        </p:txBody>
      </p:sp>
      <p:sp>
        <p:nvSpPr>
          <p:cNvPr id="14" name="TextBox 13">
            <a:extLst>
              <a:ext uri="{FF2B5EF4-FFF2-40B4-BE49-F238E27FC236}">
                <a16:creationId xmlns:a16="http://schemas.microsoft.com/office/drawing/2014/main" id="{A4F4B6A9-EB38-6847-E9AB-8499C1E09885}"/>
              </a:ext>
            </a:extLst>
          </p:cNvPr>
          <p:cNvSpPr txBox="1"/>
          <p:nvPr/>
        </p:nvSpPr>
        <p:spPr>
          <a:xfrm>
            <a:off x="4705350" y="3365500"/>
            <a:ext cx="954620" cy="369332"/>
          </a:xfrm>
          <a:prstGeom prst="rect">
            <a:avLst/>
          </a:prstGeom>
          <a:solidFill>
            <a:schemeClr val="bg1"/>
          </a:solidFill>
        </p:spPr>
        <p:txBody>
          <a:bodyPr wrap="none" rtlCol="0">
            <a:spAutoFit/>
          </a:bodyPr>
          <a:lstStyle/>
          <a:p>
            <a:pPr algn="ctr"/>
            <a:r>
              <a:rPr lang="en-US"/>
              <a:t>Avionics</a:t>
            </a:r>
          </a:p>
        </p:txBody>
      </p:sp>
      <p:sp>
        <p:nvSpPr>
          <p:cNvPr id="15" name="TextBox 14">
            <a:extLst>
              <a:ext uri="{FF2B5EF4-FFF2-40B4-BE49-F238E27FC236}">
                <a16:creationId xmlns:a16="http://schemas.microsoft.com/office/drawing/2014/main" id="{FCA49471-E3F2-09B1-09C6-F547FD4FCC3C}"/>
              </a:ext>
            </a:extLst>
          </p:cNvPr>
          <p:cNvSpPr txBox="1"/>
          <p:nvPr/>
        </p:nvSpPr>
        <p:spPr>
          <a:xfrm>
            <a:off x="1344994" y="3567499"/>
            <a:ext cx="780342" cy="369332"/>
          </a:xfrm>
          <a:prstGeom prst="rect">
            <a:avLst/>
          </a:prstGeom>
          <a:solidFill>
            <a:schemeClr val="bg1"/>
          </a:solidFill>
        </p:spPr>
        <p:txBody>
          <a:bodyPr wrap="none" rtlCol="0">
            <a:spAutoFit/>
          </a:bodyPr>
          <a:lstStyle/>
          <a:p>
            <a:pPr algn="ctr"/>
            <a:r>
              <a:rPr lang="en-US"/>
              <a:t>Motor</a:t>
            </a:r>
          </a:p>
        </p:txBody>
      </p:sp>
      <p:sp>
        <p:nvSpPr>
          <p:cNvPr id="16" name="TextBox 15">
            <a:extLst>
              <a:ext uri="{FF2B5EF4-FFF2-40B4-BE49-F238E27FC236}">
                <a16:creationId xmlns:a16="http://schemas.microsoft.com/office/drawing/2014/main" id="{4A8F18F8-3EE0-DE27-C4FB-BA0BB2572DDC}"/>
              </a:ext>
            </a:extLst>
          </p:cNvPr>
          <p:cNvSpPr txBox="1"/>
          <p:nvPr/>
        </p:nvSpPr>
        <p:spPr>
          <a:xfrm>
            <a:off x="8166127" y="3429000"/>
            <a:ext cx="1126270" cy="646331"/>
          </a:xfrm>
          <a:prstGeom prst="rect">
            <a:avLst/>
          </a:prstGeom>
          <a:solidFill>
            <a:schemeClr val="bg1"/>
          </a:solidFill>
        </p:spPr>
        <p:txBody>
          <a:bodyPr wrap="none" rtlCol="0">
            <a:spAutoFit/>
          </a:bodyPr>
          <a:lstStyle/>
          <a:p>
            <a:pPr algn="ctr"/>
            <a:r>
              <a:rPr lang="en-US"/>
              <a:t>Parachute</a:t>
            </a:r>
          </a:p>
          <a:p>
            <a:pPr algn="ctr"/>
            <a:r>
              <a:rPr lang="en-US"/>
              <a:t>Assembly</a:t>
            </a:r>
          </a:p>
        </p:txBody>
      </p:sp>
      <p:sp>
        <p:nvSpPr>
          <p:cNvPr id="17" name="TextBox 16">
            <a:extLst>
              <a:ext uri="{FF2B5EF4-FFF2-40B4-BE49-F238E27FC236}">
                <a16:creationId xmlns:a16="http://schemas.microsoft.com/office/drawing/2014/main" id="{EFEAF5FC-C61A-2B13-B326-80B9968E5F70}"/>
              </a:ext>
            </a:extLst>
          </p:cNvPr>
          <p:cNvSpPr txBox="1"/>
          <p:nvPr/>
        </p:nvSpPr>
        <p:spPr>
          <a:xfrm>
            <a:off x="3110451" y="2119868"/>
            <a:ext cx="1058303" cy="369332"/>
          </a:xfrm>
          <a:prstGeom prst="rect">
            <a:avLst/>
          </a:prstGeom>
          <a:solidFill>
            <a:schemeClr val="bg1"/>
          </a:solidFill>
        </p:spPr>
        <p:txBody>
          <a:bodyPr wrap="none" rtlCol="0">
            <a:spAutoFit/>
          </a:bodyPr>
          <a:lstStyle/>
          <a:p>
            <a:pPr algn="ctr"/>
            <a:r>
              <a:rPr lang="en-US"/>
              <a:t>Bulkhead</a:t>
            </a:r>
          </a:p>
        </p:txBody>
      </p:sp>
      <p:sp>
        <p:nvSpPr>
          <p:cNvPr id="18" name="TextBox 17">
            <a:extLst>
              <a:ext uri="{FF2B5EF4-FFF2-40B4-BE49-F238E27FC236}">
                <a16:creationId xmlns:a16="http://schemas.microsoft.com/office/drawing/2014/main" id="{762D8EE3-E652-D442-95EF-A0E36F2D6657}"/>
              </a:ext>
            </a:extLst>
          </p:cNvPr>
          <p:cNvSpPr txBox="1"/>
          <p:nvPr/>
        </p:nvSpPr>
        <p:spPr>
          <a:xfrm>
            <a:off x="4441836" y="2489200"/>
            <a:ext cx="922047" cy="369332"/>
          </a:xfrm>
          <a:prstGeom prst="rect">
            <a:avLst/>
          </a:prstGeom>
          <a:solidFill>
            <a:schemeClr val="bg1"/>
          </a:solidFill>
        </p:spPr>
        <p:txBody>
          <a:bodyPr wrap="none" rtlCol="0">
            <a:spAutoFit/>
          </a:bodyPr>
          <a:lstStyle/>
          <a:p>
            <a:pPr algn="ctr"/>
            <a:r>
              <a:rPr lang="en-US"/>
              <a:t>Coupler</a:t>
            </a:r>
          </a:p>
        </p:txBody>
      </p:sp>
      <p:cxnSp>
        <p:nvCxnSpPr>
          <p:cNvPr id="20" name="Straight Arrow Connector 19">
            <a:extLst>
              <a:ext uri="{FF2B5EF4-FFF2-40B4-BE49-F238E27FC236}">
                <a16:creationId xmlns:a16="http://schemas.microsoft.com/office/drawing/2014/main" id="{71945BC2-76B2-56BB-B9A2-D9CBA6ECC935}"/>
              </a:ext>
            </a:extLst>
          </p:cNvPr>
          <p:cNvCxnSpPr>
            <a:cxnSpLocks/>
          </p:cNvCxnSpPr>
          <p:nvPr/>
        </p:nvCxnSpPr>
        <p:spPr>
          <a:xfrm>
            <a:off x="3591448" y="2457421"/>
            <a:ext cx="96311" cy="882134"/>
          </a:xfrm>
          <a:prstGeom prst="straightConnector1">
            <a:avLst/>
          </a:prstGeom>
          <a:ln w="57150">
            <a:solidFill>
              <a:schemeClr val="accent3">
                <a:lumMod val="40000"/>
                <a:lumOff val="6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FF9CCA51-F144-984E-EC66-0F1D3E9E6BD6}"/>
              </a:ext>
            </a:extLst>
          </p:cNvPr>
          <p:cNvCxnSpPr>
            <a:cxnSpLocks/>
          </p:cNvCxnSpPr>
          <p:nvPr/>
        </p:nvCxnSpPr>
        <p:spPr>
          <a:xfrm flipH="1">
            <a:off x="4218852" y="2809000"/>
            <a:ext cx="384684" cy="576117"/>
          </a:xfrm>
          <a:prstGeom prst="straightConnector1">
            <a:avLst/>
          </a:prstGeom>
          <a:ln w="57150">
            <a:solidFill>
              <a:schemeClr val="accent3">
                <a:lumMod val="40000"/>
                <a:lumOff val="6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24" name="TextBox 23">
            <a:extLst>
              <a:ext uri="{FF2B5EF4-FFF2-40B4-BE49-F238E27FC236}">
                <a16:creationId xmlns:a16="http://schemas.microsoft.com/office/drawing/2014/main" id="{F506CC3A-5B9F-1DEB-D777-A8824936D3C3}"/>
              </a:ext>
            </a:extLst>
          </p:cNvPr>
          <p:cNvSpPr txBox="1"/>
          <p:nvPr/>
        </p:nvSpPr>
        <p:spPr>
          <a:xfrm>
            <a:off x="9017380" y="2457421"/>
            <a:ext cx="922047" cy="369332"/>
          </a:xfrm>
          <a:prstGeom prst="rect">
            <a:avLst/>
          </a:prstGeom>
          <a:solidFill>
            <a:schemeClr val="bg1"/>
          </a:solidFill>
        </p:spPr>
        <p:txBody>
          <a:bodyPr wrap="none" rtlCol="0">
            <a:spAutoFit/>
          </a:bodyPr>
          <a:lstStyle/>
          <a:p>
            <a:pPr algn="ctr"/>
            <a:r>
              <a:rPr lang="en-US"/>
              <a:t>Coupler</a:t>
            </a:r>
          </a:p>
        </p:txBody>
      </p:sp>
      <p:cxnSp>
        <p:nvCxnSpPr>
          <p:cNvPr id="25" name="Straight Arrow Connector 24">
            <a:extLst>
              <a:ext uri="{FF2B5EF4-FFF2-40B4-BE49-F238E27FC236}">
                <a16:creationId xmlns:a16="http://schemas.microsoft.com/office/drawing/2014/main" id="{96759381-697E-7855-C442-FB5774D958D7}"/>
              </a:ext>
            </a:extLst>
          </p:cNvPr>
          <p:cNvCxnSpPr>
            <a:cxnSpLocks/>
          </p:cNvCxnSpPr>
          <p:nvPr/>
        </p:nvCxnSpPr>
        <p:spPr>
          <a:xfrm>
            <a:off x="9384946" y="2769087"/>
            <a:ext cx="0" cy="616030"/>
          </a:xfrm>
          <a:prstGeom prst="straightConnector1">
            <a:avLst/>
          </a:prstGeom>
          <a:ln w="57150">
            <a:solidFill>
              <a:schemeClr val="accent3">
                <a:lumMod val="40000"/>
                <a:lumOff val="60000"/>
              </a:schemeClr>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773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2641D-012E-4CA4-58A4-424CFBD0EF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EFCF2E-03B5-C12D-E4B8-D5977C8A743F}"/>
              </a:ext>
            </a:extLst>
          </p:cNvPr>
          <p:cNvSpPr>
            <a:spLocks noGrp="1"/>
          </p:cNvSpPr>
          <p:nvPr>
            <p:ph type="title"/>
          </p:nvPr>
        </p:nvSpPr>
        <p:spPr/>
        <p:txBody>
          <a:bodyPr/>
          <a:lstStyle/>
          <a:p>
            <a:r>
              <a:rPr lang="en-US">
                <a:latin typeface="Munistic"/>
              </a:rPr>
              <a:t>Body Tubes</a:t>
            </a:r>
            <a:endParaRPr lang="en-US"/>
          </a:p>
        </p:txBody>
      </p:sp>
      <p:pic>
        <p:nvPicPr>
          <p:cNvPr id="5" name="Picture 4">
            <a:extLst>
              <a:ext uri="{FF2B5EF4-FFF2-40B4-BE49-F238E27FC236}">
                <a16:creationId xmlns:a16="http://schemas.microsoft.com/office/drawing/2014/main" id="{9DD7DAE8-3592-83D1-1B3A-F2C364E883BB}"/>
              </a:ext>
            </a:extLst>
          </p:cNvPr>
          <p:cNvPicPr>
            <a:picLocks noChangeAspect="1"/>
          </p:cNvPicPr>
          <p:nvPr/>
        </p:nvPicPr>
        <p:blipFill>
          <a:blip r:embed="rId3"/>
          <a:stretch>
            <a:fillRect/>
          </a:stretch>
        </p:blipFill>
        <p:spPr>
          <a:xfrm>
            <a:off x="1781562" y="1999130"/>
            <a:ext cx="3407722" cy="1601655"/>
          </a:xfrm>
          <a:prstGeom prst="rect">
            <a:avLst/>
          </a:prstGeom>
        </p:spPr>
      </p:pic>
      <p:pic>
        <p:nvPicPr>
          <p:cNvPr id="7" name="Picture 6">
            <a:extLst>
              <a:ext uri="{FF2B5EF4-FFF2-40B4-BE49-F238E27FC236}">
                <a16:creationId xmlns:a16="http://schemas.microsoft.com/office/drawing/2014/main" id="{250B291E-694D-96D1-60DE-5918480522C7}"/>
              </a:ext>
            </a:extLst>
          </p:cNvPr>
          <p:cNvPicPr>
            <a:picLocks noChangeAspect="1"/>
          </p:cNvPicPr>
          <p:nvPr/>
        </p:nvPicPr>
        <p:blipFill>
          <a:blip r:embed="rId4"/>
          <a:stretch>
            <a:fillRect/>
          </a:stretch>
        </p:blipFill>
        <p:spPr>
          <a:xfrm>
            <a:off x="6703979" y="2080652"/>
            <a:ext cx="3706459" cy="1601655"/>
          </a:xfrm>
          <a:prstGeom prst="rect">
            <a:avLst/>
          </a:prstGeom>
        </p:spPr>
      </p:pic>
      <p:sp>
        <p:nvSpPr>
          <p:cNvPr id="8" name="TextBox 7">
            <a:extLst>
              <a:ext uri="{FF2B5EF4-FFF2-40B4-BE49-F238E27FC236}">
                <a16:creationId xmlns:a16="http://schemas.microsoft.com/office/drawing/2014/main" id="{7078D4D9-3980-BF4C-F1CA-D83F85871BE4}"/>
              </a:ext>
            </a:extLst>
          </p:cNvPr>
          <p:cNvSpPr txBox="1"/>
          <p:nvPr/>
        </p:nvSpPr>
        <p:spPr>
          <a:xfrm>
            <a:off x="2035750" y="1629798"/>
            <a:ext cx="28993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Lower Body Tube</a:t>
            </a:r>
          </a:p>
        </p:txBody>
      </p:sp>
      <p:sp>
        <p:nvSpPr>
          <p:cNvPr id="9" name="TextBox 8">
            <a:extLst>
              <a:ext uri="{FF2B5EF4-FFF2-40B4-BE49-F238E27FC236}">
                <a16:creationId xmlns:a16="http://schemas.microsoft.com/office/drawing/2014/main" id="{5ED3F61A-665D-CD59-2676-D23CAC13E3A1}"/>
              </a:ext>
            </a:extLst>
          </p:cNvPr>
          <p:cNvSpPr txBox="1"/>
          <p:nvPr/>
        </p:nvSpPr>
        <p:spPr>
          <a:xfrm>
            <a:off x="7410011" y="1629798"/>
            <a:ext cx="22929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Upper Body Tube</a:t>
            </a:r>
            <a:endParaRPr lang="en-US"/>
          </a:p>
        </p:txBody>
      </p:sp>
      <p:sp>
        <p:nvSpPr>
          <p:cNvPr id="13" name="TextBox 12">
            <a:extLst>
              <a:ext uri="{FF2B5EF4-FFF2-40B4-BE49-F238E27FC236}">
                <a16:creationId xmlns:a16="http://schemas.microsoft.com/office/drawing/2014/main" id="{4A0D9594-EEE0-9B4A-8DB9-84677484D427}"/>
              </a:ext>
            </a:extLst>
          </p:cNvPr>
          <p:cNvSpPr txBox="1"/>
          <p:nvPr/>
        </p:nvSpPr>
        <p:spPr>
          <a:xfrm>
            <a:off x="1865428" y="3890803"/>
            <a:ext cx="3439211" cy="1754326"/>
          </a:xfrm>
          <a:prstGeom prst="rect">
            <a:avLst/>
          </a:prstGeom>
          <a:noFill/>
        </p:spPr>
        <p:txBody>
          <a:bodyPr wrap="none" rtlCol="0">
            <a:spAutoFit/>
          </a:bodyPr>
          <a:lstStyle/>
          <a:p>
            <a:r>
              <a:rPr lang="en-US"/>
              <a:t>Material: 		   Carbon Fiber</a:t>
            </a:r>
          </a:p>
          <a:p>
            <a:r>
              <a:rPr lang="en-US"/>
              <a:t>Length: 		   18.51”</a:t>
            </a:r>
          </a:p>
          <a:p>
            <a:r>
              <a:rPr lang="en-US"/>
              <a:t>Outer Diameter: 	   5”</a:t>
            </a:r>
          </a:p>
          <a:p>
            <a:r>
              <a:rPr lang="en-US"/>
              <a:t>Inner Diameter: 	   4.75”</a:t>
            </a:r>
          </a:p>
          <a:p>
            <a:r>
              <a:rPr lang="en-US"/>
              <a:t>Thickness: 	   .125”</a:t>
            </a:r>
          </a:p>
          <a:p>
            <a:r>
              <a:rPr lang="en-US"/>
              <a:t>Estimated Weight:	   2.56 </a:t>
            </a:r>
            <a:r>
              <a:rPr lang="en-US" err="1"/>
              <a:t>lbs</a:t>
            </a:r>
            <a:endParaRPr lang="en-US"/>
          </a:p>
        </p:txBody>
      </p:sp>
      <p:sp>
        <p:nvSpPr>
          <p:cNvPr id="16" name="TextBox 15">
            <a:extLst>
              <a:ext uri="{FF2B5EF4-FFF2-40B4-BE49-F238E27FC236}">
                <a16:creationId xmlns:a16="http://schemas.microsoft.com/office/drawing/2014/main" id="{63F61842-236A-5A14-A80C-1C1DF51AD99C}"/>
              </a:ext>
            </a:extLst>
          </p:cNvPr>
          <p:cNvSpPr txBox="1"/>
          <p:nvPr/>
        </p:nvSpPr>
        <p:spPr>
          <a:xfrm>
            <a:off x="6936515" y="3981834"/>
            <a:ext cx="3115020" cy="2031325"/>
          </a:xfrm>
          <a:prstGeom prst="rect">
            <a:avLst/>
          </a:prstGeom>
          <a:noFill/>
        </p:spPr>
        <p:txBody>
          <a:bodyPr wrap="none" rtlCol="0">
            <a:spAutoFit/>
          </a:bodyPr>
          <a:lstStyle/>
          <a:p>
            <a:r>
              <a:rPr lang="en-US"/>
              <a:t>Material: 		   Fiberglass</a:t>
            </a:r>
          </a:p>
          <a:p>
            <a:r>
              <a:rPr lang="en-US"/>
              <a:t>Length: 		   29.40”</a:t>
            </a:r>
          </a:p>
          <a:p>
            <a:r>
              <a:rPr lang="en-US"/>
              <a:t>Outer Diameter: 	   5”</a:t>
            </a:r>
          </a:p>
          <a:p>
            <a:r>
              <a:rPr lang="en-US"/>
              <a:t>Inner Diameter: 	   4.75”</a:t>
            </a:r>
          </a:p>
          <a:p>
            <a:r>
              <a:rPr lang="en-US"/>
              <a:t>Thickness: 	   .125” </a:t>
            </a:r>
          </a:p>
          <a:p>
            <a:r>
              <a:rPr lang="en-US"/>
              <a:t>Estimated Weight:	   5.63 </a:t>
            </a:r>
            <a:r>
              <a:rPr lang="en-US" err="1"/>
              <a:t>lbs</a:t>
            </a:r>
            <a:endParaRPr lang="en-US"/>
          </a:p>
          <a:p>
            <a:endParaRPr lang="en-US"/>
          </a:p>
        </p:txBody>
      </p:sp>
    </p:spTree>
    <p:extLst>
      <p:ext uri="{BB962C8B-B14F-4D97-AF65-F5344CB8AC3E}">
        <p14:creationId xmlns:p14="http://schemas.microsoft.com/office/powerpoint/2010/main" val="1405898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8039D-793F-D0A6-EB7A-2A9405303A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2E1E8D1-9DB6-4AE6-75D5-A179F6877F1F}"/>
              </a:ext>
            </a:extLst>
          </p:cNvPr>
          <p:cNvSpPr>
            <a:spLocks noGrp="1"/>
          </p:cNvSpPr>
          <p:nvPr>
            <p:ph type="title"/>
          </p:nvPr>
        </p:nvSpPr>
        <p:spPr>
          <a:xfrm>
            <a:off x="531848" y="716984"/>
            <a:ext cx="7219315" cy="625567"/>
          </a:xfrm>
        </p:spPr>
        <p:txBody>
          <a:bodyPr/>
          <a:lstStyle/>
          <a:p>
            <a:r>
              <a:rPr lang="en-US">
                <a:latin typeface="Munistic"/>
              </a:rPr>
              <a:t>Inner components</a:t>
            </a:r>
            <a:endParaRPr lang="en-US"/>
          </a:p>
        </p:txBody>
      </p:sp>
      <p:sp>
        <p:nvSpPr>
          <p:cNvPr id="5" name="TextBox 4">
            <a:extLst>
              <a:ext uri="{FF2B5EF4-FFF2-40B4-BE49-F238E27FC236}">
                <a16:creationId xmlns:a16="http://schemas.microsoft.com/office/drawing/2014/main" id="{82AE626D-5227-C2FD-3FC8-628AC77257E0}"/>
              </a:ext>
            </a:extLst>
          </p:cNvPr>
          <p:cNvSpPr txBox="1"/>
          <p:nvPr/>
        </p:nvSpPr>
        <p:spPr>
          <a:xfrm>
            <a:off x="1590875" y="1633312"/>
            <a:ext cx="19187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Couplers (</a:t>
            </a:r>
            <a:r>
              <a:rPr lang="en-US" sz="1400">
                <a:latin typeface="Munistic"/>
                <a:ea typeface="Calibri"/>
                <a:cs typeface="Calibri"/>
              </a:rPr>
              <a:t>X</a:t>
            </a:r>
            <a:r>
              <a:rPr lang="en-US">
                <a:latin typeface="Munistic"/>
                <a:ea typeface="Calibri"/>
                <a:cs typeface="Calibri"/>
              </a:rPr>
              <a:t>2)</a:t>
            </a:r>
          </a:p>
        </p:txBody>
      </p:sp>
      <p:sp>
        <p:nvSpPr>
          <p:cNvPr id="6" name="TextBox 5">
            <a:extLst>
              <a:ext uri="{FF2B5EF4-FFF2-40B4-BE49-F238E27FC236}">
                <a16:creationId xmlns:a16="http://schemas.microsoft.com/office/drawing/2014/main" id="{EBD7DE8B-B35E-C960-AF4D-5E56C68906E1}"/>
              </a:ext>
            </a:extLst>
          </p:cNvPr>
          <p:cNvSpPr txBox="1"/>
          <p:nvPr/>
        </p:nvSpPr>
        <p:spPr>
          <a:xfrm>
            <a:off x="5138547" y="1633311"/>
            <a:ext cx="19187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Bulkhead</a:t>
            </a:r>
            <a:endParaRPr lang="en-US"/>
          </a:p>
        </p:txBody>
      </p:sp>
      <p:sp>
        <p:nvSpPr>
          <p:cNvPr id="8" name="TextBox 7">
            <a:extLst>
              <a:ext uri="{FF2B5EF4-FFF2-40B4-BE49-F238E27FC236}">
                <a16:creationId xmlns:a16="http://schemas.microsoft.com/office/drawing/2014/main" id="{3D1D0937-520C-85CD-6459-64E7EB4C0DC6}"/>
              </a:ext>
            </a:extLst>
          </p:cNvPr>
          <p:cNvSpPr txBox="1"/>
          <p:nvPr/>
        </p:nvSpPr>
        <p:spPr>
          <a:xfrm>
            <a:off x="8304889" y="1633311"/>
            <a:ext cx="24502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Centering Rings (</a:t>
            </a:r>
            <a:r>
              <a:rPr lang="en-US" sz="1400">
                <a:latin typeface="Munistic"/>
                <a:ea typeface="Calibri"/>
                <a:cs typeface="Calibri"/>
              </a:rPr>
              <a:t>x2</a:t>
            </a:r>
            <a:r>
              <a:rPr lang="en-US">
                <a:latin typeface="Munistic"/>
                <a:ea typeface="Calibri"/>
                <a:cs typeface="Calibri"/>
              </a:rPr>
              <a:t>)</a:t>
            </a:r>
            <a:endParaRPr lang="en-US"/>
          </a:p>
        </p:txBody>
      </p:sp>
      <p:pic>
        <p:nvPicPr>
          <p:cNvPr id="12" name="Picture 11" descr="A grey circular object with screws&#10;&#10;AI-generated content may be incorrect.">
            <a:extLst>
              <a:ext uri="{FF2B5EF4-FFF2-40B4-BE49-F238E27FC236}">
                <a16:creationId xmlns:a16="http://schemas.microsoft.com/office/drawing/2014/main" id="{0F0C253B-5AE7-05F6-6A97-0C9C22ECD34B}"/>
              </a:ext>
            </a:extLst>
          </p:cNvPr>
          <p:cNvPicPr>
            <a:picLocks noChangeAspect="1"/>
          </p:cNvPicPr>
          <p:nvPr/>
        </p:nvPicPr>
        <p:blipFill>
          <a:blip r:embed="rId3"/>
          <a:stretch>
            <a:fillRect/>
          </a:stretch>
        </p:blipFill>
        <p:spPr>
          <a:xfrm>
            <a:off x="1310145" y="2000538"/>
            <a:ext cx="2467763" cy="1924637"/>
          </a:xfrm>
          <a:prstGeom prst="rect">
            <a:avLst/>
          </a:prstGeom>
        </p:spPr>
      </p:pic>
      <p:pic>
        <p:nvPicPr>
          <p:cNvPr id="13" name="Picture 12">
            <a:extLst>
              <a:ext uri="{FF2B5EF4-FFF2-40B4-BE49-F238E27FC236}">
                <a16:creationId xmlns:a16="http://schemas.microsoft.com/office/drawing/2014/main" id="{813225AA-C831-564D-4B94-8BE974755CC1}"/>
              </a:ext>
            </a:extLst>
          </p:cNvPr>
          <p:cNvPicPr>
            <a:picLocks noChangeAspect="1"/>
          </p:cNvPicPr>
          <p:nvPr/>
        </p:nvPicPr>
        <p:blipFill>
          <a:blip r:embed="rId4"/>
          <a:srcRect/>
          <a:stretch/>
        </p:blipFill>
        <p:spPr>
          <a:xfrm>
            <a:off x="5091607" y="2000538"/>
            <a:ext cx="2008786" cy="1924637"/>
          </a:xfrm>
          <a:prstGeom prst="rect">
            <a:avLst/>
          </a:prstGeom>
        </p:spPr>
      </p:pic>
      <p:pic>
        <p:nvPicPr>
          <p:cNvPr id="14" name="Picture 13">
            <a:extLst>
              <a:ext uri="{FF2B5EF4-FFF2-40B4-BE49-F238E27FC236}">
                <a16:creationId xmlns:a16="http://schemas.microsoft.com/office/drawing/2014/main" id="{2A33BD10-957A-AA2E-8D3B-4F724DC1D54D}"/>
              </a:ext>
            </a:extLst>
          </p:cNvPr>
          <p:cNvPicPr>
            <a:picLocks noChangeAspect="1"/>
          </p:cNvPicPr>
          <p:nvPr/>
        </p:nvPicPr>
        <p:blipFill>
          <a:blip r:embed="rId5"/>
          <a:srcRect/>
          <a:stretch/>
        </p:blipFill>
        <p:spPr>
          <a:xfrm>
            <a:off x="8561263" y="2000537"/>
            <a:ext cx="1937553" cy="1924637"/>
          </a:xfrm>
          <a:prstGeom prst="rect">
            <a:avLst/>
          </a:prstGeom>
        </p:spPr>
      </p:pic>
      <p:sp>
        <p:nvSpPr>
          <p:cNvPr id="2" name="TextBox 1">
            <a:extLst>
              <a:ext uri="{FF2B5EF4-FFF2-40B4-BE49-F238E27FC236}">
                <a16:creationId xmlns:a16="http://schemas.microsoft.com/office/drawing/2014/main" id="{466EFDF0-C03F-677D-FDE4-09C5FE41B7E3}"/>
              </a:ext>
            </a:extLst>
          </p:cNvPr>
          <p:cNvSpPr txBox="1"/>
          <p:nvPr/>
        </p:nvSpPr>
        <p:spPr>
          <a:xfrm>
            <a:off x="1041851" y="3925174"/>
            <a:ext cx="3004349" cy="2031325"/>
          </a:xfrm>
          <a:prstGeom prst="rect">
            <a:avLst/>
          </a:prstGeom>
          <a:noFill/>
        </p:spPr>
        <p:txBody>
          <a:bodyPr wrap="none" rtlCol="0">
            <a:spAutoFit/>
          </a:bodyPr>
          <a:lstStyle/>
          <a:p>
            <a:r>
              <a:rPr lang="en-US"/>
              <a:t>Material: 		Aluminum</a:t>
            </a:r>
          </a:p>
          <a:p>
            <a:r>
              <a:rPr lang="en-US"/>
              <a:t>Length: 		3.94”</a:t>
            </a:r>
          </a:p>
          <a:p>
            <a:r>
              <a:rPr lang="en-US"/>
              <a:t>Ridge Diameter: 	5”</a:t>
            </a:r>
          </a:p>
          <a:p>
            <a:r>
              <a:rPr lang="en-US"/>
              <a:t>Outer Diameter:	4.75”</a:t>
            </a:r>
          </a:p>
          <a:p>
            <a:r>
              <a:rPr lang="en-US"/>
              <a:t>Inner Diameter: 	4.5”</a:t>
            </a:r>
          </a:p>
          <a:p>
            <a:r>
              <a:rPr lang="en-US"/>
              <a:t>Thickness: 	.125”</a:t>
            </a:r>
          </a:p>
          <a:p>
            <a:r>
              <a:rPr lang="en-US"/>
              <a:t>Weight:		.770 </a:t>
            </a:r>
            <a:r>
              <a:rPr lang="en-US" err="1"/>
              <a:t>lbs</a:t>
            </a:r>
            <a:endParaRPr lang="en-US"/>
          </a:p>
        </p:txBody>
      </p:sp>
      <p:sp>
        <p:nvSpPr>
          <p:cNvPr id="4" name="TextBox 3">
            <a:extLst>
              <a:ext uri="{FF2B5EF4-FFF2-40B4-BE49-F238E27FC236}">
                <a16:creationId xmlns:a16="http://schemas.microsoft.com/office/drawing/2014/main" id="{937FACCC-EB19-16C2-FA35-0C89BE63EFF9}"/>
              </a:ext>
            </a:extLst>
          </p:cNvPr>
          <p:cNvSpPr txBox="1"/>
          <p:nvPr/>
        </p:nvSpPr>
        <p:spPr>
          <a:xfrm>
            <a:off x="4597084" y="3925174"/>
            <a:ext cx="2997831" cy="2308324"/>
          </a:xfrm>
          <a:prstGeom prst="rect">
            <a:avLst/>
          </a:prstGeom>
          <a:noFill/>
        </p:spPr>
        <p:txBody>
          <a:bodyPr wrap="square" rtlCol="0">
            <a:spAutoFit/>
          </a:bodyPr>
          <a:lstStyle/>
          <a:p>
            <a:r>
              <a:rPr lang="en-US"/>
              <a:t>Material: 		Aluminum</a:t>
            </a:r>
          </a:p>
          <a:p>
            <a:r>
              <a:rPr lang="en-US"/>
              <a:t>Length: 		1.597”</a:t>
            </a:r>
          </a:p>
          <a:p>
            <a:r>
              <a:rPr lang="en-US"/>
              <a:t>Outer Diameter: 	4.75”</a:t>
            </a:r>
          </a:p>
          <a:p>
            <a:r>
              <a:rPr lang="en-US"/>
              <a:t>Inset Diameter: 	4.5”</a:t>
            </a:r>
          </a:p>
          <a:p>
            <a:r>
              <a:rPr lang="en-US"/>
              <a:t>Inner Diameter: 	3.75”</a:t>
            </a:r>
          </a:p>
          <a:p>
            <a:r>
              <a:rPr lang="en-US"/>
              <a:t>Hole Diameter: 	.40”</a:t>
            </a:r>
          </a:p>
          <a:p>
            <a:r>
              <a:rPr lang="en-US"/>
              <a:t>Hole Offset: 	1.00”</a:t>
            </a:r>
          </a:p>
          <a:p>
            <a:r>
              <a:rPr lang="en-US"/>
              <a:t>Weight:		1.50 </a:t>
            </a:r>
            <a:r>
              <a:rPr lang="en-US" err="1"/>
              <a:t>lbs</a:t>
            </a:r>
            <a:endParaRPr lang="en-US"/>
          </a:p>
        </p:txBody>
      </p:sp>
      <p:sp>
        <p:nvSpPr>
          <p:cNvPr id="7" name="TextBox 6">
            <a:extLst>
              <a:ext uri="{FF2B5EF4-FFF2-40B4-BE49-F238E27FC236}">
                <a16:creationId xmlns:a16="http://schemas.microsoft.com/office/drawing/2014/main" id="{ED48D42A-AA6D-22A3-B1D9-EE944D2B8BD1}"/>
              </a:ext>
            </a:extLst>
          </p:cNvPr>
          <p:cNvSpPr txBox="1"/>
          <p:nvPr/>
        </p:nvSpPr>
        <p:spPr>
          <a:xfrm>
            <a:off x="8031125" y="3925174"/>
            <a:ext cx="2997830" cy="1754326"/>
          </a:xfrm>
          <a:prstGeom prst="rect">
            <a:avLst/>
          </a:prstGeom>
          <a:noFill/>
        </p:spPr>
        <p:txBody>
          <a:bodyPr wrap="square" rtlCol="0">
            <a:spAutoFit/>
          </a:bodyPr>
          <a:lstStyle/>
          <a:p>
            <a:r>
              <a:rPr lang="en-US"/>
              <a:t>Material: 		Wood</a:t>
            </a:r>
          </a:p>
          <a:p>
            <a:r>
              <a:rPr lang="en-US"/>
              <a:t>Length: 		.25”</a:t>
            </a:r>
          </a:p>
          <a:p>
            <a:r>
              <a:rPr lang="en-US"/>
              <a:t>Outer Diameter: 	4.75”</a:t>
            </a:r>
          </a:p>
          <a:p>
            <a:r>
              <a:rPr lang="en-US"/>
              <a:t>Hole Diameter: 	2.23”</a:t>
            </a:r>
          </a:p>
          <a:p>
            <a:r>
              <a:rPr lang="en-US"/>
              <a:t>Hole Offset: 	-.625”</a:t>
            </a:r>
          </a:p>
          <a:p>
            <a:r>
              <a:rPr lang="en-US"/>
              <a:t>Weight:		.02 </a:t>
            </a:r>
            <a:r>
              <a:rPr lang="en-US" err="1"/>
              <a:t>lbs</a:t>
            </a:r>
            <a:endParaRPr lang="en-US"/>
          </a:p>
        </p:txBody>
      </p:sp>
    </p:spTree>
    <p:extLst>
      <p:ext uri="{BB962C8B-B14F-4D97-AF65-F5344CB8AC3E}">
        <p14:creationId xmlns:p14="http://schemas.microsoft.com/office/powerpoint/2010/main" val="2566703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5012F-8B76-2E10-7235-25E6BC5618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01BE53-AD31-E376-21AF-5938FC33E1A3}"/>
              </a:ext>
            </a:extLst>
          </p:cNvPr>
          <p:cNvSpPr>
            <a:spLocks noGrp="1"/>
          </p:cNvSpPr>
          <p:nvPr>
            <p:ph type="title"/>
          </p:nvPr>
        </p:nvSpPr>
        <p:spPr>
          <a:xfrm>
            <a:off x="531848" y="716984"/>
            <a:ext cx="9068101" cy="625567"/>
          </a:xfrm>
        </p:spPr>
        <p:txBody>
          <a:bodyPr/>
          <a:lstStyle/>
          <a:p>
            <a:r>
              <a:rPr lang="en-US">
                <a:latin typeface="Munistic"/>
              </a:rPr>
              <a:t>Motor-Related components</a:t>
            </a:r>
            <a:endParaRPr lang="en-US"/>
          </a:p>
        </p:txBody>
      </p:sp>
      <p:grpSp>
        <p:nvGrpSpPr>
          <p:cNvPr id="8" name="Group 7">
            <a:extLst>
              <a:ext uri="{FF2B5EF4-FFF2-40B4-BE49-F238E27FC236}">
                <a16:creationId xmlns:a16="http://schemas.microsoft.com/office/drawing/2014/main" id="{CDB48A0E-E04B-EAA8-A853-C0954429473C}"/>
              </a:ext>
            </a:extLst>
          </p:cNvPr>
          <p:cNvGrpSpPr/>
          <p:nvPr/>
        </p:nvGrpSpPr>
        <p:grpSpPr>
          <a:xfrm>
            <a:off x="1962463" y="1633312"/>
            <a:ext cx="8267075" cy="4443178"/>
            <a:chOff x="1539580" y="1633312"/>
            <a:chExt cx="8267075" cy="4443178"/>
          </a:xfrm>
        </p:grpSpPr>
        <p:sp>
          <p:nvSpPr>
            <p:cNvPr id="5" name="TextBox 4">
              <a:extLst>
                <a:ext uri="{FF2B5EF4-FFF2-40B4-BE49-F238E27FC236}">
                  <a16:creationId xmlns:a16="http://schemas.microsoft.com/office/drawing/2014/main" id="{39F68F7F-1640-8F5C-4B0F-2AD29975F0B4}"/>
                </a:ext>
              </a:extLst>
            </p:cNvPr>
            <p:cNvSpPr txBox="1"/>
            <p:nvPr/>
          </p:nvSpPr>
          <p:spPr>
            <a:xfrm>
              <a:off x="1597121" y="1633312"/>
              <a:ext cx="28993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Motor Retention Plate</a:t>
              </a:r>
            </a:p>
          </p:txBody>
        </p:sp>
        <p:sp>
          <p:nvSpPr>
            <p:cNvPr id="6" name="TextBox 5">
              <a:extLst>
                <a:ext uri="{FF2B5EF4-FFF2-40B4-BE49-F238E27FC236}">
                  <a16:creationId xmlns:a16="http://schemas.microsoft.com/office/drawing/2014/main" id="{C50E7073-84AA-EF2C-56B8-7E0A0E8A6E02}"/>
                </a:ext>
              </a:extLst>
            </p:cNvPr>
            <p:cNvSpPr txBox="1"/>
            <p:nvPr/>
          </p:nvSpPr>
          <p:spPr>
            <a:xfrm>
              <a:off x="6738075" y="1633312"/>
              <a:ext cx="19187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Munistic"/>
                  <a:ea typeface="Calibri"/>
                  <a:cs typeface="Calibri"/>
                </a:rPr>
                <a:t>Motor Tube</a:t>
              </a:r>
              <a:endParaRPr lang="en-US"/>
            </a:p>
          </p:txBody>
        </p:sp>
        <p:pic>
          <p:nvPicPr>
            <p:cNvPr id="7" name="Picture 6">
              <a:extLst>
                <a:ext uri="{FF2B5EF4-FFF2-40B4-BE49-F238E27FC236}">
                  <a16:creationId xmlns:a16="http://schemas.microsoft.com/office/drawing/2014/main" id="{DC2B3F72-7F8E-4675-9302-E10970D53944}"/>
                </a:ext>
              </a:extLst>
            </p:cNvPr>
            <p:cNvPicPr>
              <a:picLocks noChangeAspect="1"/>
            </p:cNvPicPr>
            <p:nvPr/>
          </p:nvPicPr>
          <p:blipFill>
            <a:blip r:embed="rId3"/>
            <a:srcRect t="6000" r="179" b="3600"/>
            <a:stretch/>
          </p:blipFill>
          <p:spPr>
            <a:xfrm>
              <a:off x="5584413" y="2411298"/>
              <a:ext cx="4222242" cy="1722587"/>
            </a:xfrm>
            <a:prstGeom prst="rect">
              <a:avLst/>
            </a:prstGeom>
          </p:spPr>
        </p:pic>
        <p:pic>
          <p:nvPicPr>
            <p:cNvPr id="9" name="Picture 8" descr="A grey object with a hole in the middle&#10;&#10;AI-generated content may be incorrect.">
              <a:extLst>
                <a:ext uri="{FF2B5EF4-FFF2-40B4-BE49-F238E27FC236}">
                  <a16:creationId xmlns:a16="http://schemas.microsoft.com/office/drawing/2014/main" id="{253508B5-C105-72F6-612B-6A05160F1426}"/>
                </a:ext>
              </a:extLst>
            </p:cNvPr>
            <p:cNvPicPr>
              <a:picLocks noChangeAspect="1"/>
            </p:cNvPicPr>
            <p:nvPr/>
          </p:nvPicPr>
          <p:blipFill>
            <a:blip r:embed="rId4"/>
            <a:stretch>
              <a:fillRect/>
            </a:stretch>
          </p:blipFill>
          <p:spPr>
            <a:xfrm>
              <a:off x="1932728" y="2223540"/>
              <a:ext cx="2218054" cy="2098624"/>
            </a:xfrm>
            <a:prstGeom prst="rect">
              <a:avLst/>
            </a:prstGeom>
          </p:spPr>
        </p:pic>
        <p:sp>
          <p:nvSpPr>
            <p:cNvPr id="2" name="TextBox 1">
              <a:extLst>
                <a:ext uri="{FF2B5EF4-FFF2-40B4-BE49-F238E27FC236}">
                  <a16:creationId xmlns:a16="http://schemas.microsoft.com/office/drawing/2014/main" id="{F35C877F-F216-19E5-9F59-91DE8B4587AE}"/>
                </a:ext>
              </a:extLst>
            </p:cNvPr>
            <p:cNvSpPr txBox="1"/>
            <p:nvPr/>
          </p:nvSpPr>
          <p:spPr>
            <a:xfrm>
              <a:off x="1539580" y="4322164"/>
              <a:ext cx="3004349" cy="1754326"/>
            </a:xfrm>
            <a:prstGeom prst="rect">
              <a:avLst/>
            </a:prstGeom>
            <a:noFill/>
          </p:spPr>
          <p:txBody>
            <a:bodyPr wrap="none" rtlCol="0">
              <a:spAutoFit/>
            </a:bodyPr>
            <a:lstStyle/>
            <a:p>
              <a:r>
                <a:rPr lang="en-US"/>
                <a:t>Material: 		Aluminum</a:t>
              </a:r>
            </a:p>
            <a:p>
              <a:r>
                <a:rPr lang="en-US"/>
                <a:t>Length: 		.45”</a:t>
              </a:r>
            </a:p>
            <a:p>
              <a:r>
                <a:rPr lang="en-US"/>
                <a:t>Outer Diameter:	4.75”</a:t>
              </a:r>
            </a:p>
            <a:p>
              <a:r>
                <a:rPr lang="en-US"/>
                <a:t>Hole Diameter: 	2.23”</a:t>
              </a:r>
            </a:p>
            <a:p>
              <a:r>
                <a:rPr lang="en-US"/>
                <a:t>Hole Offset: 	-.625”</a:t>
              </a:r>
              <a:br>
                <a:rPr lang="en-US"/>
              </a:br>
              <a:r>
                <a:rPr lang="en-US"/>
                <a:t>Weight:		.51 </a:t>
              </a:r>
              <a:r>
                <a:rPr lang="en-US" err="1"/>
                <a:t>lbs</a:t>
              </a:r>
              <a:endParaRPr lang="en-US"/>
            </a:p>
          </p:txBody>
        </p:sp>
        <p:sp>
          <p:nvSpPr>
            <p:cNvPr id="4" name="TextBox 3">
              <a:extLst>
                <a:ext uri="{FF2B5EF4-FFF2-40B4-BE49-F238E27FC236}">
                  <a16:creationId xmlns:a16="http://schemas.microsoft.com/office/drawing/2014/main" id="{86C3C0F8-E8C1-12A2-FA97-4EE3FC31C4A5}"/>
                </a:ext>
              </a:extLst>
            </p:cNvPr>
            <p:cNvSpPr txBox="1"/>
            <p:nvPr/>
          </p:nvSpPr>
          <p:spPr>
            <a:xfrm>
              <a:off x="6193359" y="4322164"/>
              <a:ext cx="2770310" cy="1754326"/>
            </a:xfrm>
            <a:prstGeom prst="rect">
              <a:avLst/>
            </a:prstGeom>
            <a:noFill/>
          </p:spPr>
          <p:txBody>
            <a:bodyPr wrap="none" rtlCol="0">
              <a:spAutoFit/>
            </a:bodyPr>
            <a:lstStyle/>
            <a:p>
              <a:r>
                <a:rPr lang="en-US"/>
                <a:t>Material: 		TBD</a:t>
              </a:r>
            </a:p>
            <a:p>
              <a:r>
                <a:rPr lang="en-US"/>
                <a:t>Length: 		16.142”</a:t>
              </a:r>
            </a:p>
            <a:p>
              <a:r>
                <a:rPr lang="en-US"/>
                <a:t>Outer Diameter:	2.23”</a:t>
              </a:r>
            </a:p>
            <a:p>
              <a:r>
                <a:rPr lang="en-US"/>
                <a:t>Inner Diameter: 	2.126”</a:t>
              </a:r>
            </a:p>
            <a:p>
              <a:r>
                <a:rPr lang="en-US"/>
                <a:t>Thickness: 	0.052”</a:t>
              </a:r>
            </a:p>
            <a:p>
              <a:r>
                <a:rPr lang="en-US"/>
                <a:t>Weight:		.56 </a:t>
              </a:r>
              <a:r>
                <a:rPr lang="en-US" err="1"/>
                <a:t>lbs</a:t>
              </a:r>
              <a:endParaRPr lang="en-US"/>
            </a:p>
          </p:txBody>
        </p:sp>
      </p:grpSp>
    </p:spTree>
    <p:extLst>
      <p:ext uri="{BB962C8B-B14F-4D97-AF65-F5344CB8AC3E}">
        <p14:creationId xmlns:p14="http://schemas.microsoft.com/office/powerpoint/2010/main" val="599854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876152-2970-81EB-CF07-79E359DC26B1}"/>
              </a:ext>
            </a:extLst>
          </p:cNvPr>
          <p:cNvSpPr>
            <a:spLocks noGrp="1"/>
          </p:cNvSpPr>
          <p:nvPr>
            <p:ph type="title"/>
          </p:nvPr>
        </p:nvSpPr>
        <p:spPr/>
        <p:txBody>
          <a:bodyPr/>
          <a:lstStyle/>
          <a:p>
            <a:r>
              <a:rPr lang="en-US"/>
              <a:t>Motor</a:t>
            </a:r>
          </a:p>
        </p:txBody>
      </p:sp>
      <p:sp>
        <p:nvSpPr>
          <p:cNvPr id="5" name="TextBox 4">
            <a:extLst>
              <a:ext uri="{FF2B5EF4-FFF2-40B4-BE49-F238E27FC236}">
                <a16:creationId xmlns:a16="http://schemas.microsoft.com/office/drawing/2014/main" id="{099DF0FD-A1E0-8641-385C-1C6C802C857D}"/>
              </a:ext>
            </a:extLst>
          </p:cNvPr>
          <p:cNvSpPr txBox="1"/>
          <p:nvPr/>
        </p:nvSpPr>
        <p:spPr>
          <a:xfrm>
            <a:off x="531848" y="1584199"/>
            <a:ext cx="10485402" cy="4247317"/>
          </a:xfrm>
          <a:prstGeom prst="rect">
            <a:avLst/>
          </a:prstGeom>
          <a:noFill/>
        </p:spPr>
        <p:txBody>
          <a:bodyPr wrap="square" rtlCol="0">
            <a:spAutoFit/>
          </a:bodyPr>
          <a:lstStyle/>
          <a:p>
            <a:r>
              <a:rPr lang="en-US"/>
              <a:t>Aerotech K695 Motor (Model 81445)</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Diameter: 		2.126”</a:t>
            </a:r>
          </a:p>
          <a:p>
            <a:pPr marL="285750" indent="-285750">
              <a:buFont typeface="Arial" panose="020B0604020202020204" pitchFamily="34" charset="0"/>
              <a:buChar char="•"/>
            </a:pPr>
            <a:r>
              <a:rPr lang="en-US"/>
              <a:t>Length: 		16.142”</a:t>
            </a:r>
          </a:p>
          <a:p>
            <a:pPr marL="285750" indent="-285750">
              <a:buFont typeface="Arial" panose="020B0604020202020204" pitchFamily="34" charset="0"/>
              <a:buChar char="•"/>
            </a:pPr>
            <a:r>
              <a:rPr lang="en-US"/>
              <a:t>Total Weight:		3.278 </a:t>
            </a:r>
            <a:r>
              <a:rPr lang="en-US" err="1"/>
              <a:t>lbs</a:t>
            </a:r>
            <a:endParaRPr lang="en-US"/>
          </a:p>
          <a:p>
            <a:pPr marL="285750" indent="-285750">
              <a:buFont typeface="Arial" panose="020B0604020202020204" pitchFamily="34" charset="0"/>
              <a:buChar char="•"/>
            </a:pPr>
            <a:r>
              <a:rPr lang="en-US"/>
              <a:t>Propellant Weight:	1.991 </a:t>
            </a:r>
            <a:r>
              <a:rPr lang="en-US" err="1"/>
              <a:t>lbs</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Average Thrust:		695 N</a:t>
            </a:r>
          </a:p>
          <a:p>
            <a:pPr marL="285750" indent="-285750">
              <a:buFont typeface="Arial" panose="020B0604020202020204" pitchFamily="34" charset="0"/>
              <a:buChar char="•"/>
            </a:pPr>
            <a:r>
              <a:rPr lang="en-US"/>
              <a:t>Initial Thrust:		759.7 N</a:t>
            </a:r>
          </a:p>
          <a:p>
            <a:pPr marL="285750" indent="-285750">
              <a:buFont typeface="Arial" panose="020B0604020202020204" pitchFamily="34" charset="0"/>
              <a:buChar char="•"/>
            </a:pPr>
            <a:r>
              <a:rPr lang="en-US"/>
              <a:t>Total Impulse:		1514 Ns</a:t>
            </a:r>
          </a:p>
          <a:p>
            <a:pPr marL="285750" indent="-285750">
              <a:buFont typeface="Arial" panose="020B0604020202020204" pitchFamily="34" charset="0"/>
              <a:buChar char="•"/>
            </a:pPr>
            <a:r>
              <a:rPr lang="en-US"/>
              <a:t>Burn Time:		2.2 s</a:t>
            </a:r>
          </a:p>
          <a:p>
            <a:pPr marL="285750" indent="-285750">
              <a:buFont typeface="Arial" panose="020B0604020202020204" pitchFamily="34" charset="0"/>
              <a:buChar char="•"/>
            </a:pPr>
            <a:r>
              <a:rPr lang="en-US"/>
              <a:t>Delay:			14 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Chosen for relatively consistent thrust curve, reducing maximum acceleration and impulse on the wings</a:t>
            </a:r>
          </a:p>
          <a:p>
            <a:pPr marL="285750" indent="-285750">
              <a:buFont typeface="Arial" panose="020B0604020202020204" pitchFamily="34" charset="0"/>
              <a:buChar char="•"/>
            </a:pPr>
            <a:r>
              <a:rPr lang="en-US"/>
              <a:t>Aerotech K695 allows us to reach our target apogee and is available for purchase</a:t>
            </a:r>
          </a:p>
        </p:txBody>
      </p:sp>
      <p:pic>
        <p:nvPicPr>
          <p:cNvPr id="7" name="Picture 6">
            <a:extLst>
              <a:ext uri="{FF2B5EF4-FFF2-40B4-BE49-F238E27FC236}">
                <a16:creationId xmlns:a16="http://schemas.microsoft.com/office/drawing/2014/main" id="{C72659B9-E47A-1E17-F3A4-D280F3CADE78}"/>
              </a:ext>
            </a:extLst>
          </p:cNvPr>
          <p:cNvPicPr>
            <a:picLocks noChangeAspect="1"/>
          </p:cNvPicPr>
          <p:nvPr/>
        </p:nvPicPr>
        <p:blipFill>
          <a:blip r:embed="rId3"/>
          <a:stretch>
            <a:fillRect/>
          </a:stretch>
        </p:blipFill>
        <p:spPr>
          <a:xfrm>
            <a:off x="5774549" y="1901525"/>
            <a:ext cx="5399524" cy="3184651"/>
          </a:xfrm>
          <a:prstGeom prst="rect">
            <a:avLst/>
          </a:prstGeom>
        </p:spPr>
      </p:pic>
      <p:sp>
        <p:nvSpPr>
          <p:cNvPr id="8" name="Rectangle 7">
            <a:extLst>
              <a:ext uri="{FF2B5EF4-FFF2-40B4-BE49-F238E27FC236}">
                <a16:creationId xmlns:a16="http://schemas.microsoft.com/office/drawing/2014/main" id="{19A6E86A-DB61-9106-4C2F-CCAC1BAD1ACD}"/>
              </a:ext>
            </a:extLst>
          </p:cNvPr>
          <p:cNvSpPr/>
          <p:nvPr/>
        </p:nvSpPr>
        <p:spPr>
          <a:xfrm>
            <a:off x="11017250" y="5207000"/>
            <a:ext cx="603250" cy="165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645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5B646-3F41-DCC8-B3CF-4937D899A7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64C460-1422-D47B-7DE6-9B24C0D600E1}"/>
              </a:ext>
            </a:extLst>
          </p:cNvPr>
          <p:cNvSpPr>
            <a:spLocks noGrp="1"/>
          </p:cNvSpPr>
          <p:nvPr>
            <p:ph type="title"/>
          </p:nvPr>
        </p:nvSpPr>
        <p:spPr>
          <a:xfrm>
            <a:off x="531849" y="716984"/>
            <a:ext cx="4268752" cy="625567"/>
          </a:xfrm>
        </p:spPr>
        <p:txBody>
          <a:bodyPr/>
          <a:lstStyle/>
          <a:p>
            <a:r>
              <a:rPr lang="en-US">
                <a:latin typeface="Munistic"/>
              </a:rPr>
              <a:t>Nose cone</a:t>
            </a:r>
            <a:endParaRPr lang="en-US"/>
          </a:p>
        </p:txBody>
      </p:sp>
      <p:sp>
        <p:nvSpPr>
          <p:cNvPr id="2" name="TextBox 1">
            <a:extLst>
              <a:ext uri="{FF2B5EF4-FFF2-40B4-BE49-F238E27FC236}">
                <a16:creationId xmlns:a16="http://schemas.microsoft.com/office/drawing/2014/main" id="{AB39095D-E45D-B70B-7078-FB6CE7B91FC4}"/>
              </a:ext>
            </a:extLst>
          </p:cNvPr>
          <p:cNvSpPr txBox="1"/>
          <p:nvPr/>
        </p:nvSpPr>
        <p:spPr>
          <a:xfrm>
            <a:off x="8322532" y="4275781"/>
            <a:ext cx="3239990" cy="1477328"/>
          </a:xfrm>
          <a:prstGeom prst="rect">
            <a:avLst/>
          </a:prstGeom>
          <a:noFill/>
        </p:spPr>
        <p:txBody>
          <a:bodyPr wrap="none" rtlCol="0">
            <a:spAutoFit/>
          </a:bodyPr>
          <a:lstStyle/>
          <a:p>
            <a:r>
              <a:rPr lang="en-US"/>
              <a:t>Material: 		Carbon Fiber</a:t>
            </a:r>
          </a:p>
          <a:p>
            <a:r>
              <a:rPr lang="en-US"/>
              <a:t>Length: 		8”</a:t>
            </a:r>
          </a:p>
          <a:p>
            <a:r>
              <a:rPr lang="en-US"/>
              <a:t>Outer Diameter:	5”</a:t>
            </a:r>
          </a:p>
          <a:p>
            <a:r>
              <a:rPr lang="en-US"/>
              <a:t>Inner Diameter: 	4.75”</a:t>
            </a:r>
            <a:br>
              <a:rPr lang="en-US"/>
            </a:br>
            <a:r>
              <a:rPr lang="en-US"/>
              <a:t>Weight:		0.926 </a:t>
            </a:r>
            <a:r>
              <a:rPr lang="en-US" err="1"/>
              <a:t>lbs</a:t>
            </a:r>
            <a:endParaRPr lang="en-US"/>
          </a:p>
        </p:txBody>
      </p:sp>
      <p:pic>
        <p:nvPicPr>
          <p:cNvPr id="11" name="Picture 10">
            <a:extLst>
              <a:ext uri="{FF2B5EF4-FFF2-40B4-BE49-F238E27FC236}">
                <a16:creationId xmlns:a16="http://schemas.microsoft.com/office/drawing/2014/main" id="{859BE6F2-FEB4-0E4C-66EC-D26589D13098}"/>
              </a:ext>
            </a:extLst>
          </p:cNvPr>
          <p:cNvPicPr>
            <a:picLocks noChangeAspect="1"/>
          </p:cNvPicPr>
          <p:nvPr/>
        </p:nvPicPr>
        <p:blipFill>
          <a:blip r:embed="rId3"/>
          <a:stretch>
            <a:fillRect/>
          </a:stretch>
        </p:blipFill>
        <p:spPr>
          <a:xfrm>
            <a:off x="8340426" y="1675388"/>
            <a:ext cx="3085541" cy="2600393"/>
          </a:xfrm>
          <a:prstGeom prst="rect">
            <a:avLst/>
          </a:prstGeom>
        </p:spPr>
      </p:pic>
      <p:pic>
        <p:nvPicPr>
          <p:cNvPr id="18" name="Picture 17">
            <a:extLst>
              <a:ext uri="{FF2B5EF4-FFF2-40B4-BE49-F238E27FC236}">
                <a16:creationId xmlns:a16="http://schemas.microsoft.com/office/drawing/2014/main" id="{BE17DAF2-08E5-ECED-B0AC-4CDA3D561323}"/>
              </a:ext>
            </a:extLst>
          </p:cNvPr>
          <p:cNvPicPr>
            <a:picLocks noChangeAspect="1"/>
          </p:cNvPicPr>
          <p:nvPr/>
        </p:nvPicPr>
        <p:blipFill>
          <a:blip r:embed="rId4"/>
          <a:stretch>
            <a:fillRect/>
          </a:stretch>
        </p:blipFill>
        <p:spPr>
          <a:xfrm>
            <a:off x="1328054" y="3808458"/>
            <a:ext cx="5564661" cy="2272923"/>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0FD1B94-81FA-FBD2-5E25-87D3329FA73B}"/>
                  </a:ext>
                </a:extLst>
              </p:cNvPr>
              <p:cNvSpPr txBox="1"/>
              <p:nvPr/>
            </p:nvSpPr>
            <p:spPr>
              <a:xfrm>
                <a:off x="533300" y="1469625"/>
                <a:ext cx="7693054" cy="2599879"/>
              </a:xfrm>
              <a:prstGeom prst="rect">
                <a:avLst/>
              </a:prstGeom>
              <a:noFill/>
              <a:ln>
                <a:noFill/>
              </a:ln>
            </p:spPr>
            <p:txBody>
              <a:bodyPr wrap="square" rtlCol="0">
                <a:spAutoFit/>
              </a:bodyPr>
              <a:lstStyle/>
              <a:p>
                <a:pPr marL="285750" indent="-285750">
                  <a:lnSpc>
                    <a:spcPct val="150000"/>
                  </a:lnSpc>
                  <a:buFont typeface="Arial" panose="020B0604020202020204" pitchFamily="34" charset="0"/>
                  <a:buChar char="•"/>
                </a:pPr>
                <a:r>
                  <a:rPr lang="en-US"/>
                  <a:t>Based on elliptical formula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𝑅</m:t>
                    </m:r>
                    <m:rad>
                      <m:radPr>
                        <m:degHide m:val="on"/>
                        <m:ctrlPr>
                          <a:rPr lang="en-US" b="0" i="1" smtClean="0">
                            <a:latin typeface="Cambria Math" panose="02040503050406030204" pitchFamily="18" charset="0"/>
                          </a:rPr>
                        </m:ctrlPr>
                      </m:radPr>
                      <m:deg/>
                      <m:e>
                        <m:r>
                          <a:rPr lang="en-US" i="1">
                            <a:latin typeface="Cambria Math" panose="02040503050406030204" pitchFamily="18" charset="0"/>
                          </a:rPr>
                          <m:t>1−</m:t>
                        </m:r>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num>
                              <m:den>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e>
                        </m:d>
                      </m:e>
                    </m:rad>
                  </m:oMath>
                </a14:m>
                <a:r>
                  <a:rPr lang="en-US"/>
                  <a:t>, which is optimal for subsonic speeds and provides ample room for the integration of a camera system</a:t>
                </a:r>
              </a:p>
              <a:p>
                <a:pPr marL="285750" indent="-285750">
                  <a:lnSpc>
                    <a:spcPct val="150000"/>
                  </a:lnSpc>
                  <a:buFont typeface="Arial" panose="020B0604020202020204" pitchFamily="34" charset="0"/>
                  <a:buChar char="•"/>
                </a:pPr>
                <a:r>
                  <a:rPr lang="en-US"/>
                  <a:t>Water payload will be placed in nose cone, released after apogee</a:t>
                </a:r>
              </a:p>
              <a:p>
                <a:pPr marL="285750" indent="-285750">
                  <a:buFont typeface="Arial" panose="020B0604020202020204" pitchFamily="34" charset="0"/>
                  <a:buChar char="•"/>
                </a:pPr>
                <a:r>
                  <a:rPr lang="en-US"/>
                  <a:t>Weight calculation shown below (SolidWorks weight from Mass Properties was inaccurate)</a:t>
                </a:r>
              </a:p>
              <a:p>
                <a:pPr marL="285750" indent="-285750">
                  <a:buFont typeface="Arial" panose="020B0604020202020204" pitchFamily="34" charset="0"/>
                  <a:buChar char="•"/>
                </a:pPr>
                <a:endParaRPr lang="en-US"/>
              </a:p>
            </p:txBody>
          </p:sp>
        </mc:Choice>
        <mc:Fallback>
          <p:sp>
            <p:nvSpPr>
              <p:cNvPr id="4" name="TextBox 3">
                <a:extLst>
                  <a:ext uri="{FF2B5EF4-FFF2-40B4-BE49-F238E27FC236}">
                    <a16:creationId xmlns:a16="http://schemas.microsoft.com/office/drawing/2014/main" id="{D0FD1B94-81FA-FBD2-5E25-87D3329FA73B}"/>
                  </a:ext>
                </a:extLst>
              </p:cNvPr>
              <p:cNvSpPr txBox="1">
                <a:spLocks noRot="1" noChangeAspect="1" noMove="1" noResize="1" noEditPoints="1" noAdjustHandles="1" noChangeArrowheads="1" noChangeShapeType="1" noTextEdit="1"/>
              </p:cNvSpPr>
              <p:nvPr/>
            </p:nvSpPr>
            <p:spPr>
              <a:xfrm>
                <a:off x="533300" y="1469625"/>
                <a:ext cx="7693054" cy="2599879"/>
              </a:xfrm>
              <a:prstGeom prst="rect">
                <a:avLst/>
              </a:prstGeom>
              <a:blipFill>
                <a:blip r:embed="rId5"/>
                <a:stretch>
                  <a:fillRect l="-47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03766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E38308-154C-5537-ACFD-8FE9ED5E10B0}"/>
              </a:ext>
            </a:extLst>
          </p:cNvPr>
          <p:cNvSpPr>
            <a:spLocks noGrp="1"/>
          </p:cNvSpPr>
          <p:nvPr>
            <p:ph type="title"/>
          </p:nvPr>
        </p:nvSpPr>
        <p:spPr/>
        <p:txBody>
          <a:bodyPr/>
          <a:lstStyle/>
          <a:p>
            <a:r>
              <a:rPr lang="en-US">
                <a:latin typeface="Munistic"/>
              </a:rPr>
              <a:t>Wings (delta)</a:t>
            </a:r>
            <a:endParaRPr lang="en-US"/>
          </a:p>
        </p:txBody>
      </p:sp>
      <p:sp>
        <p:nvSpPr>
          <p:cNvPr id="9" name="TextBox 8">
            <a:extLst>
              <a:ext uri="{FF2B5EF4-FFF2-40B4-BE49-F238E27FC236}">
                <a16:creationId xmlns:a16="http://schemas.microsoft.com/office/drawing/2014/main" id="{5E348FC1-28B0-DF84-76FD-A912801DE455}"/>
              </a:ext>
            </a:extLst>
          </p:cNvPr>
          <p:cNvSpPr txBox="1"/>
          <p:nvPr/>
        </p:nvSpPr>
        <p:spPr>
          <a:xfrm>
            <a:off x="531848" y="1761294"/>
            <a:ext cx="6949049" cy="4204356"/>
          </a:xfrm>
          <a:prstGeom prst="rect">
            <a:avLst/>
          </a:prstGeom>
          <a:noFill/>
        </p:spPr>
        <p:txBody>
          <a:bodyPr wrap="square" lIns="91440" tIns="45720" rIns="91440" bIns="45720" rtlCol="0" anchor="t">
            <a:spAutoFit/>
          </a:bodyPr>
          <a:lstStyle/>
          <a:p>
            <a:pPr>
              <a:lnSpc>
                <a:spcPct val="150000"/>
              </a:lnSpc>
            </a:pPr>
            <a:r>
              <a:rPr lang="en-US"/>
              <a:t>NACA 0006 Airfoil- Chosen for its low thickness to minimize drag</a:t>
            </a:r>
          </a:p>
          <a:p>
            <a:pPr marL="285750" indent="-285750">
              <a:lnSpc>
                <a:spcPct val="150000"/>
              </a:lnSpc>
              <a:buFont typeface="Arial" panose="020B0604020202020204" pitchFamily="34" charset="0"/>
              <a:buChar char="•"/>
            </a:pPr>
            <a:r>
              <a:rPr lang="en-US"/>
              <a:t>Material: TBD</a:t>
            </a:r>
            <a:endParaRPr lang="en-US">
              <a:ea typeface="Calibri"/>
              <a:cs typeface="Calibri"/>
            </a:endParaRPr>
          </a:p>
          <a:p>
            <a:pPr marL="285750" indent="-285750">
              <a:lnSpc>
                <a:spcPct val="150000"/>
              </a:lnSpc>
              <a:buFont typeface="Arial" panose="020B0604020202020204" pitchFamily="34" charset="0"/>
              <a:buChar char="•"/>
            </a:pPr>
            <a:r>
              <a:rPr lang="en-US"/>
              <a:t>Root Chord ~1.96 ft*</a:t>
            </a:r>
            <a:endParaRPr lang="en-US">
              <a:ea typeface="Calibri"/>
              <a:cs typeface="Calibri"/>
            </a:endParaRPr>
          </a:p>
          <a:p>
            <a:pPr marL="285750" indent="-285750">
              <a:lnSpc>
                <a:spcPct val="150000"/>
              </a:lnSpc>
              <a:buFont typeface="Arial" panose="020B0604020202020204" pitchFamily="34" charset="0"/>
              <a:buChar char="•"/>
            </a:pPr>
            <a:r>
              <a:rPr lang="en-US"/>
              <a:t>Tip Chord: TBD</a:t>
            </a:r>
            <a:endParaRPr lang="en-US">
              <a:ea typeface="Calibri"/>
              <a:cs typeface="Calibri"/>
            </a:endParaRPr>
          </a:p>
          <a:p>
            <a:pPr marL="285750" indent="-285750">
              <a:lnSpc>
                <a:spcPct val="150000"/>
              </a:lnSpc>
              <a:buFont typeface="Arial" panose="020B0604020202020204" pitchFamily="34" charset="0"/>
              <a:buChar char="•"/>
            </a:pPr>
            <a:r>
              <a:rPr lang="en-US"/>
              <a:t>Wing Area ~9.127 ft^2</a:t>
            </a:r>
            <a:endParaRPr lang="en-US" baseline="30000">
              <a:ea typeface="Calibri"/>
              <a:cs typeface="Calibri"/>
            </a:endParaRPr>
          </a:p>
          <a:p>
            <a:pPr marL="285750" indent="-285750">
              <a:lnSpc>
                <a:spcPct val="150000"/>
              </a:lnSpc>
              <a:buFont typeface="Arial" panose="020B0604020202020204" pitchFamily="34" charset="0"/>
              <a:buChar char="•"/>
            </a:pPr>
            <a:r>
              <a:rPr lang="en-US">
                <a:ea typeface="Calibri"/>
                <a:cs typeface="Calibri"/>
              </a:rPr>
              <a:t>Wing Aspect: 1.19</a:t>
            </a:r>
          </a:p>
          <a:p>
            <a:pPr marL="285750" indent="-285750">
              <a:lnSpc>
                <a:spcPct val="150000"/>
              </a:lnSpc>
              <a:buFont typeface="Arial" panose="020B0604020202020204" pitchFamily="34" charset="0"/>
              <a:buChar char="•"/>
            </a:pPr>
            <a:r>
              <a:rPr lang="en-US">
                <a:ea typeface="Calibri"/>
                <a:cs typeface="Calibri"/>
              </a:rPr>
              <a:t>Wing Loading: 1.46 lb^2/ft^2</a:t>
            </a:r>
          </a:p>
          <a:p>
            <a:pPr marL="285750" indent="-285750">
              <a:lnSpc>
                <a:spcPct val="150000"/>
              </a:lnSpc>
              <a:buFont typeface="Arial" panose="020B0604020202020204" pitchFamily="34" charset="0"/>
              <a:buChar char="•"/>
            </a:pPr>
            <a:r>
              <a:rPr lang="en-US">
                <a:ea typeface="Calibri"/>
                <a:cs typeface="Calibri"/>
              </a:rPr>
              <a:t>Base of wing ~ 2.33*</a:t>
            </a:r>
          </a:p>
          <a:p>
            <a:pPr marL="285750" indent="-285750">
              <a:lnSpc>
                <a:spcPct val="150000"/>
              </a:lnSpc>
              <a:buFont typeface="Arial" panose="020B0604020202020204" pitchFamily="34" charset="0"/>
              <a:buChar char="•"/>
            </a:pPr>
            <a:endParaRPr lang="en-US">
              <a:ea typeface="Calibri"/>
              <a:cs typeface="Calibri"/>
            </a:endParaRPr>
          </a:p>
          <a:p>
            <a:pPr>
              <a:lnSpc>
                <a:spcPct val="150000"/>
              </a:lnSpc>
            </a:pPr>
            <a:r>
              <a:rPr lang="en-US">
                <a:ea typeface="Calibri"/>
                <a:cs typeface="Calibri"/>
              </a:rPr>
              <a:t>*Subject to change/Have already changed</a:t>
            </a:r>
          </a:p>
        </p:txBody>
      </p:sp>
      <p:pic>
        <p:nvPicPr>
          <p:cNvPr id="2" name="Picture 1" descr="A computer screen shot of a triangle&#10;&#10;AI-generated content may be incorrect.">
            <a:extLst>
              <a:ext uri="{FF2B5EF4-FFF2-40B4-BE49-F238E27FC236}">
                <a16:creationId xmlns:a16="http://schemas.microsoft.com/office/drawing/2014/main" id="{178EEB66-B519-B2EC-EEF8-ACCFA15865A0}"/>
              </a:ext>
            </a:extLst>
          </p:cNvPr>
          <p:cNvPicPr>
            <a:picLocks noChangeAspect="1"/>
          </p:cNvPicPr>
          <p:nvPr/>
        </p:nvPicPr>
        <p:blipFill>
          <a:blip r:embed="rId3"/>
          <a:srcRect l="25980" t="23195" r="13235" b="17952"/>
          <a:stretch/>
        </p:blipFill>
        <p:spPr>
          <a:xfrm>
            <a:off x="7479059" y="1343681"/>
            <a:ext cx="3705424" cy="2319120"/>
          </a:xfrm>
          <a:prstGeom prst="rect">
            <a:avLst/>
          </a:prstGeom>
        </p:spPr>
      </p:pic>
      <p:pic>
        <p:nvPicPr>
          <p:cNvPr id="5" name="Picture 4" descr="A computer screen shot of a website&#10;&#10;AI-generated content may be incorrect.">
            <a:extLst>
              <a:ext uri="{FF2B5EF4-FFF2-40B4-BE49-F238E27FC236}">
                <a16:creationId xmlns:a16="http://schemas.microsoft.com/office/drawing/2014/main" id="{4D5613F1-EFC2-2D03-82EA-E256953FBA14}"/>
              </a:ext>
            </a:extLst>
          </p:cNvPr>
          <p:cNvPicPr>
            <a:picLocks noChangeAspect="1"/>
          </p:cNvPicPr>
          <p:nvPr/>
        </p:nvPicPr>
        <p:blipFill>
          <a:blip r:embed="rId4"/>
          <a:srcRect l="31378" t="40918" r="22042" b="49785"/>
          <a:stretch/>
        </p:blipFill>
        <p:spPr>
          <a:xfrm>
            <a:off x="4357844" y="4245265"/>
            <a:ext cx="7158610" cy="927914"/>
          </a:xfrm>
          <a:prstGeom prst="rect">
            <a:avLst/>
          </a:prstGeom>
        </p:spPr>
      </p:pic>
      <p:sp>
        <p:nvSpPr>
          <p:cNvPr id="4" name="TextBox 3">
            <a:extLst>
              <a:ext uri="{FF2B5EF4-FFF2-40B4-BE49-F238E27FC236}">
                <a16:creationId xmlns:a16="http://schemas.microsoft.com/office/drawing/2014/main" id="{EB2A16EE-753D-6160-BC67-5FE041A20B5F}"/>
              </a:ext>
            </a:extLst>
          </p:cNvPr>
          <p:cNvSpPr txBox="1"/>
          <p:nvPr/>
        </p:nvSpPr>
        <p:spPr>
          <a:xfrm>
            <a:off x="9245128" y="3667685"/>
            <a:ext cx="1938803"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ea typeface="Calibri"/>
                <a:cs typeface="Calibri"/>
              </a:rPr>
              <a:t>*Not made to dimensions on the left</a:t>
            </a:r>
          </a:p>
        </p:txBody>
      </p:sp>
    </p:spTree>
    <p:extLst>
      <p:ext uri="{BB962C8B-B14F-4D97-AF65-F5344CB8AC3E}">
        <p14:creationId xmlns:p14="http://schemas.microsoft.com/office/powerpoint/2010/main" val="404165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5979-01A4-6AC8-5EC5-54183B624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86F5D2-FEF6-4F31-9028-7113E9F8E9D7}"/>
              </a:ext>
            </a:extLst>
          </p:cNvPr>
          <p:cNvSpPr>
            <a:spLocks noGrp="1"/>
          </p:cNvSpPr>
          <p:nvPr>
            <p:ph type="title"/>
          </p:nvPr>
        </p:nvSpPr>
        <p:spPr/>
        <p:txBody>
          <a:bodyPr/>
          <a:lstStyle/>
          <a:p>
            <a:r>
              <a:rPr lang="en-US">
                <a:latin typeface="Munistic"/>
              </a:rPr>
              <a:t>Wings (canards)</a:t>
            </a:r>
            <a:endParaRPr lang="en-US"/>
          </a:p>
        </p:txBody>
      </p:sp>
      <p:sp>
        <p:nvSpPr>
          <p:cNvPr id="9" name="TextBox 8">
            <a:extLst>
              <a:ext uri="{FF2B5EF4-FFF2-40B4-BE49-F238E27FC236}">
                <a16:creationId xmlns:a16="http://schemas.microsoft.com/office/drawing/2014/main" id="{58950C55-5E05-7D69-3833-A8E23738B6B5}"/>
              </a:ext>
            </a:extLst>
          </p:cNvPr>
          <p:cNvSpPr txBox="1"/>
          <p:nvPr/>
        </p:nvSpPr>
        <p:spPr>
          <a:xfrm>
            <a:off x="531848" y="1761294"/>
            <a:ext cx="6949049" cy="4204356"/>
          </a:xfrm>
          <a:prstGeom prst="rect">
            <a:avLst/>
          </a:prstGeom>
          <a:noFill/>
        </p:spPr>
        <p:txBody>
          <a:bodyPr wrap="square" lIns="91440" tIns="45720" rIns="91440" bIns="45720" rtlCol="0" anchor="t">
            <a:spAutoFit/>
          </a:bodyPr>
          <a:lstStyle/>
          <a:p>
            <a:pPr>
              <a:lnSpc>
                <a:spcPct val="150000"/>
              </a:lnSpc>
            </a:pPr>
            <a:r>
              <a:rPr lang="en-US"/>
              <a:t>NACA 0006 Airfoil</a:t>
            </a:r>
          </a:p>
          <a:p>
            <a:pPr marL="285750" indent="-285750">
              <a:lnSpc>
                <a:spcPct val="150000"/>
              </a:lnSpc>
              <a:buFont typeface="Arial" panose="020B0604020202020204" pitchFamily="34" charset="0"/>
              <a:buChar char="•"/>
            </a:pPr>
            <a:r>
              <a:rPr lang="en-US"/>
              <a:t>Material: TBD</a:t>
            </a:r>
            <a:endParaRPr lang="en-US">
              <a:ea typeface="Calibri"/>
              <a:cs typeface="Calibri"/>
            </a:endParaRPr>
          </a:p>
          <a:p>
            <a:pPr marL="285750" indent="-285750">
              <a:lnSpc>
                <a:spcPct val="150000"/>
              </a:lnSpc>
              <a:buFont typeface="Arial" panose="020B0604020202020204" pitchFamily="34" charset="0"/>
              <a:buChar char="•"/>
            </a:pPr>
            <a:r>
              <a:rPr lang="en-US"/>
              <a:t>Root Chord ~6.89 in*</a:t>
            </a:r>
            <a:endParaRPr lang="en-US">
              <a:ea typeface="Calibri"/>
              <a:cs typeface="Calibri"/>
            </a:endParaRPr>
          </a:p>
          <a:p>
            <a:pPr marL="285750" indent="-285750">
              <a:lnSpc>
                <a:spcPct val="150000"/>
              </a:lnSpc>
              <a:buFont typeface="Arial" panose="020B0604020202020204" pitchFamily="34" charset="0"/>
              <a:buChar char="•"/>
            </a:pPr>
            <a:r>
              <a:rPr lang="en-US"/>
              <a:t>Tip Chord ~2.36 in*</a:t>
            </a:r>
            <a:endParaRPr lang="en-US">
              <a:ea typeface="Calibri"/>
              <a:cs typeface="Calibri"/>
            </a:endParaRPr>
          </a:p>
          <a:p>
            <a:pPr marL="285750" indent="-285750">
              <a:lnSpc>
                <a:spcPct val="150000"/>
              </a:lnSpc>
              <a:buFont typeface="Arial" panose="020B0604020202020204" pitchFamily="34" charset="0"/>
              <a:buChar char="•"/>
            </a:pPr>
            <a:r>
              <a:rPr lang="en-US"/>
              <a:t>Wing Area ~1.94 in^2*</a:t>
            </a:r>
            <a:endParaRPr lang="en-US" baseline="30000">
              <a:ea typeface="Calibri"/>
              <a:cs typeface="Calibri"/>
            </a:endParaRPr>
          </a:p>
          <a:p>
            <a:pPr marL="285750" indent="-285750">
              <a:lnSpc>
                <a:spcPct val="150000"/>
              </a:lnSpc>
              <a:buFont typeface="Arial" panose="020B0604020202020204" pitchFamily="34" charset="0"/>
              <a:buChar char="•"/>
            </a:pPr>
            <a:r>
              <a:rPr lang="en-US">
                <a:ea typeface="Calibri"/>
                <a:cs typeface="Calibri"/>
              </a:rPr>
              <a:t>Wing Aspect: 2.6*</a:t>
            </a:r>
          </a:p>
          <a:p>
            <a:pPr marL="285750" indent="-285750">
              <a:lnSpc>
                <a:spcPct val="150000"/>
              </a:lnSpc>
              <a:buFont typeface="Arial" panose="020B0604020202020204" pitchFamily="34" charset="0"/>
              <a:buChar char="•"/>
            </a:pPr>
            <a:r>
              <a:rPr lang="en-US">
                <a:ea typeface="Calibri"/>
                <a:cs typeface="Calibri"/>
              </a:rPr>
              <a:t>Wing Loading: 1.26*</a:t>
            </a:r>
          </a:p>
          <a:p>
            <a:pPr marL="285750" indent="-285750">
              <a:lnSpc>
                <a:spcPct val="150000"/>
              </a:lnSpc>
              <a:buFont typeface="Arial" panose="020B0604020202020204" pitchFamily="34" charset="0"/>
              <a:buChar char="•"/>
            </a:pPr>
            <a:r>
              <a:rPr lang="en-US">
                <a:ea typeface="Calibri"/>
                <a:cs typeface="Calibri"/>
              </a:rPr>
              <a:t>Wingspan ~4.722 in*</a:t>
            </a:r>
          </a:p>
          <a:p>
            <a:pPr marL="285750" indent="-285750">
              <a:lnSpc>
                <a:spcPct val="150000"/>
              </a:lnSpc>
              <a:buFont typeface="Arial" panose="020B0604020202020204" pitchFamily="34" charset="0"/>
              <a:buChar char="•"/>
            </a:pPr>
            <a:endParaRPr lang="en-US">
              <a:ea typeface="Calibri"/>
              <a:cs typeface="Calibri"/>
            </a:endParaRPr>
          </a:p>
          <a:p>
            <a:pPr>
              <a:lnSpc>
                <a:spcPct val="150000"/>
              </a:lnSpc>
            </a:pPr>
            <a:r>
              <a:rPr lang="en-US">
                <a:ea typeface="Calibri"/>
                <a:cs typeface="Calibri"/>
              </a:rPr>
              <a:t>*Subject to change</a:t>
            </a:r>
          </a:p>
        </p:txBody>
      </p:sp>
      <p:pic>
        <p:nvPicPr>
          <p:cNvPr id="2" name="Picture 1" descr="A computer screen shot of a triangle&#10;&#10;AI-generated content may be incorrect.">
            <a:extLst>
              <a:ext uri="{FF2B5EF4-FFF2-40B4-BE49-F238E27FC236}">
                <a16:creationId xmlns:a16="http://schemas.microsoft.com/office/drawing/2014/main" id="{60825B91-AD23-7EEE-2D7F-999AFD616D98}"/>
              </a:ext>
            </a:extLst>
          </p:cNvPr>
          <p:cNvPicPr>
            <a:picLocks noChangeAspect="1"/>
          </p:cNvPicPr>
          <p:nvPr/>
        </p:nvPicPr>
        <p:blipFill>
          <a:blip r:embed="rId3"/>
          <a:srcRect l="25980" t="23195" r="13235" b="17952"/>
          <a:stretch/>
        </p:blipFill>
        <p:spPr>
          <a:xfrm>
            <a:off x="7479059" y="1543941"/>
            <a:ext cx="3705424" cy="2319120"/>
          </a:xfrm>
          <a:prstGeom prst="rect">
            <a:avLst/>
          </a:prstGeom>
        </p:spPr>
      </p:pic>
    </p:spTree>
    <p:extLst>
      <p:ext uri="{BB962C8B-B14F-4D97-AF65-F5344CB8AC3E}">
        <p14:creationId xmlns:p14="http://schemas.microsoft.com/office/powerpoint/2010/main" val="2626732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A232E-9AAC-637D-AEC5-7B8CB5642C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4BC90A-8BD7-B85E-0A32-A40F33D31569}"/>
              </a:ext>
            </a:extLst>
          </p:cNvPr>
          <p:cNvSpPr>
            <a:spLocks noGrp="1"/>
          </p:cNvSpPr>
          <p:nvPr>
            <p:ph type="title"/>
          </p:nvPr>
        </p:nvSpPr>
        <p:spPr/>
        <p:txBody>
          <a:bodyPr/>
          <a:lstStyle/>
          <a:p>
            <a:r>
              <a:rPr lang="en-US">
                <a:latin typeface="Munistic"/>
              </a:rPr>
              <a:t>Wing "Mount"</a:t>
            </a:r>
            <a:endParaRPr lang="en-US"/>
          </a:p>
        </p:txBody>
      </p:sp>
      <p:sp>
        <p:nvSpPr>
          <p:cNvPr id="9" name="TextBox 8">
            <a:extLst>
              <a:ext uri="{FF2B5EF4-FFF2-40B4-BE49-F238E27FC236}">
                <a16:creationId xmlns:a16="http://schemas.microsoft.com/office/drawing/2014/main" id="{3AA44F40-FF20-3B16-8865-2D62BBB4F763}"/>
              </a:ext>
            </a:extLst>
          </p:cNvPr>
          <p:cNvSpPr txBox="1"/>
          <p:nvPr/>
        </p:nvSpPr>
        <p:spPr>
          <a:xfrm>
            <a:off x="352554" y="1548383"/>
            <a:ext cx="11487431" cy="4342856"/>
          </a:xfrm>
          <a:prstGeom prst="rect">
            <a:avLst/>
          </a:prstGeom>
          <a:noFill/>
        </p:spPr>
        <p:txBody>
          <a:bodyPr wrap="square" lIns="91440" tIns="45720" rIns="91440" bIns="45720" rtlCol="0" anchor="t">
            <a:spAutoFit/>
          </a:bodyPr>
          <a:lstStyle/>
          <a:p>
            <a:r>
              <a:rPr lang="en-US">
                <a:ea typeface="+mn-lt"/>
                <a:cs typeface="+mn-lt"/>
              </a:rPr>
              <a:t>The current wing mounting design follows the approach used in Sonata 1. While this provides a starting point, we recognize potential shortcomings due to increased aerodynamic and landing loads for the glider configuration. As development progresses, we will evaluate more robust alternatives. Potential alternatives we have investigated are listed below.</a:t>
            </a:r>
            <a:endParaRPr lang="en-US">
              <a:ea typeface="Calibri" panose="020F0502020204030204"/>
              <a:cs typeface="Calibri" panose="020F0502020204030204"/>
            </a:endParaRPr>
          </a:p>
          <a:p>
            <a:endParaRPr lang="en-US">
              <a:ea typeface="+mn-lt"/>
              <a:cs typeface="+mn-lt"/>
            </a:endParaRPr>
          </a:p>
          <a:p>
            <a:pPr marL="285750" indent="-285750">
              <a:buFont typeface="Arial"/>
              <a:buChar char="•"/>
            </a:pPr>
            <a:r>
              <a:rPr lang="en-US" b="1">
                <a:ea typeface="+mn-lt"/>
                <a:cs typeface="+mn-lt"/>
              </a:rPr>
              <a:t>Through-the-Wall (TTW) Attachment:</a:t>
            </a:r>
            <a:r>
              <a:rPr lang="en-US">
                <a:ea typeface="+mn-lt"/>
                <a:cs typeface="+mn-lt"/>
              </a:rPr>
              <a:t> Integrating structural tabs from the wing root through pre-cut slots in the fuselage, bonding to internal structural supports.</a:t>
            </a:r>
            <a:endParaRPr lang="en-US">
              <a:ea typeface="Calibri" panose="020F0502020204030204"/>
              <a:cs typeface="Calibri" panose="020F0502020204030204"/>
            </a:endParaRPr>
          </a:p>
          <a:p>
            <a:pPr marL="285750" indent="-285750">
              <a:buFont typeface="Arial"/>
              <a:buChar char="•"/>
            </a:pPr>
            <a:r>
              <a:rPr lang="en-US" b="1">
                <a:ea typeface="+mn-lt"/>
                <a:cs typeface="+mn-lt"/>
              </a:rPr>
              <a:t>Internal Spar Pass-Through:</a:t>
            </a:r>
            <a:r>
              <a:rPr lang="en-US">
                <a:ea typeface="+mn-lt"/>
                <a:cs typeface="+mn-lt"/>
              </a:rPr>
              <a:t> Extending the wing’s internal spar into the rocket body to directly transfer aerodynamic and landing forces into the airframe.</a:t>
            </a:r>
          </a:p>
          <a:p>
            <a:pPr marL="285750" indent="-285750">
              <a:buFont typeface="Arial"/>
              <a:buChar char="•"/>
            </a:pPr>
            <a:r>
              <a:rPr lang="en-US" b="1">
                <a:ea typeface="+mn-lt"/>
                <a:cs typeface="+mn-lt"/>
              </a:rPr>
              <a:t>Reinforced Hardpoint Mounting:</a:t>
            </a:r>
            <a:r>
              <a:rPr lang="en-US">
                <a:ea typeface="+mn-lt"/>
                <a:cs typeface="+mn-lt"/>
              </a:rPr>
              <a:t> Embedding load-bearing plates (e.g., carbon fiber, G10, or aluminum) into the wing root and fuselage to distribute attachment forces more evenly.</a:t>
            </a:r>
            <a:endParaRPr lang="en-US">
              <a:ea typeface="Calibri"/>
              <a:cs typeface="Calibri"/>
            </a:endParaRPr>
          </a:p>
          <a:p>
            <a:pPr marL="285750" indent="-285750">
              <a:buFont typeface="Arial"/>
              <a:buChar char="•"/>
            </a:pPr>
            <a:r>
              <a:rPr lang="en-US" b="1">
                <a:ea typeface="Calibri"/>
                <a:cs typeface="Calibri"/>
              </a:rPr>
              <a:t>One Piece wing with rocket body slot: </a:t>
            </a:r>
            <a:r>
              <a:rPr lang="en-US">
                <a:ea typeface="+mn-lt"/>
                <a:cs typeface="+mn-lt"/>
              </a:rPr>
              <a:t>A single delta wing will be manufactured with a central slot for the rocket fuselage. The wing will have a foam core, fiberglass skin, internal spars, and reinforced slot edges. It will be bonded and/or bolted to the fuselage for strength and load distribution.</a:t>
            </a:r>
          </a:p>
          <a:p>
            <a:pPr marL="285750" indent="-285750">
              <a:lnSpc>
                <a:spcPct val="150000"/>
              </a:lnSpc>
              <a:buFont typeface="Arial" panose="020B0604020202020204" pitchFamily="34" charset="0"/>
              <a:buChar char="•"/>
            </a:pPr>
            <a:endParaRPr lang="en-US">
              <a:ea typeface="Calibri"/>
              <a:cs typeface="Calibri"/>
            </a:endParaRPr>
          </a:p>
        </p:txBody>
      </p:sp>
    </p:spTree>
    <p:extLst>
      <p:ext uri="{BB962C8B-B14F-4D97-AF65-F5344CB8AC3E}">
        <p14:creationId xmlns:p14="http://schemas.microsoft.com/office/powerpoint/2010/main" val="3551441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1C8FB-79A6-F987-7084-3C734F32C8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E13CD7-053B-6FF4-5F3F-8FD93EF1AD0F}"/>
              </a:ext>
            </a:extLst>
          </p:cNvPr>
          <p:cNvSpPr>
            <a:spLocks noGrp="1"/>
          </p:cNvSpPr>
          <p:nvPr>
            <p:ph type="title"/>
          </p:nvPr>
        </p:nvSpPr>
        <p:spPr/>
        <p:txBody>
          <a:bodyPr/>
          <a:lstStyle/>
          <a:p>
            <a:r>
              <a:rPr lang="en-US">
                <a:latin typeface="Munistic"/>
              </a:rPr>
              <a:t>Servo Placement</a:t>
            </a:r>
            <a:endParaRPr lang="en-US">
              <a:solidFill>
                <a:srgbClr val="000000"/>
              </a:solidFill>
              <a:latin typeface="Munistic"/>
            </a:endParaRPr>
          </a:p>
        </p:txBody>
      </p:sp>
      <p:sp>
        <p:nvSpPr>
          <p:cNvPr id="9" name="TextBox 8">
            <a:extLst>
              <a:ext uri="{FF2B5EF4-FFF2-40B4-BE49-F238E27FC236}">
                <a16:creationId xmlns:a16="http://schemas.microsoft.com/office/drawing/2014/main" id="{4E273ACB-C8E4-F375-CBB5-106CAE9AF92A}"/>
              </a:ext>
            </a:extLst>
          </p:cNvPr>
          <p:cNvSpPr txBox="1"/>
          <p:nvPr/>
        </p:nvSpPr>
        <p:spPr>
          <a:xfrm>
            <a:off x="352554" y="1548383"/>
            <a:ext cx="11487431" cy="4342856"/>
          </a:xfrm>
          <a:prstGeom prst="rect">
            <a:avLst/>
          </a:prstGeom>
          <a:noFill/>
        </p:spPr>
        <p:txBody>
          <a:bodyPr wrap="square" lIns="91440" tIns="45720" rIns="91440" bIns="45720" rtlCol="0" anchor="t">
            <a:spAutoFit/>
          </a:bodyPr>
          <a:lstStyle/>
          <a:p>
            <a:pPr marL="121920">
              <a:spcBef>
                <a:spcPts val="1000"/>
              </a:spcBef>
              <a:spcAft>
                <a:spcPts val="800"/>
              </a:spcAft>
            </a:pPr>
            <a:r>
              <a:rPr lang="en-US" sz="1900">
                <a:ea typeface="+mn-lt"/>
                <a:cs typeface="+mn-lt"/>
              </a:rPr>
              <a:t>Servo placement is being finalized with a focus on simplicity and proper weight distribution. For the canards, we plan to place the servos inside the rocket body, adjacent to the canard pivot point, allowing for a protected and direct actuation system with minimal linkage complexity. The canard will function as a full-span, actuated control surface.</a:t>
            </a:r>
          </a:p>
          <a:p>
            <a:pPr marL="121920">
              <a:spcBef>
                <a:spcPts val="1000"/>
              </a:spcBef>
              <a:spcAft>
                <a:spcPts val="800"/>
              </a:spcAft>
            </a:pPr>
            <a:r>
              <a:rPr lang="en-US" sz="1900">
                <a:ea typeface="+mn-lt"/>
                <a:cs typeface="+mn-lt"/>
              </a:rPr>
              <a:t>For the main wings, servos will be mounted flush within the wing structure to reduce control rod distance and simplify mechanics. During manufacturing, a </a:t>
            </a:r>
            <a:r>
              <a:rPr lang="en-US" sz="1900">
                <a:ea typeface="Calibri"/>
                <a:cs typeface="Calibri"/>
              </a:rPr>
              <a:t>slot</a:t>
            </a:r>
            <a:r>
              <a:rPr lang="en-US" sz="1900">
                <a:ea typeface="+mn-lt"/>
                <a:cs typeface="+mn-lt"/>
              </a:rPr>
              <a:t> will be cut into the wing along the hinge line between the wing and the control surface for servo installation, with the control surface temporarily removed. This approach provides a standard, reliable configuration with good aerodynamic performance.</a:t>
            </a:r>
          </a:p>
          <a:p>
            <a:pPr marL="121920">
              <a:spcBef>
                <a:spcPts val="1000"/>
              </a:spcBef>
              <a:spcAft>
                <a:spcPts val="800"/>
              </a:spcAft>
            </a:pPr>
            <a:r>
              <a:rPr lang="en-US" sz="1900">
                <a:ea typeface="+mn-lt"/>
                <a:cs typeface="+mn-lt"/>
              </a:rPr>
              <a:t>We will continue evaluating these placements to ensure they meet performance, reliability, and manufacturability requirements.</a:t>
            </a:r>
          </a:p>
          <a:p>
            <a:endParaRPr lang="en-US">
              <a:ea typeface="+mn-lt"/>
              <a:cs typeface="+mn-lt"/>
            </a:endParaRPr>
          </a:p>
          <a:p>
            <a:pPr marL="285750" indent="-285750">
              <a:lnSpc>
                <a:spcPct val="150000"/>
              </a:lnSpc>
              <a:buFont typeface="Arial" panose="020B0604020202020204" pitchFamily="34" charset="0"/>
              <a:buChar char="•"/>
            </a:pPr>
            <a:endParaRPr lang="en-US">
              <a:ea typeface="Calibri"/>
              <a:cs typeface="Calibri"/>
            </a:endParaRPr>
          </a:p>
        </p:txBody>
      </p:sp>
    </p:spTree>
    <p:extLst>
      <p:ext uri="{BB962C8B-B14F-4D97-AF65-F5344CB8AC3E}">
        <p14:creationId xmlns:p14="http://schemas.microsoft.com/office/powerpoint/2010/main" val="4283751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81A5B-23F1-803C-1715-C7F9FC9E82D2}"/>
              </a:ext>
            </a:extLst>
          </p:cNvPr>
          <p:cNvSpPr>
            <a:spLocks noGrp="1"/>
          </p:cNvSpPr>
          <p:nvPr>
            <p:ph type="title"/>
          </p:nvPr>
        </p:nvSpPr>
        <p:spPr>
          <a:xfrm>
            <a:off x="531849" y="716984"/>
            <a:ext cx="10096486" cy="625567"/>
          </a:xfrm>
        </p:spPr>
        <p:txBody>
          <a:bodyPr/>
          <a:lstStyle/>
          <a:p>
            <a:r>
              <a:rPr lang="en-US">
                <a:latin typeface="Munistic"/>
              </a:rPr>
              <a:t>Vertical Stabilizer and Rudder</a:t>
            </a:r>
            <a:endParaRPr lang="en-US"/>
          </a:p>
        </p:txBody>
      </p:sp>
      <p:sp>
        <p:nvSpPr>
          <p:cNvPr id="6" name="Text Placeholder 1">
            <a:extLst>
              <a:ext uri="{FF2B5EF4-FFF2-40B4-BE49-F238E27FC236}">
                <a16:creationId xmlns:a16="http://schemas.microsoft.com/office/drawing/2014/main" id="{C77DD292-94D9-4733-2E5D-B5E036E75ECF}"/>
              </a:ext>
            </a:extLst>
          </p:cNvPr>
          <p:cNvSpPr>
            <a:spLocks noGrp="1"/>
          </p:cNvSpPr>
          <p:nvPr>
            <p:ph type="body" sz="quarter" idx="15"/>
          </p:nvPr>
        </p:nvSpPr>
        <p:spPr>
          <a:xfrm>
            <a:off x="259644" y="1560253"/>
            <a:ext cx="8384822" cy="3144400"/>
          </a:xfrm>
        </p:spPr>
        <p:txBody>
          <a:bodyPr vert="horz" lIns="91440" tIns="45720" rIns="91440" bIns="45720" numCol="2" spcCol="457200" rtlCol="0" anchor="t">
            <a:noAutofit/>
          </a:bodyPr>
          <a:lstStyle/>
          <a:p>
            <a:pPr marL="121920" indent="0">
              <a:buNone/>
            </a:pPr>
            <a:r>
              <a:rPr lang="en-US" sz="1850">
                <a:ea typeface="Source Sans Pro"/>
                <a:cs typeface="Calibri" panose="020F0502020204030204"/>
              </a:rPr>
              <a:t>Material:   TBD</a:t>
            </a:r>
          </a:p>
          <a:p>
            <a:pPr marL="121920" indent="0">
              <a:buNone/>
            </a:pPr>
            <a:r>
              <a:rPr lang="en-US" sz="1850">
                <a:ea typeface="Source Sans Pro"/>
                <a:cs typeface="Calibri" panose="020F0502020204030204"/>
              </a:rPr>
              <a:t>Airfoil Design:</a:t>
            </a:r>
            <a:r>
              <a:rPr lang="en-US" sz="1850">
                <a:ea typeface="+mn-lt"/>
                <a:cs typeface="+mn-lt"/>
              </a:rPr>
              <a:t> NACA 63-215 AIRFOIL*</a:t>
            </a:r>
          </a:p>
          <a:p>
            <a:pPr marL="121920" indent="0">
              <a:buNone/>
            </a:pPr>
            <a:r>
              <a:rPr lang="en-US" sz="1850">
                <a:ea typeface="Calibri"/>
                <a:cs typeface="+mn-lt"/>
              </a:rPr>
              <a:t>Thickness:   1.5"* (Root Chord)</a:t>
            </a:r>
          </a:p>
          <a:p>
            <a:pPr marL="121920" indent="0">
              <a:buNone/>
            </a:pPr>
            <a:r>
              <a:rPr lang="en-US" sz="1850">
                <a:ea typeface="Calibri"/>
                <a:cs typeface="+mn-lt"/>
              </a:rPr>
              <a:t>Tip Chord:   4”*</a:t>
            </a:r>
          </a:p>
          <a:p>
            <a:pPr marL="121920" indent="0">
              <a:buNone/>
            </a:pPr>
            <a:r>
              <a:rPr lang="en-US" sz="1850">
                <a:ea typeface="Calibri"/>
                <a:cs typeface="+mn-lt"/>
              </a:rPr>
              <a:t>Root Chord:  12”*</a:t>
            </a:r>
          </a:p>
          <a:p>
            <a:pPr marL="121920" indent="0">
              <a:buNone/>
            </a:pPr>
            <a:r>
              <a:rPr lang="en-US" sz="1850">
                <a:ea typeface="Calibri"/>
                <a:cs typeface="+mn-lt"/>
              </a:rPr>
              <a:t>Height:     8"*</a:t>
            </a:r>
          </a:p>
        </p:txBody>
      </p:sp>
      <p:sp>
        <p:nvSpPr>
          <p:cNvPr id="8" name="Text Placeholder 1">
            <a:extLst>
              <a:ext uri="{FF2B5EF4-FFF2-40B4-BE49-F238E27FC236}">
                <a16:creationId xmlns:a16="http://schemas.microsoft.com/office/drawing/2014/main" id="{55B70BFB-8D5F-781E-80D2-AF0612DCF74C}"/>
              </a:ext>
            </a:extLst>
          </p:cNvPr>
          <p:cNvSpPr txBox="1">
            <a:spLocks/>
          </p:cNvSpPr>
          <p:nvPr/>
        </p:nvSpPr>
        <p:spPr>
          <a:xfrm>
            <a:off x="6595532" y="3724463"/>
            <a:ext cx="7577667" cy="632384"/>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920" indent="0">
              <a:buNone/>
            </a:pPr>
            <a:r>
              <a:rPr lang="en-US" sz="1850">
                <a:ea typeface="Source Sans Pro"/>
                <a:cs typeface="Calibri" panose="020F0502020204030204"/>
              </a:rPr>
              <a:t>Vertical Stabilizer with Rudder:</a:t>
            </a:r>
            <a:endParaRPr lang="en-US"/>
          </a:p>
        </p:txBody>
      </p:sp>
      <p:sp>
        <p:nvSpPr>
          <p:cNvPr id="10" name="Text Placeholder 1">
            <a:extLst>
              <a:ext uri="{FF2B5EF4-FFF2-40B4-BE49-F238E27FC236}">
                <a16:creationId xmlns:a16="http://schemas.microsoft.com/office/drawing/2014/main" id="{B4CE43E2-D00F-FB29-41D2-C33CD34C30CB}"/>
              </a:ext>
            </a:extLst>
          </p:cNvPr>
          <p:cNvSpPr txBox="1">
            <a:spLocks/>
          </p:cNvSpPr>
          <p:nvPr/>
        </p:nvSpPr>
        <p:spPr>
          <a:xfrm>
            <a:off x="6630951" y="1334196"/>
            <a:ext cx="7577667" cy="632384"/>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920" indent="0">
              <a:buNone/>
            </a:pPr>
            <a:r>
              <a:rPr lang="en-US" sz="1850">
                <a:ea typeface="Source Sans Pro"/>
                <a:cs typeface="Calibri" panose="020F0502020204030204"/>
              </a:rPr>
              <a:t>Vertical Stabilizer:</a:t>
            </a:r>
            <a:endParaRPr lang="en-US"/>
          </a:p>
        </p:txBody>
      </p:sp>
      <p:pic>
        <p:nvPicPr>
          <p:cNvPr id="12" name="Picture 11">
            <a:extLst>
              <a:ext uri="{FF2B5EF4-FFF2-40B4-BE49-F238E27FC236}">
                <a16:creationId xmlns:a16="http://schemas.microsoft.com/office/drawing/2014/main" id="{C8B3CDF7-908A-45E4-C807-DF9A5C6F1DB1}"/>
              </a:ext>
            </a:extLst>
          </p:cNvPr>
          <p:cNvPicPr>
            <a:picLocks noChangeAspect="1"/>
          </p:cNvPicPr>
          <p:nvPr/>
        </p:nvPicPr>
        <p:blipFill>
          <a:blip r:embed="rId3"/>
          <a:srcRect/>
          <a:stretch/>
        </p:blipFill>
        <p:spPr>
          <a:xfrm>
            <a:off x="7304803" y="4029958"/>
            <a:ext cx="4024758" cy="2109321"/>
          </a:xfrm>
          <a:prstGeom prst="rect">
            <a:avLst/>
          </a:prstGeom>
        </p:spPr>
      </p:pic>
      <p:pic>
        <p:nvPicPr>
          <p:cNvPr id="14" name="Picture 13">
            <a:extLst>
              <a:ext uri="{FF2B5EF4-FFF2-40B4-BE49-F238E27FC236}">
                <a16:creationId xmlns:a16="http://schemas.microsoft.com/office/drawing/2014/main" id="{8EE4C46F-E708-016C-A128-936E1013209F}"/>
              </a:ext>
            </a:extLst>
          </p:cNvPr>
          <p:cNvPicPr>
            <a:picLocks noChangeAspect="1"/>
          </p:cNvPicPr>
          <p:nvPr/>
        </p:nvPicPr>
        <p:blipFill>
          <a:blip r:embed="rId4"/>
          <a:srcRect/>
          <a:stretch/>
        </p:blipFill>
        <p:spPr>
          <a:xfrm>
            <a:off x="7304803" y="1645213"/>
            <a:ext cx="4024758" cy="1964498"/>
          </a:xfrm>
          <a:prstGeom prst="rect">
            <a:avLst/>
          </a:prstGeom>
        </p:spPr>
      </p:pic>
      <p:sp>
        <p:nvSpPr>
          <p:cNvPr id="2" name="TextBox 1">
            <a:extLst>
              <a:ext uri="{FF2B5EF4-FFF2-40B4-BE49-F238E27FC236}">
                <a16:creationId xmlns:a16="http://schemas.microsoft.com/office/drawing/2014/main" id="{4AE307D3-827C-8790-17E0-E871D111A0FF}"/>
              </a:ext>
            </a:extLst>
          </p:cNvPr>
          <p:cNvSpPr txBox="1"/>
          <p:nvPr/>
        </p:nvSpPr>
        <p:spPr>
          <a:xfrm>
            <a:off x="533349" y="5573217"/>
            <a:ext cx="266567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*Subject to Change</a:t>
            </a:r>
            <a:endParaRPr lang="en-US"/>
          </a:p>
        </p:txBody>
      </p:sp>
    </p:spTree>
    <p:extLst>
      <p:ext uri="{BB962C8B-B14F-4D97-AF65-F5344CB8AC3E}">
        <p14:creationId xmlns:p14="http://schemas.microsoft.com/office/powerpoint/2010/main" val="3501412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882D80-E676-AB9B-8388-4C60F7039D1D}"/>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ea typeface="Source Sans Pro"/>
                <a:cs typeface="Calibri"/>
              </a:rPr>
              <a:t>To prevent damage to the body when landing adding a skid plate to the belly of the rocket is necessary.</a:t>
            </a:r>
            <a:endParaRPr lang="en-US" sz="1850">
              <a:cs typeface="Calibri"/>
            </a:endParaRPr>
          </a:p>
          <a:p>
            <a:pPr marL="380365" indent="-258445"/>
            <a:r>
              <a:rPr lang="en-US" sz="1850">
                <a:ea typeface="Source Sans Pro"/>
                <a:cs typeface="Calibri" panose="020F0502020204030204"/>
              </a:rPr>
              <a:t>The skid plate would have to be easily removable in respect to the surface the rocket is landing on.</a:t>
            </a:r>
          </a:p>
          <a:p>
            <a:pPr marL="380365" indent="-258445"/>
            <a:r>
              <a:rPr lang="en-US" sz="1850">
                <a:ea typeface="Source Sans Pro"/>
                <a:cs typeface="Calibri" panose="020F0502020204030204"/>
              </a:rPr>
              <a:t>The skid plate would be replaced after every launch if need be.</a:t>
            </a:r>
            <a:endParaRPr lang="en-US" sz="1850">
              <a:cs typeface="Calibri" panose="020F0502020204030204"/>
            </a:endParaRPr>
          </a:p>
        </p:txBody>
      </p:sp>
      <p:sp>
        <p:nvSpPr>
          <p:cNvPr id="3" name="Title 2">
            <a:extLst>
              <a:ext uri="{FF2B5EF4-FFF2-40B4-BE49-F238E27FC236}">
                <a16:creationId xmlns:a16="http://schemas.microsoft.com/office/drawing/2014/main" id="{DFC38A86-C679-BFD1-CFB4-1BA511476342}"/>
              </a:ext>
            </a:extLst>
          </p:cNvPr>
          <p:cNvSpPr>
            <a:spLocks noGrp="1"/>
          </p:cNvSpPr>
          <p:nvPr>
            <p:ph type="title"/>
          </p:nvPr>
        </p:nvSpPr>
        <p:spPr/>
        <p:txBody>
          <a:bodyPr/>
          <a:lstStyle/>
          <a:p>
            <a:r>
              <a:rPr lang="en-US">
                <a:latin typeface="Munistic"/>
              </a:rPr>
              <a:t>Skid Plate</a:t>
            </a:r>
            <a:endParaRPr lang="en-US"/>
          </a:p>
        </p:txBody>
      </p:sp>
      <p:pic>
        <p:nvPicPr>
          <p:cNvPr id="6" name="Picture 5" descr="A rocket with a black background&#10;&#10;AI-generated content may be incorrect.">
            <a:extLst>
              <a:ext uri="{FF2B5EF4-FFF2-40B4-BE49-F238E27FC236}">
                <a16:creationId xmlns:a16="http://schemas.microsoft.com/office/drawing/2014/main" id="{30B91C66-1BDC-6FA0-E703-12271FCCB5CD}"/>
              </a:ext>
            </a:extLst>
          </p:cNvPr>
          <p:cNvPicPr>
            <a:picLocks noChangeAspect="1"/>
          </p:cNvPicPr>
          <p:nvPr/>
        </p:nvPicPr>
        <p:blipFill>
          <a:blip r:embed="rId3"/>
          <a:stretch>
            <a:fillRect/>
          </a:stretch>
        </p:blipFill>
        <p:spPr>
          <a:xfrm>
            <a:off x="7301682" y="1361065"/>
            <a:ext cx="2564774" cy="4130771"/>
          </a:xfrm>
          <a:prstGeom prst="rect">
            <a:avLst/>
          </a:prstGeom>
        </p:spPr>
      </p:pic>
      <p:sp>
        <p:nvSpPr>
          <p:cNvPr id="5" name="Rectangle 4">
            <a:extLst>
              <a:ext uri="{FF2B5EF4-FFF2-40B4-BE49-F238E27FC236}">
                <a16:creationId xmlns:a16="http://schemas.microsoft.com/office/drawing/2014/main" id="{4CECBD09-ED69-C36F-F19B-65D8B738324E}"/>
              </a:ext>
            </a:extLst>
          </p:cNvPr>
          <p:cNvSpPr/>
          <p:nvPr/>
        </p:nvSpPr>
        <p:spPr>
          <a:xfrm>
            <a:off x="8432488" y="2728539"/>
            <a:ext cx="341023" cy="113898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D4D80B1-E2D8-D553-4209-513A016CDB0C}"/>
              </a:ext>
            </a:extLst>
          </p:cNvPr>
          <p:cNvSpPr txBox="1"/>
          <p:nvPr/>
        </p:nvSpPr>
        <p:spPr>
          <a:xfrm>
            <a:off x="7223776" y="5493404"/>
            <a:ext cx="27223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Bottom view of rocket tube  </a:t>
            </a:r>
          </a:p>
        </p:txBody>
      </p:sp>
    </p:spTree>
    <p:extLst>
      <p:ext uri="{BB962C8B-B14F-4D97-AF65-F5344CB8AC3E}">
        <p14:creationId xmlns:p14="http://schemas.microsoft.com/office/powerpoint/2010/main" val="369803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DAB8B-B2FD-AEAC-EBA4-89C5AF5FBE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090543-6DD7-F5D5-6E52-86AB1A704687}"/>
              </a:ext>
            </a:extLst>
          </p:cNvPr>
          <p:cNvSpPr>
            <a:spLocks noGrp="1"/>
          </p:cNvSpPr>
          <p:nvPr>
            <p:ph type="title"/>
          </p:nvPr>
        </p:nvSpPr>
        <p:spPr>
          <a:xfrm>
            <a:off x="531848" y="716984"/>
            <a:ext cx="7175594" cy="625567"/>
          </a:xfrm>
        </p:spPr>
        <p:txBody>
          <a:bodyPr/>
          <a:lstStyle/>
          <a:p>
            <a:r>
              <a:rPr lang="en-US">
                <a:latin typeface="Munistic"/>
              </a:rPr>
              <a:t>Materials Overview</a:t>
            </a:r>
            <a:endParaRPr lang="en-US"/>
          </a:p>
        </p:txBody>
      </p:sp>
      <p:sp>
        <p:nvSpPr>
          <p:cNvPr id="6" name="TextBox 5">
            <a:extLst>
              <a:ext uri="{FF2B5EF4-FFF2-40B4-BE49-F238E27FC236}">
                <a16:creationId xmlns:a16="http://schemas.microsoft.com/office/drawing/2014/main" id="{8F904E28-BC76-A424-DE8B-5F2D95980A10}"/>
              </a:ext>
            </a:extLst>
          </p:cNvPr>
          <p:cNvSpPr txBox="1"/>
          <p:nvPr/>
        </p:nvSpPr>
        <p:spPr>
          <a:xfrm>
            <a:off x="681197" y="1828800"/>
            <a:ext cx="9309697" cy="2957861"/>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a:t>Carbon Fiber</a:t>
            </a:r>
          </a:p>
          <a:p>
            <a:pPr marL="742950" lvl="1" indent="-285750">
              <a:lnSpc>
                <a:spcPct val="150000"/>
              </a:lnSpc>
              <a:buFont typeface="Courier New" panose="020B0604020202020204" pitchFamily="34" charset="0"/>
              <a:buChar char="o"/>
            </a:pPr>
            <a:r>
              <a:rPr lang="en-US">
                <a:ea typeface="Calibri" panose="020F0502020204030204"/>
                <a:cs typeface="Calibri" panose="020F0502020204030204"/>
              </a:rPr>
              <a:t>Very strong and stiff, but also lightweight. Helps with trying to make weight with the payload.</a:t>
            </a:r>
          </a:p>
          <a:p>
            <a:pPr marL="285750" indent="-285750">
              <a:lnSpc>
                <a:spcPct val="150000"/>
              </a:lnSpc>
              <a:buFont typeface="Arial" panose="020B0604020202020204" pitchFamily="34" charset="0"/>
              <a:buChar char="•"/>
            </a:pPr>
            <a:r>
              <a:rPr lang="en-US"/>
              <a:t>Fiberglass</a:t>
            </a:r>
            <a:endParaRPr lang="en-US">
              <a:ea typeface="Calibri"/>
              <a:cs typeface="Calibri"/>
            </a:endParaRPr>
          </a:p>
          <a:p>
            <a:pPr marL="742950" lvl="1" indent="-285750">
              <a:lnSpc>
                <a:spcPct val="150000"/>
              </a:lnSpc>
              <a:buFont typeface="Courier New" panose="02070309020205020404" pitchFamily="49" charset="0"/>
              <a:buChar char="o"/>
            </a:pPr>
            <a:r>
              <a:rPr lang="en-US"/>
              <a:t>Allows radio waves to pass through for communication</a:t>
            </a:r>
            <a:endParaRPr lang="en-US">
              <a:ea typeface="Calibri"/>
              <a:cs typeface="Calibri"/>
            </a:endParaRPr>
          </a:p>
          <a:p>
            <a:pPr marL="285750" indent="-285750">
              <a:lnSpc>
                <a:spcPct val="150000"/>
              </a:lnSpc>
              <a:buFont typeface="Arial" panose="020B0604020202020204" pitchFamily="34" charset="0"/>
              <a:buChar char="•"/>
            </a:pPr>
            <a:r>
              <a:rPr lang="en-US"/>
              <a:t>6061 Aluminum</a:t>
            </a:r>
            <a:endParaRPr lang="en-US">
              <a:ea typeface="Calibri"/>
              <a:cs typeface="Calibri"/>
            </a:endParaRPr>
          </a:p>
          <a:p>
            <a:pPr marL="742950" lvl="1" indent="-285750">
              <a:lnSpc>
                <a:spcPct val="150000"/>
              </a:lnSpc>
              <a:buFont typeface="Courier New" panose="02070309020205020404" pitchFamily="49" charset="0"/>
              <a:buChar char="o"/>
            </a:pPr>
            <a:r>
              <a:rPr lang="en-US"/>
              <a:t>Affordable and easy-to-machine stock</a:t>
            </a:r>
            <a:endParaRPr lang="en-US">
              <a:ea typeface="Calibri"/>
              <a:cs typeface="Calibri"/>
            </a:endParaRPr>
          </a:p>
        </p:txBody>
      </p:sp>
    </p:spTree>
    <p:extLst>
      <p:ext uri="{BB962C8B-B14F-4D97-AF65-F5344CB8AC3E}">
        <p14:creationId xmlns:p14="http://schemas.microsoft.com/office/powerpoint/2010/main" val="4270040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6E18E-C36D-237C-3318-D2A6DABEA5A4}"/>
              </a:ext>
            </a:extLst>
          </p:cNvPr>
          <p:cNvSpPr>
            <a:spLocks noGrp="1"/>
          </p:cNvSpPr>
          <p:nvPr>
            <p:ph type="title"/>
          </p:nvPr>
        </p:nvSpPr>
        <p:spPr/>
        <p:txBody>
          <a:bodyPr/>
          <a:lstStyle/>
          <a:p>
            <a:r>
              <a:rPr lang="en-US">
                <a:latin typeface="Munistic"/>
              </a:rPr>
              <a:t>Recovery</a:t>
            </a:r>
            <a:endParaRPr lang="en-US"/>
          </a:p>
        </p:txBody>
      </p:sp>
      <p:sp>
        <p:nvSpPr>
          <p:cNvPr id="3" name="Text Placeholder 2">
            <a:extLst>
              <a:ext uri="{FF2B5EF4-FFF2-40B4-BE49-F238E27FC236}">
                <a16:creationId xmlns:a16="http://schemas.microsoft.com/office/drawing/2014/main" id="{9130EDA7-30F2-708D-D9D5-C6FAA403F68C}"/>
              </a:ext>
            </a:extLst>
          </p:cNvPr>
          <p:cNvSpPr>
            <a:spLocks noGrp="1"/>
          </p:cNvSpPr>
          <p:nvPr>
            <p:ph type="body" sz="quarter" idx="11"/>
          </p:nvPr>
        </p:nvSpPr>
        <p:spPr/>
        <p:txBody>
          <a:bodyPr/>
          <a:lstStyle/>
          <a:p>
            <a:r>
              <a:rPr lang="en-US" sz="3200">
                <a:ea typeface="Source Sans Pro"/>
                <a:cs typeface="Calibri"/>
              </a:rPr>
              <a:t>David Carter Oropeza</a:t>
            </a:r>
            <a:endParaRPr lang="en-US" sz="3200">
              <a:cs typeface="Calibri"/>
            </a:endParaRPr>
          </a:p>
        </p:txBody>
      </p:sp>
    </p:spTree>
    <p:extLst>
      <p:ext uri="{BB962C8B-B14F-4D97-AF65-F5344CB8AC3E}">
        <p14:creationId xmlns:p14="http://schemas.microsoft.com/office/powerpoint/2010/main" val="4155115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FC52B-B423-000E-81A8-47D24741ED6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8B041F1-1018-ABEB-8C37-0030A3F90176}"/>
              </a:ext>
            </a:extLst>
          </p:cNvPr>
          <p:cNvSpPr>
            <a:spLocks noGrp="1"/>
          </p:cNvSpPr>
          <p:nvPr>
            <p:ph type="body" sz="quarter" idx="15"/>
          </p:nvPr>
        </p:nvSpPr>
        <p:spPr>
          <a:xfrm>
            <a:off x="531541" y="1579183"/>
            <a:ext cx="10515600" cy="4786108"/>
          </a:xfrm>
        </p:spPr>
        <p:txBody>
          <a:bodyPr vert="horz" lIns="91440" tIns="45720" rIns="91440" bIns="45720" numCol="2" spcCol="457200" rtlCol="0" anchor="t">
            <a:noAutofit/>
          </a:bodyPr>
          <a:lstStyle/>
          <a:p>
            <a:pPr marL="380365" indent="-258445"/>
            <a:r>
              <a:rPr lang="en-US" sz="1850">
                <a:ea typeface="Source Sans Pro"/>
                <a:cs typeface="Calibri" panose="020F0502020204030204"/>
              </a:rPr>
              <a:t>The parachute is a safety precaution in case anything goes wrong.</a:t>
            </a:r>
            <a:endParaRPr lang="en-US">
              <a:cs typeface="Calibri" panose="020F0502020204030204"/>
            </a:endParaRPr>
          </a:p>
          <a:p>
            <a:pPr marL="380365" indent="-258445"/>
            <a:r>
              <a:rPr lang="en-US" sz="1850">
                <a:ea typeface="Source Sans Pro"/>
                <a:cs typeface="Calibri" panose="020F0502020204030204"/>
              </a:rPr>
              <a:t>It will be stored in the back of the rocket next to the motor.</a:t>
            </a:r>
            <a:endParaRPr lang="en-US" sz="1850">
              <a:cs typeface="Calibri"/>
            </a:endParaRPr>
          </a:p>
          <a:p>
            <a:pPr marL="380365" indent="-258445"/>
            <a:r>
              <a:rPr lang="en-US" sz="1850">
                <a:ea typeface="Source Sans Pro"/>
                <a:cs typeface="Calibri" panose="020F0502020204030204"/>
              </a:rPr>
              <a:t>Basic 60" toroidal parachute weighing 6.8oz, packed </a:t>
            </a:r>
            <a:r>
              <a:rPr lang="en-US" sz="1850">
                <a:solidFill>
                  <a:srgbClr val="154734"/>
                </a:solidFill>
                <a:latin typeface="Calibri"/>
                <a:ea typeface="Source Sans Pro"/>
                <a:cs typeface="Calibri"/>
              </a:rPr>
              <a:t>3.9in (D) by 3.2in (L), able</a:t>
            </a:r>
            <a:r>
              <a:rPr lang="en-US" sz="1850">
                <a:ea typeface="Source Sans Pro"/>
                <a:cs typeface="Calibri" panose="020F0502020204030204"/>
              </a:rPr>
              <a:t> to slow 19lb rocket to 20fps. Not the finalized choice for parachute, especially considering it costs $266 and the diameter of its container is too large.</a:t>
            </a:r>
          </a:p>
        </p:txBody>
      </p:sp>
      <p:sp>
        <p:nvSpPr>
          <p:cNvPr id="3" name="Title 2">
            <a:extLst>
              <a:ext uri="{FF2B5EF4-FFF2-40B4-BE49-F238E27FC236}">
                <a16:creationId xmlns:a16="http://schemas.microsoft.com/office/drawing/2014/main" id="{BB8456BE-4104-F80F-57A7-1B9D7761287A}"/>
              </a:ext>
            </a:extLst>
          </p:cNvPr>
          <p:cNvSpPr>
            <a:spLocks noGrp="1"/>
          </p:cNvSpPr>
          <p:nvPr>
            <p:ph type="title"/>
          </p:nvPr>
        </p:nvSpPr>
        <p:spPr/>
        <p:txBody>
          <a:bodyPr/>
          <a:lstStyle/>
          <a:p>
            <a:r>
              <a:rPr lang="en-US">
                <a:latin typeface="Munistic"/>
              </a:rPr>
              <a:t>Parachute</a:t>
            </a:r>
            <a:endParaRPr lang="en-US"/>
          </a:p>
        </p:txBody>
      </p:sp>
      <p:sp>
        <p:nvSpPr>
          <p:cNvPr id="4" name="Text Placeholder 3">
            <a:extLst>
              <a:ext uri="{FF2B5EF4-FFF2-40B4-BE49-F238E27FC236}">
                <a16:creationId xmlns:a16="http://schemas.microsoft.com/office/drawing/2014/main" id="{972E9419-C790-9DB3-0B79-7969F0D44FFE}"/>
              </a:ext>
            </a:extLst>
          </p:cNvPr>
          <p:cNvSpPr>
            <a:spLocks noGrp="1"/>
          </p:cNvSpPr>
          <p:nvPr>
            <p:ph type="body" sz="quarter" idx="13"/>
          </p:nvPr>
        </p:nvSpPr>
        <p:spPr/>
        <p:txBody>
          <a:bodyPr/>
          <a:lstStyle/>
          <a:p>
            <a:endParaRPr lang="en-US"/>
          </a:p>
        </p:txBody>
      </p:sp>
      <p:pic>
        <p:nvPicPr>
          <p:cNvPr id="5" name="Picture 4" descr="A red and white parachute in the sky&#10;&#10;AI-generated content may be incorrect.">
            <a:extLst>
              <a:ext uri="{FF2B5EF4-FFF2-40B4-BE49-F238E27FC236}">
                <a16:creationId xmlns:a16="http://schemas.microsoft.com/office/drawing/2014/main" id="{0C901F4E-3CD8-F100-E3A9-2AEBBA02F4A5}"/>
              </a:ext>
            </a:extLst>
          </p:cNvPr>
          <p:cNvPicPr>
            <a:picLocks noChangeAspect="1"/>
          </p:cNvPicPr>
          <p:nvPr/>
        </p:nvPicPr>
        <p:blipFill>
          <a:blip r:embed="rId3"/>
          <a:stretch>
            <a:fillRect/>
          </a:stretch>
        </p:blipFill>
        <p:spPr>
          <a:xfrm>
            <a:off x="7814149" y="3639364"/>
            <a:ext cx="3953566" cy="2650435"/>
          </a:xfrm>
          <a:prstGeom prst="rect">
            <a:avLst/>
          </a:prstGeom>
        </p:spPr>
      </p:pic>
      <p:cxnSp>
        <p:nvCxnSpPr>
          <p:cNvPr id="9" name="Straight Arrow Connector 8">
            <a:extLst>
              <a:ext uri="{FF2B5EF4-FFF2-40B4-BE49-F238E27FC236}">
                <a16:creationId xmlns:a16="http://schemas.microsoft.com/office/drawing/2014/main" id="{4EF8F44D-BFCD-D2A5-F104-CA15F02E5BE5}"/>
              </a:ext>
            </a:extLst>
          </p:cNvPr>
          <p:cNvCxnSpPr/>
          <p:nvPr/>
        </p:nvCxnSpPr>
        <p:spPr>
          <a:xfrm>
            <a:off x="8950326" y="3489683"/>
            <a:ext cx="1955533" cy="1253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20A83368-6B86-BE79-4A20-3149990B0E63}"/>
              </a:ext>
            </a:extLst>
          </p:cNvPr>
          <p:cNvSpPr txBox="1"/>
          <p:nvPr/>
        </p:nvSpPr>
        <p:spPr>
          <a:xfrm>
            <a:off x="10903362" y="3309374"/>
            <a:ext cx="5014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5in</a:t>
            </a:r>
            <a:endParaRPr lang="en-US"/>
          </a:p>
        </p:txBody>
      </p:sp>
      <p:sp>
        <p:nvSpPr>
          <p:cNvPr id="15" name="TextBox 14">
            <a:extLst>
              <a:ext uri="{FF2B5EF4-FFF2-40B4-BE49-F238E27FC236}">
                <a16:creationId xmlns:a16="http://schemas.microsoft.com/office/drawing/2014/main" id="{A04CCBBC-39A6-397A-8BE8-436FCB6E43F1}"/>
              </a:ext>
            </a:extLst>
          </p:cNvPr>
          <p:cNvSpPr txBox="1"/>
          <p:nvPr/>
        </p:nvSpPr>
        <p:spPr>
          <a:xfrm>
            <a:off x="9257141" y="1309753"/>
            <a:ext cx="16494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 Parachute</a:t>
            </a:r>
            <a:endParaRPr lang="en-US"/>
          </a:p>
        </p:txBody>
      </p:sp>
      <p:sp>
        <p:nvSpPr>
          <p:cNvPr id="17" name="TextBox 16">
            <a:extLst>
              <a:ext uri="{FF2B5EF4-FFF2-40B4-BE49-F238E27FC236}">
                <a16:creationId xmlns:a16="http://schemas.microsoft.com/office/drawing/2014/main" id="{6263585D-1AC0-8866-9BBC-E81C8BA61282}"/>
              </a:ext>
            </a:extLst>
          </p:cNvPr>
          <p:cNvSpPr txBox="1"/>
          <p:nvPr/>
        </p:nvSpPr>
        <p:spPr>
          <a:xfrm>
            <a:off x="10910994" y="2060503"/>
            <a:ext cx="12777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Diameter of Motor (2.23in)</a:t>
            </a:r>
          </a:p>
        </p:txBody>
      </p:sp>
      <p:pic>
        <p:nvPicPr>
          <p:cNvPr id="8" name="Picture 7">
            <a:extLst>
              <a:ext uri="{FF2B5EF4-FFF2-40B4-BE49-F238E27FC236}">
                <a16:creationId xmlns:a16="http://schemas.microsoft.com/office/drawing/2014/main" id="{36266F2F-8B28-3F78-50C1-169AC96B83DF}"/>
              </a:ext>
            </a:extLst>
          </p:cNvPr>
          <p:cNvPicPr>
            <a:picLocks noChangeAspect="1"/>
          </p:cNvPicPr>
          <p:nvPr/>
        </p:nvPicPr>
        <p:blipFill>
          <a:blip r:embed="rId4"/>
          <a:stretch>
            <a:fillRect/>
          </a:stretch>
        </p:blipFill>
        <p:spPr>
          <a:xfrm>
            <a:off x="8950326" y="1582793"/>
            <a:ext cx="1953036" cy="1799618"/>
          </a:xfrm>
          <a:prstGeom prst="rect">
            <a:avLst/>
          </a:prstGeom>
        </p:spPr>
      </p:pic>
    </p:spTree>
    <p:extLst>
      <p:ext uri="{BB962C8B-B14F-4D97-AF65-F5344CB8AC3E}">
        <p14:creationId xmlns:p14="http://schemas.microsoft.com/office/powerpoint/2010/main" val="3671309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C9DE0A-009D-5E7E-1A92-5A879B5EB907}"/>
              </a:ext>
            </a:extLst>
          </p:cNvPr>
          <p:cNvSpPr>
            <a:spLocks noGrp="1"/>
          </p:cNvSpPr>
          <p:nvPr>
            <p:ph type="body" sz="quarter" idx="15"/>
          </p:nvPr>
        </p:nvSpPr>
        <p:spPr>
          <a:xfrm>
            <a:off x="224883" y="1579183"/>
            <a:ext cx="11593550" cy="4442279"/>
          </a:xfrm>
        </p:spPr>
        <p:txBody>
          <a:bodyPr vert="horz" lIns="91440" tIns="45720" rIns="91440" bIns="45720" numCol="2" spcCol="457200" rtlCol="0" anchor="t">
            <a:noAutofit/>
          </a:bodyPr>
          <a:lstStyle/>
          <a:p>
            <a:pPr marL="380365" indent="-258445"/>
            <a:r>
              <a:rPr lang="en-US" sz="1900">
                <a:ea typeface="Calibri"/>
                <a:cs typeface="Calibri" panose="020F0502020204030204"/>
              </a:rPr>
              <a:t>Parachute deployed out the back during free fall.</a:t>
            </a:r>
            <a:endParaRPr lang="en-US"/>
          </a:p>
          <a:p>
            <a:pPr marL="380365" indent="-258445"/>
            <a:r>
              <a:rPr lang="en-US" sz="1900">
                <a:ea typeface="Calibri"/>
                <a:cs typeface="Calibri" panose="020F0502020204030204"/>
              </a:rPr>
              <a:t>Parachute deployed out the back while gliding.</a:t>
            </a:r>
          </a:p>
          <a:p>
            <a:pPr marL="380365" indent="-258445"/>
            <a:r>
              <a:rPr lang="en-US" sz="1900">
                <a:ea typeface="Calibri"/>
                <a:cs typeface="Calibri" panose="020F0502020204030204"/>
              </a:rPr>
              <a:t>Activation and reusability of the parachute.</a:t>
            </a:r>
          </a:p>
          <a:p>
            <a:pPr marL="380365" indent="-258445"/>
            <a:r>
              <a:rPr lang="en-US" sz="1900">
                <a:ea typeface="Calibri"/>
                <a:cs typeface="Calibri" panose="020F0502020204030204"/>
              </a:rPr>
              <a:t>Instances to use parachute:</a:t>
            </a:r>
          </a:p>
          <a:p>
            <a:pPr marL="742315" lvl="1" indent="-285750">
              <a:buFont typeface="Courier New" panose="020B0604020202020204" pitchFamily="34" charset="0"/>
              <a:buChar char="o"/>
            </a:pPr>
            <a:r>
              <a:rPr lang="en-US" sz="1650" kern="800" spc="0">
                <a:ea typeface="Calibri"/>
                <a:cs typeface="Calibri"/>
              </a:rPr>
              <a:t>Wing servos stop working and we lose control of the rocket.</a:t>
            </a:r>
          </a:p>
          <a:p>
            <a:pPr marL="742315" lvl="1" indent="-285750">
              <a:buFont typeface="Courier New" panose="020B0604020202020204" pitchFamily="34" charset="0"/>
              <a:buChar char="o"/>
            </a:pPr>
            <a:r>
              <a:rPr lang="en-US" sz="1650" kern="800" spc="0">
                <a:ea typeface="Calibri"/>
                <a:cs typeface="Calibri"/>
              </a:rPr>
              <a:t>Connection to rocket is lost for extended period of time.</a:t>
            </a:r>
          </a:p>
          <a:p>
            <a:pPr marL="742315" lvl="1" indent="-285750">
              <a:buFont typeface="Courier New" panose="020B0604020202020204" pitchFamily="34" charset="0"/>
              <a:buChar char="o"/>
            </a:pPr>
            <a:r>
              <a:rPr lang="en-US" sz="1650" kern="800" spc="0">
                <a:ea typeface="Calibri"/>
                <a:cs typeface="Calibri"/>
              </a:rPr>
              <a:t>We are not able to get the rocket to glide at a reasonably safe speed for landing.</a:t>
            </a:r>
          </a:p>
        </p:txBody>
      </p:sp>
      <p:sp>
        <p:nvSpPr>
          <p:cNvPr id="3" name="Title 2">
            <a:extLst>
              <a:ext uri="{FF2B5EF4-FFF2-40B4-BE49-F238E27FC236}">
                <a16:creationId xmlns:a16="http://schemas.microsoft.com/office/drawing/2014/main" id="{972D9FF8-81FC-93BA-6736-FF905FB8A9D7}"/>
              </a:ext>
            </a:extLst>
          </p:cNvPr>
          <p:cNvSpPr>
            <a:spLocks noGrp="1"/>
          </p:cNvSpPr>
          <p:nvPr>
            <p:ph type="title"/>
          </p:nvPr>
        </p:nvSpPr>
        <p:spPr>
          <a:xfrm>
            <a:off x="531848" y="716984"/>
            <a:ext cx="7608852" cy="625567"/>
          </a:xfrm>
        </p:spPr>
        <p:txBody>
          <a:bodyPr/>
          <a:lstStyle/>
          <a:p>
            <a:r>
              <a:rPr lang="en-US">
                <a:latin typeface="Munistic"/>
              </a:rPr>
              <a:t>When To Use Parachute</a:t>
            </a:r>
            <a:endParaRPr lang="en-US"/>
          </a:p>
        </p:txBody>
      </p:sp>
      <p:pic>
        <p:nvPicPr>
          <p:cNvPr id="8" name="Picture 7">
            <a:extLst>
              <a:ext uri="{FF2B5EF4-FFF2-40B4-BE49-F238E27FC236}">
                <a16:creationId xmlns:a16="http://schemas.microsoft.com/office/drawing/2014/main" id="{9F9F09DB-E4C9-CFB9-49C0-5E14ADBE2CCD}"/>
              </a:ext>
            </a:extLst>
          </p:cNvPr>
          <p:cNvPicPr>
            <a:picLocks noChangeAspect="1"/>
          </p:cNvPicPr>
          <p:nvPr/>
        </p:nvPicPr>
        <p:blipFill>
          <a:blip r:embed="rId3"/>
          <a:srcRect l="500" r="500"/>
          <a:stretch/>
        </p:blipFill>
        <p:spPr>
          <a:xfrm>
            <a:off x="9007615" y="4556734"/>
            <a:ext cx="2850053" cy="1017678"/>
          </a:xfrm>
          <a:prstGeom prst="rect">
            <a:avLst/>
          </a:prstGeom>
        </p:spPr>
      </p:pic>
      <p:pic>
        <p:nvPicPr>
          <p:cNvPr id="9" name="Picture 8">
            <a:extLst>
              <a:ext uri="{FF2B5EF4-FFF2-40B4-BE49-F238E27FC236}">
                <a16:creationId xmlns:a16="http://schemas.microsoft.com/office/drawing/2014/main" id="{0B74899D-BC44-3FA5-C288-2C3E893FC9B4}"/>
              </a:ext>
            </a:extLst>
          </p:cNvPr>
          <p:cNvPicPr>
            <a:picLocks noChangeAspect="1"/>
          </p:cNvPicPr>
          <p:nvPr/>
        </p:nvPicPr>
        <p:blipFill>
          <a:blip r:embed="rId4"/>
          <a:srcRect r="437" b="31151"/>
          <a:stretch/>
        </p:blipFill>
        <p:spPr>
          <a:xfrm rot="-5400000">
            <a:off x="7673786" y="4131526"/>
            <a:ext cx="1425748" cy="1885138"/>
          </a:xfrm>
          <a:prstGeom prst="rect">
            <a:avLst/>
          </a:prstGeom>
        </p:spPr>
      </p:pic>
      <p:pic>
        <p:nvPicPr>
          <p:cNvPr id="10" name="Picture 9">
            <a:extLst>
              <a:ext uri="{FF2B5EF4-FFF2-40B4-BE49-F238E27FC236}">
                <a16:creationId xmlns:a16="http://schemas.microsoft.com/office/drawing/2014/main" id="{54AE3BEE-286D-EFAA-1124-CB295E6703D0}"/>
              </a:ext>
            </a:extLst>
          </p:cNvPr>
          <p:cNvPicPr>
            <a:picLocks noChangeAspect="1"/>
          </p:cNvPicPr>
          <p:nvPr/>
        </p:nvPicPr>
        <p:blipFill>
          <a:blip r:embed="rId4"/>
          <a:srcRect r="437" b="31151"/>
          <a:stretch/>
        </p:blipFill>
        <p:spPr>
          <a:xfrm rot="5400000">
            <a:off x="10164226" y="1287964"/>
            <a:ext cx="1425748" cy="1885138"/>
          </a:xfrm>
          <a:prstGeom prst="rect">
            <a:avLst/>
          </a:prstGeom>
        </p:spPr>
      </p:pic>
      <p:pic>
        <p:nvPicPr>
          <p:cNvPr id="11" name="Picture 10">
            <a:extLst>
              <a:ext uri="{FF2B5EF4-FFF2-40B4-BE49-F238E27FC236}">
                <a16:creationId xmlns:a16="http://schemas.microsoft.com/office/drawing/2014/main" id="{708C2A80-8683-507D-BDF1-CDD209CD8B6F}"/>
              </a:ext>
            </a:extLst>
          </p:cNvPr>
          <p:cNvPicPr>
            <a:picLocks noChangeAspect="1"/>
          </p:cNvPicPr>
          <p:nvPr/>
        </p:nvPicPr>
        <p:blipFill>
          <a:blip r:embed="rId3"/>
          <a:srcRect l="500" r="500"/>
          <a:stretch/>
        </p:blipFill>
        <p:spPr>
          <a:xfrm>
            <a:off x="7268954" y="1776672"/>
            <a:ext cx="2850053" cy="1017678"/>
          </a:xfrm>
          <a:prstGeom prst="rect">
            <a:avLst/>
          </a:prstGeom>
        </p:spPr>
      </p:pic>
      <p:sp>
        <p:nvSpPr>
          <p:cNvPr id="12" name="Arrow: Left 11">
            <a:extLst>
              <a:ext uri="{FF2B5EF4-FFF2-40B4-BE49-F238E27FC236}">
                <a16:creationId xmlns:a16="http://schemas.microsoft.com/office/drawing/2014/main" id="{0EACBAE3-C553-6CE2-F2B6-D06871AD6468}"/>
              </a:ext>
            </a:extLst>
          </p:cNvPr>
          <p:cNvSpPr/>
          <p:nvPr/>
        </p:nvSpPr>
        <p:spPr>
          <a:xfrm>
            <a:off x="8291237" y="3954702"/>
            <a:ext cx="2427670" cy="571216"/>
          </a:xfrm>
          <a:prstGeom prst="leftArrow">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525C39E-9F48-214A-7DDD-9E0B3C64C0D0}"/>
              </a:ext>
            </a:extLst>
          </p:cNvPr>
          <p:cNvSpPr txBox="1"/>
          <p:nvPr/>
        </p:nvSpPr>
        <p:spPr>
          <a:xfrm>
            <a:off x="8695184" y="476013"/>
            <a:ext cx="23324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Air against the parachute, not good</a:t>
            </a:r>
            <a:endParaRPr lang="en-US"/>
          </a:p>
        </p:txBody>
      </p:sp>
      <p:sp>
        <p:nvSpPr>
          <p:cNvPr id="14" name="TextBox 13">
            <a:extLst>
              <a:ext uri="{FF2B5EF4-FFF2-40B4-BE49-F238E27FC236}">
                <a16:creationId xmlns:a16="http://schemas.microsoft.com/office/drawing/2014/main" id="{5E2AAB86-C0CD-0E68-457C-CAC577F1826E}"/>
              </a:ext>
            </a:extLst>
          </p:cNvPr>
          <p:cNvSpPr txBox="1"/>
          <p:nvPr/>
        </p:nvSpPr>
        <p:spPr>
          <a:xfrm>
            <a:off x="8388525" y="3300988"/>
            <a:ext cx="23324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Air going into the parachute, good</a:t>
            </a:r>
            <a:endParaRPr lang="en-US"/>
          </a:p>
        </p:txBody>
      </p:sp>
      <p:sp>
        <p:nvSpPr>
          <p:cNvPr id="15" name="Arrow: Left 14">
            <a:extLst>
              <a:ext uri="{FF2B5EF4-FFF2-40B4-BE49-F238E27FC236}">
                <a16:creationId xmlns:a16="http://schemas.microsoft.com/office/drawing/2014/main" id="{392C3DD1-5EA0-EFE7-1CA5-83C17D51172D}"/>
              </a:ext>
            </a:extLst>
          </p:cNvPr>
          <p:cNvSpPr/>
          <p:nvPr/>
        </p:nvSpPr>
        <p:spPr>
          <a:xfrm>
            <a:off x="8449212" y="1008921"/>
            <a:ext cx="2427670" cy="571216"/>
          </a:xfrm>
          <a:prstGeom prst="leftArrow">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5554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B6992-993B-C76A-8D66-9F22825299AC}"/>
              </a:ext>
            </a:extLst>
          </p:cNvPr>
          <p:cNvSpPr>
            <a:spLocks noGrp="1"/>
          </p:cNvSpPr>
          <p:nvPr>
            <p:ph type="title"/>
          </p:nvPr>
        </p:nvSpPr>
        <p:spPr/>
        <p:txBody>
          <a:bodyPr/>
          <a:lstStyle/>
          <a:p>
            <a:r>
              <a:rPr lang="en-US">
                <a:latin typeface="Munistic"/>
              </a:rPr>
              <a:t>Avionics</a:t>
            </a:r>
            <a:endParaRPr lang="en-US"/>
          </a:p>
        </p:txBody>
      </p:sp>
      <p:sp>
        <p:nvSpPr>
          <p:cNvPr id="3" name="Text Placeholder 2">
            <a:extLst>
              <a:ext uri="{FF2B5EF4-FFF2-40B4-BE49-F238E27FC236}">
                <a16:creationId xmlns:a16="http://schemas.microsoft.com/office/drawing/2014/main" id="{F273BCD0-E354-A882-8C88-C1CEE690E988}"/>
              </a:ext>
            </a:extLst>
          </p:cNvPr>
          <p:cNvSpPr>
            <a:spLocks noGrp="1"/>
          </p:cNvSpPr>
          <p:nvPr>
            <p:ph type="body" sz="quarter" idx="11"/>
          </p:nvPr>
        </p:nvSpPr>
        <p:spPr/>
        <p:txBody>
          <a:bodyPr/>
          <a:lstStyle/>
          <a:p>
            <a:r>
              <a:rPr lang="en-US" sz="3200">
                <a:ea typeface="Source Sans Pro"/>
                <a:cs typeface="Calibri"/>
              </a:rPr>
              <a:t>Spencer Biernat</a:t>
            </a:r>
            <a:endParaRPr lang="en-US" sz="3200"/>
          </a:p>
        </p:txBody>
      </p:sp>
    </p:spTree>
    <p:extLst>
      <p:ext uri="{BB962C8B-B14F-4D97-AF65-F5344CB8AC3E}">
        <p14:creationId xmlns:p14="http://schemas.microsoft.com/office/powerpoint/2010/main" val="2961502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C9F45-2E72-1436-54C8-C268DF7DCD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293744F-D026-C7FD-C88A-18225F013E11}"/>
              </a:ext>
            </a:extLst>
          </p:cNvPr>
          <p:cNvSpPr>
            <a:spLocks noGrp="1"/>
          </p:cNvSpPr>
          <p:nvPr>
            <p:ph type="body" sz="quarter" idx="15"/>
          </p:nvPr>
        </p:nvSpPr>
        <p:spPr>
          <a:xfrm>
            <a:off x="838199" y="2169345"/>
            <a:ext cx="6680617" cy="4033401"/>
          </a:xfrm>
        </p:spPr>
        <p:txBody>
          <a:bodyPr vert="horz" lIns="91440" tIns="45720" rIns="91440" bIns="45720" numCol="2" spcCol="457200" rtlCol="0" anchor="t">
            <a:noAutofit/>
          </a:bodyPr>
          <a:lstStyle/>
          <a:p>
            <a:pPr marL="380365" indent="-258445">
              <a:lnSpc>
                <a:spcPct val="114999"/>
              </a:lnSpc>
              <a:spcBef>
                <a:spcPts val="0"/>
              </a:spcBef>
              <a:spcAft>
                <a:spcPts val="0"/>
              </a:spcAft>
            </a:pPr>
            <a:r>
              <a:rPr lang="en-US" sz="2500" err="1">
                <a:ea typeface="Source Sans Pro"/>
                <a:cs typeface="Times New Roman"/>
              </a:rPr>
              <a:t>RadioMaster</a:t>
            </a:r>
            <a:r>
              <a:rPr lang="en-US" sz="2500">
                <a:ea typeface="Source Sans Pro"/>
                <a:cs typeface="Times New Roman"/>
              </a:rPr>
              <a:t> TX12 Multi-Protocol </a:t>
            </a:r>
            <a:r>
              <a:rPr lang="en-US" sz="2500" err="1">
                <a:ea typeface="Source Sans Pro"/>
                <a:cs typeface="Times New Roman"/>
              </a:rPr>
              <a:t>OpenTX</a:t>
            </a:r>
            <a:r>
              <a:rPr lang="en-US" sz="2500">
                <a:ea typeface="Source Sans Pro"/>
                <a:cs typeface="Times New Roman"/>
              </a:rPr>
              <a:t> 2.4GHz RC Transmitter</a:t>
            </a:r>
            <a:endParaRPr lang="en-US" sz="2500">
              <a:solidFill>
                <a:srgbClr val="000000"/>
              </a:solidFill>
              <a:ea typeface="Source Sans Pro"/>
              <a:cs typeface="Times New Roman"/>
            </a:endParaRPr>
          </a:p>
          <a:p>
            <a:pPr marL="380365" indent="-258445">
              <a:lnSpc>
                <a:spcPct val="114999"/>
              </a:lnSpc>
              <a:spcBef>
                <a:spcPts val="0"/>
              </a:spcBef>
              <a:spcAft>
                <a:spcPts val="0"/>
              </a:spcAft>
            </a:pPr>
            <a:r>
              <a:rPr lang="en-US" sz="2500">
                <a:ea typeface="Source Sans Pro"/>
                <a:cs typeface="Times New Roman"/>
              </a:rPr>
              <a:t>Selected because it comes with </a:t>
            </a:r>
            <a:r>
              <a:rPr lang="en-US" sz="2500" err="1">
                <a:ea typeface="Source Sans Pro"/>
                <a:cs typeface="Times New Roman"/>
              </a:rPr>
              <a:t>OpenTX</a:t>
            </a:r>
            <a:r>
              <a:rPr lang="en-US" sz="2500">
                <a:ea typeface="Source Sans Pro"/>
                <a:cs typeface="Times New Roman"/>
              </a:rPr>
              <a:t> software preinstalled </a:t>
            </a:r>
            <a:endParaRPr lang="en-US" sz="2500">
              <a:solidFill>
                <a:srgbClr val="000000"/>
              </a:solidFill>
              <a:ea typeface="Source Sans Pro"/>
              <a:cs typeface="Times New Roman"/>
            </a:endParaRPr>
          </a:p>
          <a:p>
            <a:pPr marL="380365" indent="-258445">
              <a:lnSpc>
                <a:spcPct val="114999"/>
              </a:lnSpc>
              <a:spcBef>
                <a:spcPts val="0"/>
              </a:spcBef>
              <a:spcAft>
                <a:spcPts val="0"/>
              </a:spcAft>
            </a:pPr>
            <a:r>
              <a:rPr lang="en-US" sz="2500">
                <a:ea typeface="Source Sans Pro"/>
                <a:cs typeface="Times New Roman"/>
              </a:rPr>
              <a:t>Also selected for cost.</a:t>
            </a:r>
            <a:endParaRPr lang="en-US" sz="2500">
              <a:solidFill>
                <a:srgbClr val="000000"/>
              </a:solidFill>
              <a:ea typeface="Source Sans Pro"/>
              <a:cs typeface="Times New Roman"/>
            </a:endParaRPr>
          </a:p>
          <a:p>
            <a:pPr marL="380365" indent="-258445">
              <a:lnSpc>
                <a:spcPct val="114999"/>
              </a:lnSpc>
              <a:spcBef>
                <a:spcPts val="0"/>
              </a:spcBef>
              <a:spcAft>
                <a:spcPts val="0"/>
              </a:spcAft>
            </a:pPr>
            <a:endParaRPr lang="en-US" sz="2500">
              <a:solidFill>
                <a:srgbClr val="000000"/>
              </a:solidFill>
              <a:cs typeface="Times New Roman" panose="02020603050405020304" pitchFamily="18" charset="0"/>
            </a:endParaRPr>
          </a:p>
          <a:p>
            <a:pPr marL="380365" indent="-258445">
              <a:lnSpc>
                <a:spcPct val="114999"/>
              </a:lnSpc>
              <a:spcBef>
                <a:spcPts val="0"/>
              </a:spcBef>
              <a:spcAft>
                <a:spcPts val="0"/>
              </a:spcAft>
            </a:pPr>
            <a:endParaRPr lang="en-US" sz="2500">
              <a:solidFill>
                <a:srgbClr val="000000"/>
              </a:solidFill>
              <a:cs typeface="Times New Roman" panose="02020603050405020304" pitchFamily="18" charset="0"/>
            </a:endParaRPr>
          </a:p>
          <a:p>
            <a:pPr marL="380365" indent="-258445"/>
            <a:endParaRPr lang="en-US" sz="2500">
              <a:cs typeface="Times New Roman" panose="02020603050405020304" pitchFamily="18" charset="0"/>
            </a:endParaRPr>
          </a:p>
        </p:txBody>
      </p:sp>
      <p:pic>
        <p:nvPicPr>
          <p:cNvPr id="5" name="Picture 4" descr="RadioMaster TX12 Multi-Protocol OpenTX 2.4GHz RC Transmitter">
            <a:extLst>
              <a:ext uri="{FF2B5EF4-FFF2-40B4-BE49-F238E27FC236}">
                <a16:creationId xmlns:a16="http://schemas.microsoft.com/office/drawing/2014/main" id="{E4D0A90D-DD4E-4A55-9AC3-1EDF38C38D39}"/>
              </a:ext>
            </a:extLst>
          </p:cNvPr>
          <p:cNvPicPr>
            <a:picLocks noChangeAspect="1"/>
          </p:cNvPicPr>
          <p:nvPr/>
        </p:nvPicPr>
        <p:blipFill>
          <a:blip r:embed="rId3"/>
          <a:stretch>
            <a:fillRect/>
          </a:stretch>
        </p:blipFill>
        <p:spPr>
          <a:xfrm>
            <a:off x="7196840" y="1956425"/>
            <a:ext cx="4092314" cy="4042347"/>
          </a:xfrm>
          <a:prstGeom prst="rect">
            <a:avLst/>
          </a:prstGeom>
        </p:spPr>
      </p:pic>
      <p:sp>
        <p:nvSpPr>
          <p:cNvPr id="6" name="Title 2">
            <a:extLst>
              <a:ext uri="{FF2B5EF4-FFF2-40B4-BE49-F238E27FC236}">
                <a16:creationId xmlns:a16="http://schemas.microsoft.com/office/drawing/2014/main" id="{AE53F6A9-F1E6-41A8-BB59-6819AAABBD55}"/>
              </a:ext>
            </a:extLst>
          </p:cNvPr>
          <p:cNvSpPr txBox="1">
            <a:spLocks/>
          </p:cNvSpPr>
          <p:nvPr/>
        </p:nvSpPr>
        <p:spPr>
          <a:xfrm>
            <a:off x="538198" y="570934"/>
            <a:ext cx="10515600" cy="1257866"/>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lvl1pPr algn="l"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a:lstStyle>
          <a:p>
            <a:r>
              <a:rPr lang="en-US">
                <a:latin typeface="Munistic"/>
              </a:rPr>
              <a:t>Telemetry and Ground Station: Radio Transmitter</a:t>
            </a:r>
            <a:endParaRPr lang="en-US"/>
          </a:p>
        </p:txBody>
      </p:sp>
    </p:spTree>
    <p:extLst>
      <p:ext uri="{BB962C8B-B14F-4D97-AF65-F5344CB8AC3E}">
        <p14:creationId xmlns:p14="http://schemas.microsoft.com/office/powerpoint/2010/main" val="3037852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6DFAAA-4FF8-F5E7-6A13-0EF2FCDC9EF6}"/>
              </a:ext>
            </a:extLst>
          </p:cNvPr>
          <p:cNvSpPr>
            <a:spLocks noGrp="1"/>
          </p:cNvSpPr>
          <p:nvPr>
            <p:ph type="body" sz="quarter" idx="15"/>
          </p:nvPr>
        </p:nvSpPr>
        <p:spPr>
          <a:xfrm>
            <a:off x="838199" y="1969476"/>
            <a:ext cx="10515600" cy="4183674"/>
          </a:xfrm>
        </p:spPr>
        <p:txBody>
          <a:bodyPr vert="horz" lIns="91440" tIns="45720" rIns="91440" bIns="45720" numCol="2" spcCol="457200" rtlCol="0" anchor="t">
            <a:noAutofit/>
          </a:bodyPr>
          <a:lstStyle/>
          <a:p>
            <a:pPr marL="380365" indent="-258445">
              <a:lnSpc>
                <a:spcPct val="114999"/>
              </a:lnSpc>
              <a:spcBef>
                <a:spcPts val="0"/>
              </a:spcBef>
              <a:spcAft>
                <a:spcPts val="0"/>
              </a:spcAft>
            </a:pPr>
            <a:r>
              <a:rPr lang="en-US" sz="1800" err="1">
                <a:ea typeface="Source Sans Pro"/>
                <a:cs typeface="Times New Roman"/>
              </a:rPr>
              <a:t>SpeedyBee</a:t>
            </a:r>
            <a:r>
              <a:rPr lang="en-US" sz="1800">
                <a:ea typeface="Source Sans Pro"/>
                <a:cs typeface="Times New Roman"/>
              </a:rPr>
              <a:t> F405 WING APP Fixed Wing Flight Controller</a:t>
            </a:r>
            <a:endParaRPr lang="en-US" sz="1800">
              <a:solidFill>
                <a:srgbClr val="000000"/>
              </a:solidFill>
              <a:ea typeface="Source Sans Pro"/>
              <a:cs typeface="Times New Roman"/>
            </a:endParaRPr>
          </a:p>
          <a:p>
            <a:pPr marL="380365" indent="-258445">
              <a:lnSpc>
                <a:spcPct val="114999"/>
              </a:lnSpc>
              <a:spcBef>
                <a:spcPts val="0"/>
              </a:spcBef>
              <a:spcAft>
                <a:spcPts val="0"/>
              </a:spcAft>
            </a:pPr>
            <a:r>
              <a:rPr lang="en-US" sz="1800">
                <a:ea typeface="Source Sans Pro"/>
                <a:cs typeface="Times New Roman"/>
              </a:rPr>
              <a:t>Picked for size, price, and features</a:t>
            </a:r>
            <a:endParaRPr lang="en-US" sz="1800">
              <a:solidFill>
                <a:srgbClr val="000000"/>
              </a:solidFill>
              <a:ea typeface="Source Sans Pro"/>
              <a:cs typeface="Times New Roman"/>
            </a:endParaRPr>
          </a:p>
          <a:p>
            <a:pPr marL="380365" indent="-258445">
              <a:lnSpc>
                <a:spcPct val="114999"/>
              </a:lnSpc>
              <a:spcBef>
                <a:spcPts val="0"/>
              </a:spcBef>
              <a:spcAft>
                <a:spcPts val="0"/>
              </a:spcAft>
            </a:pPr>
            <a:r>
              <a:rPr lang="en-US" sz="1800">
                <a:ea typeface="Source Sans Pro"/>
                <a:cs typeface="Times New Roman"/>
              </a:rPr>
              <a:t>Comes with power distribution board in stack</a:t>
            </a:r>
            <a:endParaRPr lang="en-US" sz="1800">
              <a:solidFill>
                <a:srgbClr val="000000"/>
              </a:solidFill>
              <a:ea typeface="Source Sans Pro"/>
              <a:cs typeface="Times New Roman"/>
            </a:endParaRPr>
          </a:p>
          <a:p>
            <a:pPr marL="380365" indent="-258445">
              <a:lnSpc>
                <a:spcPct val="114999"/>
              </a:lnSpc>
              <a:spcBef>
                <a:spcPts val="0"/>
              </a:spcBef>
              <a:spcAft>
                <a:spcPts val="0"/>
              </a:spcAft>
            </a:pPr>
            <a:r>
              <a:rPr lang="en-US" sz="1800">
                <a:ea typeface="Source Sans Pro"/>
                <a:cs typeface="Times New Roman"/>
              </a:rPr>
              <a:t>dedicated pinouts for all Sonata I components</a:t>
            </a:r>
            <a:endParaRPr lang="en-US" sz="1800">
              <a:solidFill>
                <a:srgbClr val="000000"/>
              </a:solidFill>
              <a:ea typeface="Source Sans Pro"/>
              <a:cs typeface="Times New Roman"/>
            </a:endParaRPr>
          </a:p>
          <a:p>
            <a:pPr marL="742315" lvl="1" indent="-285750">
              <a:lnSpc>
                <a:spcPct val="114999"/>
              </a:lnSpc>
              <a:spcBef>
                <a:spcPts val="0"/>
              </a:spcBef>
            </a:pPr>
            <a:r>
              <a:rPr lang="en-US">
                <a:ea typeface="Source Sans Pro"/>
                <a:cs typeface="Times New Roman"/>
              </a:rPr>
              <a:t>Airspeed sensor</a:t>
            </a:r>
            <a:endParaRPr lang="en-US">
              <a:solidFill>
                <a:srgbClr val="000000"/>
              </a:solidFill>
              <a:ea typeface="Source Sans Pro"/>
              <a:cs typeface="Times New Roman"/>
            </a:endParaRPr>
          </a:p>
          <a:p>
            <a:pPr marL="742315" lvl="1" indent="-285750">
              <a:lnSpc>
                <a:spcPct val="114999"/>
              </a:lnSpc>
              <a:spcBef>
                <a:spcPts val="0"/>
              </a:spcBef>
            </a:pPr>
            <a:r>
              <a:rPr lang="en-US">
                <a:ea typeface="Source Sans Pro"/>
                <a:cs typeface="Times New Roman"/>
              </a:rPr>
              <a:t>GPS</a:t>
            </a:r>
            <a:endParaRPr lang="en-US">
              <a:solidFill>
                <a:srgbClr val="000000"/>
              </a:solidFill>
              <a:ea typeface="Source Sans Pro"/>
              <a:cs typeface="Times New Roman"/>
            </a:endParaRPr>
          </a:p>
          <a:p>
            <a:pPr marL="742315" lvl="1" indent="-285750">
              <a:lnSpc>
                <a:spcPct val="114999"/>
              </a:lnSpc>
              <a:spcBef>
                <a:spcPts val="0"/>
              </a:spcBef>
            </a:pPr>
            <a:r>
              <a:rPr lang="en-US">
                <a:ea typeface="Source Sans Pro"/>
                <a:cs typeface="Times New Roman"/>
              </a:rPr>
              <a:t>Camera and Video TX</a:t>
            </a:r>
            <a:endParaRPr lang="en-US">
              <a:solidFill>
                <a:srgbClr val="000000"/>
              </a:solidFill>
              <a:ea typeface="Source Sans Pro"/>
              <a:cs typeface="Times New Roman"/>
            </a:endParaRPr>
          </a:p>
          <a:p>
            <a:pPr marL="742315" lvl="1" indent="-285750">
              <a:lnSpc>
                <a:spcPct val="114999"/>
              </a:lnSpc>
              <a:spcBef>
                <a:spcPts val="0"/>
              </a:spcBef>
            </a:pPr>
            <a:r>
              <a:rPr lang="en-US" err="1">
                <a:ea typeface="Source Sans Pro"/>
                <a:cs typeface="Times New Roman"/>
              </a:rPr>
              <a:t>EdgeTX</a:t>
            </a:r>
            <a:r>
              <a:rPr lang="en-US">
                <a:ea typeface="Source Sans Pro"/>
                <a:cs typeface="Times New Roman"/>
              </a:rPr>
              <a:t>/</a:t>
            </a:r>
            <a:r>
              <a:rPr lang="en-US" err="1">
                <a:ea typeface="Source Sans Pro"/>
                <a:cs typeface="Times New Roman"/>
              </a:rPr>
              <a:t>OpenTX</a:t>
            </a:r>
            <a:r>
              <a:rPr lang="en-US">
                <a:ea typeface="Source Sans Pro"/>
                <a:cs typeface="Times New Roman"/>
              </a:rPr>
              <a:t> ready port for telemetry</a:t>
            </a:r>
            <a:endParaRPr lang="en-US">
              <a:solidFill>
                <a:srgbClr val="000000"/>
              </a:solidFill>
              <a:ea typeface="Source Sans Pro"/>
              <a:cs typeface="Times New Roman"/>
            </a:endParaRPr>
          </a:p>
          <a:p>
            <a:pPr marL="380365" indent="-258445">
              <a:lnSpc>
                <a:spcPct val="114999"/>
              </a:lnSpc>
              <a:spcBef>
                <a:spcPts val="0"/>
              </a:spcBef>
              <a:spcAft>
                <a:spcPts val="0"/>
              </a:spcAft>
            </a:pPr>
            <a:r>
              <a:rPr lang="en-US" sz="1800">
                <a:ea typeface="Source Sans Pro"/>
                <a:cs typeface="Times New Roman"/>
              </a:rPr>
              <a:t>Firmware profiles for fixed-wing flight with F405 WING already exist in </a:t>
            </a:r>
            <a:r>
              <a:rPr lang="en-US" sz="1800" err="1">
                <a:ea typeface="Source Sans Pro"/>
                <a:cs typeface="Times New Roman"/>
              </a:rPr>
              <a:t>ArduPilot</a:t>
            </a:r>
            <a:r>
              <a:rPr lang="en-US" sz="1800">
                <a:ea typeface="Source Sans Pro"/>
                <a:cs typeface="Times New Roman"/>
              </a:rPr>
              <a:t>. </a:t>
            </a:r>
            <a:endParaRPr lang="en-US" sz="1800">
              <a:solidFill>
                <a:srgbClr val="000000"/>
              </a:solidFill>
              <a:ea typeface="Source Sans Pro"/>
              <a:cs typeface="Times New Roman"/>
            </a:endParaRPr>
          </a:p>
          <a:p>
            <a:pPr marL="380365" indent="-258445">
              <a:lnSpc>
                <a:spcPct val="114999"/>
              </a:lnSpc>
              <a:spcBef>
                <a:spcPts val="0"/>
              </a:spcBef>
              <a:spcAft>
                <a:spcPts val="0"/>
              </a:spcAft>
            </a:pPr>
            <a:r>
              <a:rPr lang="en-US" sz="1800">
                <a:ea typeface="Source Sans Pro"/>
                <a:cs typeface="Times New Roman"/>
              </a:rPr>
              <a:t>Plenty of servo control pinouts</a:t>
            </a:r>
            <a:endParaRPr lang="en-US" sz="1800">
              <a:solidFill>
                <a:srgbClr val="000000"/>
              </a:solidFill>
              <a:ea typeface="Source Sans Pro"/>
              <a:cs typeface="Times New Roman"/>
            </a:endParaRPr>
          </a:p>
          <a:p>
            <a:pPr marL="380365" indent="-258445">
              <a:lnSpc>
                <a:spcPct val="114999"/>
              </a:lnSpc>
              <a:spcBef>
                <a:spcPts val="0"/>
              </a:spcBef>
              <a:spcAft>
                <a:spcPts val="0"/>
              </a:spcAft>
            </a:pPr>
            <a:r>
              <a:rPr lang="en-US" sz="1800">
                <a:ea typeface="Source Sans Pro"/>
                <a:cs typeface="Times New Roman"/>
              </a:rPr>
              <a:t>Blackbox logging micro SD card slot.</a:t>
            </a:r>
            <a:endParaRPr lang="en-US" sz="1800">
              <a:solidFill>
                <a:srgbClr val="000000"/>
              </a:solidFill>
              <a:ea typeface="Source Sans Pro"/>
              <a:cs typeface="Times New Roman"/>
            </a:endParaRPr>
          </a:p>
          <a:p>
            <a:pPr marL="380365" indent="-258445"/>
            <a:endParaRPr lang="en-US" sz="2400">
              <a:cs typeface="Calibri"/>
            </a:endParaRPr>
          </a:p>
        </p:txBody>
      </p:sp>
      <p:pic>
        <p:nvPicPr>
          <p:cNvPr id="5" name="Picture 4" descr="A close-up of a circuit board&#10;&#10;AI-generated content may be incorrect.">
            <a:extLst>
              <a:ext uri="{FF2B5EF4-FFF2-40B4-BE49-F238E27FC236}">
                <a16:creationId xmlns:a16="http://schemas.microsoft.com/office/drawing/2014/main" id="{3E83E23B-41AA-8DF4-289A-AD79D1FBD2B3}"/>
              </a:ext>
            </a:extLst>
          </p:cNvPr>
          <p:cNvPicPr>
            <a:picLocks noChangeAspect="1"/>
          </p:cNvPicPr>
          <p:nvPr/>
        </p:nvPicPr>
        <p:blipFill>
          <a:blip r:embed="rId3"/>
          <a:stretch>
            <a:fillRect/>
          </a:stretch>
        </p:blipFill>
        <p:spPr>
          <a:xfrm>
            <a:off x="7110335" y="1969957"/>
            <a:ext cx="4017363" cy="4042347"/>
          </a:xfrm>
          <a:prstGeom prst="rect">
            <a:avLst/>
          </a:prstGeom>
        </p:spPr>
      </p:pic>
      <p:sp>
        <p:nvSpPr>
          <p:cNvPr id="8" name="Title 2">
            <a:extLst>
              <a:ext uri="{FF2B5EF4-FFF2-40B4-BE49-F238E27FC236}">
                <a16:creationId xmlns:a16="http://schemas.microsoft.com/office/drawing/2014/main" id="{AEBBDC8C-7A6F-166A-31F0-18938DD17AA9}"/>
              </a:ext>
            </a:extLst>
          </p:cNvPr>
          <p:cNvSpPr txBox="1">
            <a:spLocks/>
          </p:cNvSpPr>
          <p:nvPr/>
        </p:nvSpPr>
        <p:spPr>
          <a:xfrm>
            <a:off x="468348" y="495301"/>
            <a:ext cx="10595850" cy="135862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lvl1pPr algn="l"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a:lstStyle>
          <a:p>
            <a:r>
              <a:rPr lang="en-US">
                <a:latin typeface="Munistic"/>
              </a:rPr>
              <a:t>Avionics and Radio Control: Flight Controller</a:t>
            </a:r>
            <a:endParaRPr lang="en-US"/>
          </a:p>
        </p:txBody>
      </p:sp>
    </p:spTree>
    <p:extLst>
      <p:ext uri="{BB962C8B-B14F-4D97-AF65-F5344CB8AC3E}">
        <p14:creationId xmlns:p14="http://schemas.microsoft.com/office/powerpoint/2010/main" val="19605616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ircuit board&#10;&#10;Description automatically generated">
            <a:extLst>
              <a:ext uri="{FF2B5EF4-FFF2-40B4-BE49-F238E27FC236}">
                <a16:creationId xmlns:a16="http://schemas.microsoft.com/office/drawing/2014/main" id="{21F0DD5C-6BEF-9095-4E09-344C93B8D5A3}"/>
              </a:ext>
            </a:extLst>
          </p:cNvPr>
          <p:cNvPicPr>
            <a:picLocks noChangeAspect="1"/>
          </p:cNvPicPr>
          <p:nvPr/>
        </p:nvPicPr>
        <p:blipFill>
          <a:blip r:embed="rId3"/>
          <a:stretch>
            <a:fillRect/>
          </a:stretch>
        </p:blipFill>
        <p:spPr>
          <a:xfrm>
            <a:off x="302301" y="1862745"/>
            <a:ext cx="5478904" cy="3769590"/>
          </a:xfrm>
          <a:prstGeom prst="rect">
            <a:avLst/>
          </a:prstGeom>
        </p:spPr>
      </p:pic>
      <p:pic>
        <p:nvPicPr>
          <p:cNvPr id="6" name="Picture 5" descr="A diagram of a device&#10;&#10;Description automatically generated">
            <a:extLst>
              <a:ext uri="{FF2B5EF4-FFF2-40B4-BE49-F238E27FC236}">
                <a16:creationId xmlns:a16="http://schemas.microsoft.com/office/drawing/2014/main" id="{B25AFBE1-0B56-B3F8-4584-D05ABFAC8878}"/>
              </a:ext>
            </a:extLst>
          </p:cNvPr>
          <p:cNvPicPr>
            <a:picLocks noChangeAspect="1"/>
          </p:cNvPicPr>
          <p:nvPr/>
        </p:nvPicPr>
        <p:blipFill>
          <a:blip r:embed="rId4"/>
          <a:stretch>
            <a:fillRect/>
          </a:stretch>
        </p:blipFill>
        <p:spPr>
          <a:xfrm>
            <a:off x="6098498" y="1864786"/>
            <a:ext cx="5641298" cy="3765509"/>
          </a:xfrm>
          <a:prstGeom prst="rect">
            <a:avLst/>
          </a:prstGeom>
        </p:spPr>
      </p:pic>
      <p:sp>
        <p:nvSpPr>
          <p:cNvPr id="7" name="Title 2">
            <a:extLst>
              <a:ext uri="{FF2B5EF4-FFF2-40B4-BE49-F238E27FC236}">
                <a16:creationId xmlns:a16="http://schemas.microsoft.com/office/drawing/2014/main" id="{15AE4F83-737A-C5D1-C367-52D9C2F1847E}"/>
              </a:ext>
            </a:extLst>
          </p:cNvPr>
          <p:cNvSpPr txBox="1">
            <a:spLocks/>
          </p:cNvSpPr>
          <p:nvPr/>
        </p:nvSpPr>
        <p:spPr>
          <a:xfrm>
            <a:off x="302301" y="402245"/>
            <a:ext cx="10595850" cy="135862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lvl1pPr algn="l"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a:lstStyle>
          <a:p>
            <a:r>
              <a:rPr lang="en-US">
                <a:latin typeface="Munistic"/>
              </a:rPr>
              <a:t>Avionics and Radio Control: Wiring Diagrams</a:t>
            </a:r>
            <a:endParaRPr lang="en-US"/>
          </a:p>
        </p:txBody>
      </p:sp>
    </p:spTree>
    <p:extLst>
      <p:ext uri="{BB962C8B-B14F-4D97-AF65-F5344CB8AC3E}">
        <p14:creationId xmlns:p14="http://schemas.microsoft.com/office/powerpoint/2010/main" val="715043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36BA63-FDD5-1198-DE76-9BF6CB2FF08A}"/>
              </a:ext>
            </a:extLst>
          </p:cNvPr>
          <p:cNvSpPr txBox="1"/>
          <p:nvPr/>
        </p:nvSpPr>
        <p:spPr>
          <a:xfrm>
            <a:off x="564630" y="1888761"/>
            <a:ext cx="5041691" cy="35548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500" err="1">
                <a:cs typeface="Arial"/>
              </a:rPr>
              <a:t>ArduPilot</a:t>
            </a:r>
            <a:r>
              <a:rPr lang="en-US" sz="2500">
                <a:cs typeface="Arial"/>
              </a:rPr>
              <a:t> selected for versatility and availability for integration with future CPSS projects.​</a:t>
            </a:r>
          </a:p>
          <a:p>
            <a:pPr marL="228600" lvl="1" indent="-228600">
              <a:buFont typeface=""/>
              <a:buChar char="•"/>
            </a:pPr>
            <a:r>
              <a:rPr lang="en-US" sz="2500">
                <a:cs typeface="Arial"/>
              </a:rPr>
              <a:t>Integration with ground control displays developed using </a:t>
            </a:r>
            <a:r>
              <a:rPr lang="en-US" sz="2500" err="1">
                <a:cs typeface="Arial"/>
              </a:rPr>
              <a:t>OpenMCT</a:t>
            </a:r>
            <a:r>
              <a:rPr lang="en-US" sz="2500">
                <a:cs typeface="Arial"/>
              </a:rPr>
              <a:t>.​</a:t>
            </a:r>
          </a:p>
          <a:p>
            <a:pPr marL="228600" lvl="1" indent="-228600">
              <a:buFont typeface=""/>
              <a:buChar char="•"/>
            </a:pPr>
            <a:r>
              <a:rPr lang="en-US" sz="2500">
                <a:cs typeface="Arial"/>
              </a:rPr>
              <a:t>Mission Planner for future projects involving autonomous return.​</a:t>
            </a:r>
          </a:p>
          <a:p>
            <a:pPr marL="228600" lvl="1" indent="-228600">
              <a:buFont typeface=""/>
              <a:buChar char="•"/>
            </a:pPr>
            <a:endParaRPr lang="en-US" sz="2500">
              <a:cs typeface="Arial"/>
            </a:endParaRPr>
          </a:p>
          <a:p>
            <a:pPr marL="228600" indent="-228600">
              <a:buFont typeface=""/>
              <a:buChar char="•"/>
            </a:pPr>
            <a:endParaRPr lang="en-US" sz="2500">
              <a:cs typeface="Arial"/>
            </a:endParaRPr>
          </a:p>
        </p:txBody>
      </p:sp>
      <p:pic>
        <p:nvPicPr>
          <p:cNvPr id="6" name="Picture 5" descr="A white and yellow logo&#10;&#10;AI-generated content may be incorrect.">
            <a:extLst>
              <a:ext uri="{FF2B5EF4-FFF2-40B4-BE49-F238E27FC236}">
                <a16:creationId xmlns:a16="http://schemas.microsoft.com/office/drawing/2014/main" id="{D08AE3A7-7BA6-9A31-E5E4-0FE46B23040D}"/>
              </a:ext>
            </a:extLst>
          </p:cNvPr>
          <p:cNvPicPr>
            <a:picLocks noChangeAspect="1"/>
          </p:cNvPicPr>
          <p:nvPr/>
        </p:nvPicPr>
        <p:blipFill>
          <a:blip r:embed="rId3"/>
          <a:stretch>
            <a:fillRect/>
          </a:stretch>
        </p:blipFill>
        <p:spPr>
          <a:xfrm>
            <a:off x="6335842" y="2541415"/>
            <a:ext cx="4392118" cy="725857"/>
          </a:xfrm>
          <a:prstGeom prst="rect">
            <a:avLst/>
          </a:prstGeom>
        </p:spPr>
      </p:pic>
      <p:pic>
        <p:nvPicPr>
          <p:cNvPr id="8" name="Picture 7" descr="A white and blue text on a black background&#10;&#10;Description automatically generated">
            <a:extLst>
              <a:ext uri="{FF2B5EF4-FFF2-40B4-BE49-F238E27FC236}">
                <a16:creationId xmlns:a16="http://schemas.microsoft.com/office/drawing/2014/main" id="{19F6272C-78E9-8CD3-742D-C8BC1B3DBA82}"/>
              </a:ext>
            </a:extLst>
          </p:cNvPr>
          <p:cNvPicPr>
            <a:picLocks noChangeAspect="1"/>
          </p:cNvPicPr>
          <p:nvPr/>
        </p:nvPicPr>
        <p:blipFill>
          <a:blip r:embed="rId4"/>
          <a:stretch>
            <a:fillRect/>
          </a:stretch>
        </p:blipFill>
        <p:spPr>
          <a:xfrm>
            <a:off x="6810532" y="3925432"/>
            <a:ext cx="4017363" cy="1368089"/>
          </a:xfrm>
          <a:prstGeom prst="rect">
            <a:avLst/>
          </a:prstGeom>
        </p:spPr>
      </p:pic>
      <p:sp>
        <p:nvSpPr>
          <p:cNvPr id="14" name="Title 2">
            <a:extLst>
              <a:ext uri="{FF2B5EF4-FFF2-40B4-BE49-F238E27FC236}">
                <a16:creationId xmlns:a16="http://schemas.microsoft.com/office/drawing/2014/main" id="{1B662ED5-B021-29EE-19F5-1FA4D268B334}"/>
              </a:ext>
            </a:extLst>
          </p:cNvPr>
          <p:cNvSpPr txBox="1">
            <a:spLocks/>
          </p:cNvSpPr>
          <p:nvPr/>
        </p:nvSpPr>
        <p:spPr>
          <a:xfrm>
            <a:off x="468348" y="495301"/>
            <a:ext cx="10595850" cy="135862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lvl1pPr algn="l"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a:lstStyle>
          <a:p>
            <a:r>
              <a:rPr lang="en-US">
                <a:latin typeface="Munistic"/>
              </a:rPr>
              <a:t>Avionics and Radio Control: Flight Software</a:t>
            </a:r>
            <a:endParaRPr lang="en-US"/>
          </a:p>
        </p:txBody>
      </p:sp>
    </p:spTree>
    <p:extLst>
      <p:ext uri="{BB962C8B-B14F-4D97-AF65-F5344CB8AC3E}">
        <p14:creationId xmlns:p14="http://schemas.microsoft.com/office/powerpoint/2010/main" val="883446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4868-CBAF-CA71-A81B-CB9937470FE5}"/>
              </a:ext>
            </a:extLst>
          </p:cNvPr>
          <p:cNvSpPr>
            <a:spLocks noGrp="1"/>
          </p:cNvSpPr>
          <p:nvPr>
            <p:ph type="title"/>
          </p:nvPr>
        </p:nvSpPr>
        <p:spPr/>
        <p:txBody>
          <a:bodyPr/>
          <a:lstStyle/>
          <a:p>
            <a:r>
              <a:rPr lang="en-US">
                <a:latin typeface="Munistic"/>
              </a:rPr>
              <a:t>Testing</a:t>
            </a:r>
            <a:endParaRPr lang="en-US"/>
          </a:p>
        </p:txBody>
      </p:sp>
      <p:sp>
        <p:nvSpPr>
          <p:cNvPr id="3" name="Text Placeholder 2">
            <a:extLst>
              <a:ext uri="{FF2B5EF4-FFF2-40B4-BE49-F238E27FC236}">
                <a16:creationId xmlns:a16="http://schemas.microsoft.com/office/drawing/2014/main" id="{B1AF9190-02DF-50A2-F914-3BB9C55D9700}"/>
              </a:ext>
            </a:extLst>
          </p:cNvPr>
          <p:cNvSpPr>
            <a:spLocks noGrp="1"/>
          </p:cNvSpPr>
          <p:nvPr>
            <p:ph type="body" sz="quarter" idx="11"/>
          </p:nvPr>
        </p:nvSpPr>
        <p:spPr/>
        <p:txBody>
          <a:bodyPr/>
          <a:lstStyle/>
          <a:p>
            <a:r>
              <a:rPr lang="en-US" sz="1850">
                <a:ea typeface="Source Sans Pro"/>
                <a:cs typeface="Calibri"/>
              </a:rPr>
              <a:t>Spencer Biernat</a:t>
            </a:r>
            <a:endParaRPr lang="en-US"/>
          </a:p>
        </p:txBody>
      </p:sp>
    </p:spTree>
    <p:extLst>
      <p:ext uri="{BB962C8B-B14F-4D97-AF65-F5344CB8AC3E}">
        <p14:creationId xmlns:p14="http://schemas.microsoft.com/office/powerpoint/2010/main" val="2535593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CAFEE-4417-459A-9DDF-47CF012F32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AFA3FD-C880-A72F-D5CB-744473EB3925}"/>
              </a:ext>
            </a:extLst>
          </p:cNvPr>
          <p:cNvSpPr>
            <a:spLocks noGrp="1"/>
          </p:cNvSpPr>
          <p:nvPr>
            <p:ph type="title"/>
          </p:nvPr>
        </p:nvSpPr>
        <p:spPr>
          <a:xfrm>
            <a:off x="542286" y="716984"/>
            <a:ext cx="9708179" cy="625567"/>
          </a:xfrm>
        </p:spPr>
        <p:txBody>
          <a:bodyPr/>
          <a:lstStyle/>
          <a:p>
            <a:r>
              <a:rPr lang="en-US">
                <a:latin typeface="Munistic"/>
              </a:rPr>
              <a:t>Wind tunnel test matrix</a:t>
            </a:r>
            <a:endParaRPr lang="en-US" err="1"/>
          </a:p>
        </p:txBody>
      </p:sp>
      <p:sp>
        <p:nvSpPr>
          <p:cNvPr id="4" name="Text Placeholder 3">
            <a:extLst>
              <a:ext uri="{FF2B5EF4-FFF2-40B4-BE49-F238E27FC236}">
                <a16:creationId xmlns:a16="http://schemas.microsoft.com/office/drawing/2014/main" id="{B80938AD-780C-148F-B29D-DEA7DC01033E}"/>
              </a:ext>
            </a:extLst>
          </p:cNvPr>
          <p:cNvSpPr>
            <a:spLocks noGrp="1"/>
          </p:cNvSpPr>
          <p:nvPr>
            <p:ph type="body" sz="quarter" idx="13"/>
          </p:nvPr>
        </p:nvSpPr>
        <p:spPr>
          <a:xfrm>
            <a:off x="10250464" y="716984"/>
            <a:ext cx="1520196" cy="625567"/>
          </a:xfrm>
        </p:spPr>
        <p:txBody>
          <a:bodyPr/>
          <a:lstStyle/>
          <a:p>
            <a:r>
              <a:rPr lang="en-US" sz="1850">
                <a:ea typeface="Source Sans Pro"/>
                <a:cs typeface="Calibri"/>
              </a:rPr>
              <a:t>wind</a:t>
            </a:r>
            <a:endParaRPr lang="en-US"/>
          </a:p>
        </p:txBody>
      </p:sp>
      <p:graphicFrame>
        <p:nvGraphicFramePr>
          <p:cNvPr id="6" name="Table 5">
            <a:extLst>
              <a:ext uri="{FF2B5EF4-FFF2-40B4-BE49-F238E27FC236}">
                <a16:creationId xmlns:a16="http://schemas.microsoft.com/office/drawing/2014/main" id="{B5648EEE-744D-DA40-4092-702662270C22}"/>
              </a:ext>
            </a:extLst>
          </p:cNvPr>
          <p:cNvGraphicFramePr>
            <a:graphicFrameLocks noGrp="1"/>
          </p:cNvGraphicFramePr>
          <p:nvPr>
            <p:extLst>
              <p:ext uri="{D42A27DB-BD31-4B8C-83A1-F6EECF244321}">
                <p14:modId xmlns:p14="http://schemas.microsoft.com/office/powerpoint/2010/main" val="761779863"/>
              </p:ext>
            </p:extLst>
          </p:nvPr>
        </p:nvGraphicFramePr>
        <p:xfrm>
          <a:off x="542794" y="1544876"/>
          <a:ext cx="11126853" cy="3823138"/>
        </p:xfrm>
        <a:graphic>
          <a:graphicData uri="http://schemas.openxmlformats.org/drawingml/2006/table">
            <a:tbl>
              <a:tblPr bandRow="1">
                <a:tableStyleId>{5C22544A-7EE6-4342-B048-85BDC9FD1C3A}</a:tableStyleId>
              </a:tblPr>
              <a:tblGrid>
                <a:gridCol w="1060294">
                  <a:extLst>
                    <a:ext uri="{9D8B030D-6E8A-4147-A177-3AD203B41FA5}">
                      <a16:colId xmlns:a16="http://schemas.microsoft.com/office/drawing/2014/main" val="2048095898"/>
                    </a:ext>
                  </a:extLst>
                </a:gridCol>
                <a:gridCol w="2856557">
                  <a:extLst>
                    <a:ext uri="{9D8B030D-6E8A-4147-A177-3AD203B41FA5}">
                      <a16:colId xmlns:a16="http://schemas.microsoft.com/office/drawing/2014/main" val="1619265491"/>
                    </a:ext>
                  </a:extLst>
                </a:gridCol>
                <a:gridCol w="3392942">
                  <a:extLst>
                    <a:ext uri="{9D8B030D-6E8A-4147-A177-3AD203B41FA5}">
                      <a16:colId xmlns:a16="http://schemas.microsoft.com/office/drawing/2014/main" val="646938063"/>
                    </a:ext>
                  </a:extLst>
                </a:gridCol>
                <a:gridCol w="3817060">
                  <a:extLst>
                    <a:ext uri="{9D8B030D-6E8A-4147-A177-3AD203B41FA5}">
                      <a16:colId xmlns:a16="http://schemas.microsoft.com/office/drawing/2014/main" val="2575332883"/>
                    </a:ext>
                  </a:extLst>
                </a:gridCol>
              </a:tblGrid>
              <a:tr h="626089">
                <a:tc>
                  <a:txBody>
                    <a:bodyPr/>
                    <a:lstStyle/>
                    <a:p>
                      <a:pPr fontAlgn="base">
                        <a:lnSpc>
                          <a:spcPts val="1650"/>
                        </a:lnSpc>
                      </a:pPr>
                      <a:r>
                        <a:rPr lang="en-US" sz="1400">
                          <a:effectLst/>
                          <a:latin typeface="Arial"/>
                        </a:rPr>
                        <a:t>Test</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650"/>
                        </a:lnSpc>
                      </a:pPr>
                      <a:r>
                        <a:rPr lang="en-US" sz="1400">
                          <a:effectLst/>
                          <a:latin typeface="Arial"/>
                        </a:rPr>
                        <a:t>Description</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650"/>
                        </a:lnSpc>
                      </a:pPr>
                      <a:r>
                        <a:rPr lang="en-US" sz="1400">
                          <a:effectLst/>
                          <a:latin typeface="Arial"/>
                        </a:rPr>
                        <a:t>Data Recordings</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650"/>
                        </a:lnSpc>
                      </a:pPr>
                      <a:r>
                        <a:rPr lang="en-US" sz="1400">
                          <a:effectLst/>
                          <a:latin typeface="Arial"/>
                        </a:rPr>
                        <a:t>Rationale</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723754320"/>
                  </a:ext>
                </a:extLst>
              </a:tr>
              <a:tr h="1065683">
                <a:tc>
                  <a:txBody>
                    <a:bodyPr/>
                    <a:lstStyle/>
                    <a:p>
                      <a:pPr fontAlgn="base">
                        <a:lnSpc>
                          <a:spcPts val="1650"/>
                        </a:lnSpc>
                      </a:pPr>
                      <a:r>
                        <a:rPr lang="en-US" sz="1400">
                          <a:effectLst/>
                          <a:latin typeface="Arial"/>
                        </a:rPr>
                        <a:t>WT01</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050"/>
                        </a:lnSpc>
                      </a:pPr>
                      <a:r>
                        <a:rPr lang="en-US" sz="900">
                          <a:effectLst/>
                          <a:latin typeface="Arial"/>
                        </a:rPr>
                        <a:t>50% to 100% speed with NACA s7055 delta wings mounted and canards</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050"/>
                        </a:lnSpc>
                      </a:pPr>
                      <a:r>
                        <a:rPr lang="en-US" sz="900">
                          <a:effectLst/>
                          <a:latin typeface="Arial"/>
                        </a:rPr>
                        <a:t>-Overall drag</a:t>
                      </a:r>
                      <a:endParaRPr lang="en-US">
                        <a:effectLst/>
                        <a:latin typeface="Arial"/>
                      </a:endParaRPr>
                    </a:p>
                    <a:p>
                      <a:pPr fontAlgn="base">
                        <a:lnSpc>
                          <a:spcPts val="1050"/>
                        </a:lnSpc>
                      </a:pPr>
                      <a:r>
                        <a:rPr lang="en-US" sz="900">
                          <a:effectLst/>
                          <a:latin typeface="Arial"/>
                        </a:rPr>
                        <a:t>-airflow over the main wings &amp; canards.</a:t>
                      </a:r>
                      <a:endParaRPr lang="en-US">
                        <a:effectLst/>
                        <a:latin typeface="Arial"/>
                      </a:endParaRPr>
                    </a:p>
                    <a:p>
                      <a:pPr fontAlgn="base">
                        <a:lnSpc>
                          <a:spcPts val="1050"/>
                        </a:lnSpc>
                      </a:pPr>
                      <a:r>
                        <a:rPr lang="en-US" sz="900">
                          <a:effectLst/>
                          <a:latin typeface="Arial"/>
                        </a:rPr>
                        <a:t>-Lift created with 50% -100% elevator deflection.</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050"/>
                        </a:lnSpc>
                      </a:pPr>
                      <a:r>
                        <a:rPr lang="en-US" sz="900">
                          <a:effectLst/>
                          <a:latin typeface="Arial"/>
                        </a:rPr>
                        <a:t>-Will test how the canards may interfere with the main wing’s airflow.</a:t>
                      </a:r>
                      <a:endParaRPr lang="en-US">
                        <a:effectLst/>
                        <a:latin typeface="Arial"/>
                      </a:endParaRPr>
                    </a:p>
                    <a:p>
                      <a:pPr fontAlgn="base">
                        <a:lnSpc>
                          <a:spcPts val="1050"/>
                        </a:lnSpc>
                      </a:pPr>
                      <a:r>
                        <a:rPr lang="en-US" sz="900">
                          <a:effectLst/>
                          <a:latin typeface="Arial"/>
                        </a:rPr>
                        <a:t>-Can fit a curve to the overall drag of the model.</a:t>
                      </a:r>
                      <a:endParaRPr lang="en-US">
                        <a:effectLst/>
                        <a:latin typeface="Arial"/>
                      </a:endParaRPr>
                    </a:p>
                    <a:p>
                      <a:pPr fontAlgn="base">
                        <a:lnSpc>
                          <a:spcPts val="1050"/>
                        </a:lnSpc>
                      </a:pPr>
                      <a:r>
                        <a:rPr lang="en-US" sz="900">
                          <a:effectLst/>
                          <a:latin typeface="Arial"/>
                        </a:rPr>
                        <a:t>-Can fit a lift curve to the wing created with elevator deflection</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9326795"/>
                  </a:ext>
                </a:extLst>
              </a:tr>
              <a:tr h="1065683">
                <a:tc>
                  <a:txBody>
                    <a:bodyPr/>
                    <a:lstStyle/>
                    <a:p>
                      <a:pPr fontAlgn="base">
                        <a:lnSpc>
                          <a:spcPts val="1650"/>
                        </a:lnSpc>
                      </a:pPr>
                      <a:r>
                        <a:rPr lang="en-US" sz="1400">
                          <a:effectLst/>
                          <a:latin typeface="Arial"/>
                        </a:rPr>
                        <a:t>WT02</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050"/>
                        </a:lnSpc>
                      </a:pPr>
                      <a:r>
                        <a:rPr lang="en-US" sz="900">
                          <a:effectLst/>
                          <a:latin typeface="Arial"/>
                        </a:rPr>
                        <a:t>Repeat WT01 but with the thicker canard models</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050"/>
                        </a:lnSpc>
                      </a:pPr>
                      <a:r>
                        <a:rPr lang="en-US" sz="900">
                          <a:effectLst/>
                          <a:latin typeface="Arial"/>
                        </a:rPr>
                        <a:t>-Overall drag</a:t>
                      </a:r>
                      <a:endParaRPr lang="en-US">
                        <a:effectLst/>
                        <a:latin typeface="Arial"/>
                      </a:endParaRPr>
                    </a:p>
                    <a:p>
                      <a:pPr fontAlgn="base">
                        <a:lnSpc>
                          <a:spcPts val="1050"/>
                        </a:lnSpc>
                      </a:pPr>
                      <a:r>
                        <a:rPr lang="en-US" sz="900">
                          <a:effectLst/>
                          <a:latin typeface="Arial"/>
                        </a:rPr>
                        <a:t>-airflow over the main wings &amp; canards.</a:t>
                      </a:r>
                      <a:endParaRPr lang="en-US">
                        <a:effectLst/>
                        <a:latin typeface="Arial"/>
                      </a:endParaRPr>
                    </a:p>
                    <a:p>
                      <a:pPr fontAlgn="base">
                        <a:lnSpc>
                          <a:spcPts val="1050"/>
                        </a:lnSpc>
                      </a:pPr>
                      <a:r>
                        <a:rPr lang="en-US" sz="900">
                          <a:effectLst/>
                          <a:latin typeface="Arial"/>
                        </a:rPr>
                        <a:t>-Lift created with 50% -100% elevator deflection.</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tc>
                  <a:txBody>
                    <a:bodyPr/>
                    <a:lstStyle/>
                    <a:p>
                      <a:pPr fontAlgn="base">
                        <a:lnSpc>
                          <a:spcPts val="1050"/>
                        </a:lnSpc>
                      </a:pPr>
                      <a:r>
                        <a:rPr lang="en-US" sz="900">
                          <a:effectLst/>
                          <a:latin typeface="Arial"/>
                        </a:rPr>
                        <a:t>Will test how the thicker canards may interfere with the main wing’s airflow.</a:t>
                      </a:r>
                      <a:endParaRPr lang="en-US">
                        <a:effectLst/>
                        <a:latin typeface="Arial"/>
                      </a:endParaRPr>
                    </a:p>
                  </a:txBody>
                  <a:tcPr>
                    <a:lnL w="13335" cap="flat" cmpd="sng" algn="ctr">
                      <a:solidFill>
                        <a:srgbClr val="9E9E9E"/>
                      </a:solidFill>
                      <a:prstDash val="solid"/>
                      <a:round/>
                      <a:headEnd type="none" w="med" len="med"/>
                      <a:tailEnd type="none" w="med" len="med"/>
                    </a:lnL>
                    <a:lnR w="13335" cap="flat" cmpd="sng" algn="ctr">
                      <a:solidFill>
                        <a:srgbClr val="9E9E9E"/>
                      </a:solidFill>
                      <a:prstDash val="solid"/>
                      <a:round/>
                      <a:headEnd type="none" w="med" len="med"/>
                      <a:tailEnd type="none" w="med" len="med"/>
                    </a:lnR>
                    <a:lnT w="13335" cap="flat" cmpd="sng" algn="ctr">
                      <a:solidFill>
                        <a:srgbClr val="9E9E9E"/>
                      </a:solidFill>
                      <a:prstDash val="solid"/>
                      <a:round/>
                      <a:headEnd type="none" w="med" len="med"/>
                      <a:tailEnd type="none" w="med" len="med"/>
                    </a:lnT>
                    <a:lnB w="1333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613571995"/>
                  </a:ext>
                </a:extLst>
              </a:tr>
              <a:tr h="1065683">
                <a:tc>
                  <a:txBody>
                    <a:bodyPr/>
                    <a:lstStyle/>
                    <a:p>
                      <a:pPr lvl="0">
                        <a:lnSpc>
                          <a:spcPts val="1650"/>
                        </a:lnSpc>
                        <a:buNone/>
                      </a:pPr>
                      <a:r>
                        <a:rPr lang="en-US" sz="1400">
                          <a:effectLst/>
                          <a:latin typeface="Arial"/>
                        </a:rPr>
                        <a:t>WT03</a:t>
                      </a:r>
                    </a:p>
                  </a:txBody>
                  <a:tcPr>
                    <a:lnL w="13335">
                      <a:solidFill>
                        <a:srgbClr val="9E9E9E"/>
                      </a:solidFill>
                    </a:lnL>
                    <a:lnR w="13335">
                      <a:solidFill>
                        <a:srgbClr val="9E9E9E"/>
                      </a:solidFill>
                    </a:lnR>
                    <a:lnT w="13335">
                      <a:solidFill>
                        <a:srgbClr val="9E9E9E"/>
                      </a:solidFill>
                    </a:lnT>
                    <a:lnB w="13335">
                      <a:solidFill>
                        <a:srgbClr val="9E9E9E"/>
                      </a:solidFill>
                    </a:lnB>
                    <a:noFill/>
                  </a:tcPr>
                </a:tc>
                <a:tc>
                  <a:txBody>
                    <a:bodyPr/>
                    <a:lstStyle/>
                    <a:p>
                      <a:pPr lvl="0">
                        <a:lnSpc>
                          <a:spcPts val="1050"/>
                        </a:lnSpc>
                        <a:buNone/>
                      </a:pPr>
                      <a:r>
                        <a:rPr lang="en-US" sz="900">
                          <a:effectLst/>
                          <a:latin typeface="Arial"/>
                        </a:rPr>
                        <a:t>Repeat WT01 but with a different (thicker) canard model</a:t>
                      </a:r>
                    </a:p>
                  </a:txBody>
                  <a:tcPr>
                    <a:lnL w="13335">
                      <a:solidFill>
                        <a:srgbClr val="9E9E9E"/>
                      </a:solidFill>
                    </a:lnL>
                    <a:lnR w="13335">
                      <a:solidFill>
                        <a:srgbClr val="9E9E9E"/>
                      </a:solidFill>
                    </a:lnR>
                    <a:lnT w="13335">
                      <a:solidFill>
                        <a:srgbClr val="9E9E9E"/>
                      </a:solidFill>
                    </a:lnT>
                    <a:lnB w="13335">
                      <a:solidFill>
                        <a:srgbClr val="9E9E9E"/>
                      </a:solidFill>
                    </a:lnB>
                    <a:noFill/>
                  </a:tcPr>
                </a:tc>
                <a:tc>
                  <a:txBody>
                    <a:bodyPr/>
                    <a:lstStyle/>
                    <a:p>
                      <a:pPr lvl="0">
                        <a:lnSpc>
                          <a:spcPts val="1050"/>
                        </a:lnSpc>
                        <a:buNone/>
                      </a:pPr>
                      <a:r>
                        <a:rPr lang="en-US" sz="900">
                          <a:effectLst/>
                          <a:latin typeface="Arial"/>
                        </a:rPr>
                        <a:t>-Check for overall drag</a:t>
                      </a:r>
                    </a:p>
                    <a:p>
                      <a:pPr marL="0" lvl="0" indent="0">
                        <a:lnSpc>
                          <a:spcPts val="1050"/>
                        </a:lnSpc>
                        <a:buNone/>
                      </a:pPr>
                      <a:r>
                        <a:rPr lang="en-US" sz="900">
                          <a:effectLst/>
                          <a:latin typeface="Arial"/>
                        </a:rPr>
                        <a:t>-Airflow over the delta wings and canards</a:t>
                      </a:r>
                    </a:p>
                    <a:p>
                      <a:pPr marL="0" lvl="0" indent="0">
                        <a:lnSpc>
                          <a:spcPts val="1050"/>
                        </a:lnSpc>
                        <a:buNone/>
                      </a:pPr>
                      <a:r>
                        <a:rPr lang="en-US" sz="900">
                          <a:effectLst/>
                          <a:latin typeface="Arial"/>
                        </a:rPr>
                        <a:t>-Lift created with 50%-100% elevator deflection</a:t>
                      </a:r>
                    </a:p>
                  </a:txBody>
                  <a:tcPr>
                    <a:lnL w="13335">
                      <a:solidFill>
                        <a:srgbClr val="9E9E9E"/>
                      </a:solidFill>
                    </a:lnL>
                    <a:lnR w="13335">
                      <a:solidFill>
                        <a:srgbClr val="9E9E9E"/>
                      </a:solidFill>
                    </a:lnR>
                    <a:lnT w="13335">
                      <a:solidFill>
                        <a:srgbClr val="9E9E9E"/>
                      </a:solidFill>
                    </a:lnT>
                    <a:lnB w="13335">
                      <a:solidFill>
                        <a:srgbClr val="9E9E9E"/>
                      </a:solidFill>
                    </a:lnB>
                    <a:noFill/>
                  </a:tcPr>
                </a:tc>
                <a:tc>
                  <a:txBody>
                    <a:bodyPr/>
                    <a:lstStyle/>
                    <a:p>
                      <a:pPr lvl="0">
                        <a:lnSpc>
                          <a:spcPts val="1050"/>
                        </a:lnSpc>
                        <a:buNone/>
                      </a:pPr>
                      <a:r>
                        <a:rPr lang="en-US" sz="900">
                          <a:effectLst/>
                          <a:latin typeface="Arial"/>
                        </a:rPr>
                        <a:t>The canards and the delta wings are the main control surfaces and testing is required to see how they will perform in various conditions. </a:t>
                      </a:r>
                      <a:endParaRPr lang="en-US"/>
                    </a:p>
                  </a:txBody>
                  <a:tcPr>
                    <a:lnL w="13335">
                      <a:solidFill>
                        <a:srgbClr val="9E9E9E"/>
                      </a:solidFill>
                    </a:lnL>
                    <a:lnR w="13335">
                      <a:solidFill>
                        <a:srgbClr val="9E9E9E"/>
                      </a:solidFill>
                    </a:lnR>
                    <a:lnT w="13335">
                      <a:solidFill>
                        <a:srgbClr val="9E9E9E"/>
                      </a:solidFill>
                    </a:lnT>
                    <a:lnB w="13335">
                      <a:solidFill>
                        <a:srgbClr val="9E9E9E"/>
                      </a:solidFill>
                    </a:lnB>
                    <a:noFill/>
                  </a:tcPr>
                </a:tc>
                <a:extLst>
                  <a:ext uri="{0D108BD9-81ED-4DB2-BD59-A6C34878D82A}">
                    <a16:rowId xmlns:a16="http://schemas.microsoft.com/office/drawing/2014/main" val="2418132605"/>
                  </a:ext>
                </a:extLst>
              </a:tr>
            </a:tbl>
          </a:graphicData>
        </a:graphic>
      </p:graphicFrame>
    </p:spTree>
    <p:extLst>
      <p:ext uri="{BB962C8B-B14F-4D97-AF65-F5344CB8AC3E}">
        <p14:creationId xmlns:p14="http://schemas.microsoft.com/office/powerpoint/2010/main" val="7153625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74616-3DC6-E364-0ABD-989F98164B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AFF10C8-1577-FA96-5CEB-45B310537A12}"/>
              </a:ext>
            </a:extLst>
          </p:cNvPr>
          <p:cNvSpPr>
            <a:spLocks noGrp="1"/>
          </p:cNvSpPr>
          <p:nvPr>
            <p:ph type="body" sz="quarter" idx="15"/>
          </p:nvPr>
        </p:nvSpPr>
        <p:spPr>
          <a:xfrm>
            <a:off x="531541" y="1718574"/>
            <a:ext cx="10822258" cy="4284303"/>
          </a:xfrm>
        </p:spPr>
        <p:txBody>
          <a:bodyPr vert="horz" lIns="91440" tIns="45720" rIns="91440" bIns="45720" numCol="2" spcCol="457200" rtlCol="0" anchor="t">
            <a:noAutofit/>
          </a:bodyPr>
          <a:lstStyle/>
          <a:p>
            <a:pPr marL="380365" indent="-258445"/>
            <a:r>
              <a:rPr lang="en-US" sz="1850">
                <a:ea typeface="Source Sans Pro"/>
                <a:cs typeface="Calibri" panose="020F0502020204030204"/>
              </a:rPr>
              <a:t>Testing both types of parachute deployment.</a:t>
            </a:r>
            <a:endParaRPr lang="en-US"/>
          </a:p>
          <a:p>
            <a:pPr marL="380365" indent="-258445"/>
            <a:r>
              <a:rPr lang="en-US" sz="1850">
                <a:ea typeface="Source Sans Pro"/>
                <a:cs typeface="Calibri" panose="020F0502020204030204"/>
              </a:rPr>
              <a:t>Finding the strength of parachute (drag coefficient).</a:t>
            </a:r>
            <a:endParaRPr lang="en-US">
              <a:cs typeface="Calibri" panose="020F0502020204030204"/>
            </a:endParaRPr>
          </a:p>
          <a:p>
            <a:pPr marL="380365" indent="-258445"/>
            <a:r>
              <a:rPr lang="en-US" sz="1850">
                <a:ea typeface="Source Sans Pro"/>
                <a:cs typeface="Calibri" panose="020F0502020204030204"/>
              </a:rPr>
              <a:t>We will test the strength at different wind speeds.</a:t>
            </a:r>
            <a:endParaRPr lang="en-US" sz="1850">
              <a:cs typeface="Calibri" panose="020F0502020204030204"/>
            </a:endParaRPr>
          </a:p>
          <a:p>
            <a:pPr marL="380365" indent="-258445"/>
            <a:endParaRPr lang="en-US" sz="1850">
              <a:ea typeface="Source Sans Pro"/>
              <a:cs typeface="Calibri" panose="020F0502020204030204"/>
            </a:endParaRPr>
          </a:p>
        </p:txBody>
      </p:sp>
      <p:sp>
        <p:nvSpPr>
          <p:cNvPr id="3" name="Title 2">
            <a:extLst>
              <a:ext uri="{FF2B5EF4-FFF2-40B4-BE49-F238E27FC236}">
                <a16:creationId xmlns:a16="http://schemas.microsoft.com/office/drawing/2014/main" id="{A58FBE45-B70A-62DF-7FE5-A579F6C4958D}"/>
              </a:ext>
            </a:extLst>
          </p:cNvPr>
          <p:cNvSpPr>
            <a:spLocks noGrp="1"/>
          </p:cNvSpPr>
          <p:nvPr>
            <p:ph type="title"/>
          </p:nvPr>
        </p:nvSpPr>
        <p:spPr>
          <a:xfrm>
            <a:off x="531848" y="716984"/>
            <a:ext cx="10392233" cy="625567"/>
          </a:xfrm>
        </p:spPr>
        <p:txBody>
          <a:bodyPr/>
          <a:lstStyle/>
          <a:p>
            <a:r>
              <a:rPr lang="en-US">
                <a:latin typeface="Munistic"/>
              </a:rPr>
              <a:t>Parachute testing</a:t>
            </a:r>
            <a:endParaRPr lang="en-US"/>
          </a:p>
        </p:txBody>
      </p:sp>
      <p:pic>
        <p:nvPicPr>
          <p:cNvPr id="4" name="Picture 3" descr="A person running with a net&#10;&#10;AI-generated content may be incorrect.">
            <a:extLst>
              <a:ext uri="{FF2B5EF4-FFF2-40B4-BE49-F238E27FC236}">
                <a16:creationId xmlns:a16="http://schemas.microsoft.com/office/drawing/2014/main" id="{1E8D8C03-BF17-17EB-D131-1D6A79CE588A}"/>
              </a:ext>
            </a:extLst>
          </p:cNvPr>
          <p:cNvPicPr>
            <a:picLocks noChangeAspect="1"/>
          </p:cNvPicPr>
          <p:nvPr/>
        </p:nvPicPr>
        <p:blipFill>
          <a:blip r:embed="rId3"/>
          <a:stretch>
            <a:fillRect/>
          </a:stretch>
        </p:blipFill>
        <p:spPr>
          <a:xfrm>
            <a:off x="7056864" y="2230528"/>
            <a:ext cx="4555273" cy="3019555"/>
          </a:xfrm>
          <a:prstGeom prst="rect">
            <a:avLst/>
          </a:prstGeom>
        </p:spPr>
      </p:pic>
      <p:pic>
        <p:nvPicPr>
          <p:cNvPr id="6" name="Picture 5" descr="A diagram of a rocket with a parachute&#10;&#10;AI-generated content may be incorrect.">
            <a:extLst>
              <a:ext uri="{FF2B5EF4-FFF2-40B4-BE49-F238E27FC236}">
                <a16:creationId xmlns:a16="http://schemas.microsoft.com/office/drawing/2014/main" id="{8886B6AF-9256-10B4-0570-9FDA061FA386}"/>
              </a:ext>
            </a:extLst>
          </p:cNvPr>
          <p:cNvPicPr>
            <a:picLocks noChangeAspect="1"/>
          </p:cNvPicPr>
          <p:nvPr/>
        </p:nvPicPr>
        <p:blipFill>
          <a:blip r:embed="rId4"/>
          <a:stretch>
            <a:fillRect/>
          </a:stretch>
        </p:blipFill>
        <p:spPr>
          <a:xfrm>
            <a:off x="952500" y="3968155"/>
            <a:ext cx="3657600" cy="2160191"/>
          </a:xfrm>
          <a:prstGeom prst="rect">
            <a:avLst/>
          </a:prstGeom>
        </p:spPr>
      </p:pic>
    </p:spTree>
    <p:extLst>
      <p:ext uri="{BB962C8B-B14F-4D97-AF65-F5344CB8AC3E}">
        <p14:creationId xmlns:p14="http://schemas.microsoft.com/office/powerpoint/2010/main" val="2317387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740B6F-871A-DD3A-CCC9-CBEBA89596B2}"/>
              </a:ext>
            </a:extLst>
          </p:cNvPr>
          <p:cNvSpPr>
            <a:spLocks noGrp="1"/>
          </p:cNvSpPr>
          <p:nvPr>
            <p:ph type="title"/>
          </p:nvPr>
        </p:nvSpPr>
        <p:spPr>
          <a:xfrm>
            <a:off x="531848" y="716984"/>
            <a:ext cx="8288562" cy="625567"/>
          </a:xfrm>
        </p:spPr>
        <p:txBody>
          <a:bodyPr/>
          <a:lstStyle/>
          <a:p>
            <a:r>
              <a:rPr lang="en-US">
                <a:latin typeface="Munistic"/>
              </a:rPr>
              <a:t>Scaling up from sonata</a:t>
            </a:r>
            <a:endParaRPr lang="en-US"/>
          </a:p>
        </p:txBody>
      </p:sp>
      <p:sp>
        <p:nvSpPr>
          <p:cNvPr id="4" name="Text Placeholder 3">
            <a:extLst>
              <a:ext uri="{FF2B5EF4-FFF2-40B4-BE49-F238E27FC236}">
                <a16:creationId xmlns:a16="http://schemas.microsoft.com/office/drawing/2014/main" id="{02105861-BA05-8ADF-82B9-7A742E34C75B}"/>
              </a:ext>
            </a:extLst>
          </p:cNvPr>
          <p:cNvSpPr>
            <a:spLocks noGrp="1"/>
          </p:cNvSpPr>
          <p:nvPr>
            <p:ph type="body" sz="quarter" idx="13"/>
          </p:nvPr>
        </p:nvSpPr>
        <p:spPr>
          <a:xfrm>
            <a:off x="8820410" y="716984"/>
            <a:ext cx="2950250" cy="625567"/>
          </a:xfrm>
        </p:spPr>
        <p:txBody>
          <a:bodyPr/>
          <a:lstStyle/>
          <a:p>
            <a:r>
              <a:rPr lang="en-US" sz="1850">
                <a:ea typeface="Source Sans Pro"/>
                <a:cs typeface="Calibri"/>
              </a:rPr>
              <a:t>Implementing Sonata Testing</a:t>
            </a:r>
            <a:endParaRPr lang="en-US"/>
          </a:p>
        </p:txBody>
      </p:sp>
      <p:sp>
        <p:nvSpPr>
          <p:cNvPr id="8" name="TextBox 7">
            <a:extLst>
              <a:ext uri="{FF2B5EF4-FFF2-40B4-BE49-F238E27FC236}">
                <a16:creationId xmlns:a16="http://schemas.microsoft.com/office/drawing/2014/main" id="{ED10F325-D06A-007D-B489-C4E2C21FCEBF}"/>
              </a:ext>
            </a:extLst>
          </p:cNvPr>
          <p:cNvSpPr txBox="1"/>
          <p:nvPr/>
        </p:nvSpPr>
        <p:spPr>
          <a:xfrm>
            <a:off x="717896" y="1976354"/>
            <a:ext cx="10662802" cy="4170372"/>
          </a:xfrm>
          <a:prstGeom prst="rect">
            <a:avLst/>
          </a:prstGeom>
          <a:noFill/>
        </p:spPr>
        <p:txBody>
          <a:bodyPr wrap="square" lIns="91440" tIns="45720" rIns="91440" bIns="45720" rtlCol="0" anchor="t">
            <a:spAutoFit/>
          </a:bodyPr>
          <a:lstStyle/>
          <a:p>
            <a:pPr marL="380365" indent="-258445">
              <a:spcBef>
                <a:spcPts val="1000"/>
              </a:spcBef>
              <a:spcAft>
                <a:spcPts val="800"/>
              </a:spcAft>
              <a:buFont typeface="Arial"/>
              <a:buChar char="•"/>
            </a:pPr>
            <a:r>
              <a:rPr lang="en-US" sz="1900">
                <a:ea typeface="+mn-lt"/>
                <a:cs typeface="+mn-lt"/>
              </a:rPr>
              <a:t>Since Ragtime is essentially a scaled-up version of Sonata, we can take data and lessons learned from Sonata's testing and implement them into Ragtime, much like the scale models tested during the design of the original </a:t>
            </a:r>
            <a:r>
              <a:rPr lang="en-US" sz="1900" err="1">
                <a:ea typeface="+mn-lt"/>
                <a:cs typeface="+mn-lt"/>
              </a:rPr>
              <a:t>StarBooster</a:t>
            </a:r>
            <a:r>
              <a:rPr lang="en-US" sz="1900">
                <a:ea typeface="+mn-lt"/>
                <a:cs typeface="+mn-lt"/>
              </a:rPr>
              <a:t>.</a:t>
            </a:r>
          </a:p>
          <a:p>
            <a:pPr marL="380365" indent="-258445">
              <a:spcBef>
                <a:spcPts val="1000"/>
              </a:spcBef>
              <a:spcAft>
                <a:spcPts val="800"/>
              </a:spcAft>
              <a:buFont typeface="Arial"/>
              <a:buChar char="•"/>
            </a:pPr>
            <a:r>
              <a:rPr lang="en-US" sz="1900">
                <a:ea typeface="+mn-lt"/>
                <a:cs typeface="+mn-lt"/>
              </a:rPr>
              <a:t>Since Sonata still hasn't been launched, we don't know what needs to be improved on yet. However, we can use the original </a:t>
            </a:r>
            <a:r>
              <a:rPr lang="en-US" sz="1900" err="1">
                <a:ea typeface="+mn-lt"/>
                <a:cs typeface="+mn-lt"/>
              </a:rPr>
              <a:t>StarBooster's</a:t>
            </a:r>
            <a:r>
              <a:rPr lang="en-US" sz="1900">
                <a:ea typeface="+mn-lt"/>
                <a:cs typeface="+mn-lt"/>
              </a:rPr>
              <a:t> testing to give us an idea. Possible alterations may include:</a:t>
            </a:r>
          </a:p>
          <a:p>
            <a:pPr marL="742315" lvl="1" indent="-285750">
              <a:spcBef>
                <a:spcPts val="500"/>
              </a:spcBef>
              <a:buFont typeface="Arial,Sans-Serif"/>
              <a:buChar char="•"/>
            </a:pPr>
            <a:r>
              <a:rPr lang="en-US" sz="1600">
                <a:ea typeface="+mn-lt"/>
                <a:cs typeface="+mn-lt"/>
              </a:rPr>
              <a:t>Control surface dimensions</a:t>
            </a:r>
          </a:p>
          <a:p>
            <a:pPr marL="742315" lvl="1" indent="-285750">
              <a:spcBef>
                <a:spcPts val="500"/>
              </a:spcBef>
              <a:buFont typeface="Arial,Sans-Serif"/>
              <a:buChar char="•"/>
            </a:pPr>
            <a:r>
              <a:rPr lang="en-US" sz="1600">
                <a:ea typeface="+mn-lt"/>
                <a:cs typeface="+mn-lt"/>
              </a:rPr>
              <a:t>Center of gravity location</a:t>
            </a:r>
          </a:p>
          <a:p>
            <a:pPr marL="742315" lvl="1" indent="-285750">
              <a:spcBef>
                <a:spcPts val="500"/>
              </a:spcBef>
              <a:buFont typeface="Arial,Sans-Serif"/>
              <a:buChar char="•"/>
            </a:pPr>
            <a:r>
              <a:rPr lang="en-US" sz="1600">
                <a:ea typeface="+mn-lt"/>
                <a:cs typeface="+mn-lt"/>
              </a:rPr>
              <a:t>Connections between components</a:t>
            </a:r>
          </a:p>
          <a:p>
            <a:pPr marL="742315" lvl="1" indent="-285750">
              <a:spcBef>
                <a:spcPts val="500"/>
              </a:spcBef>
              <a:buFont typeface="Arial,Sans-Serif"/>
              <a:buChar char="•"/>
            </a:pPr>
            <a:r>
              <a:rPr lang="en-US" sz="1600">
                <a:ea typeface="Calibri"/>
                <a:cs typeface="Calibri"/>
              </a:rPr>
              <a:t>Avionics and telemetry</a:t>
            </a:r>
          </a:p>
          <a:p>
            <a:pPr marL="742315" lvl="1" indent="-285750">
              <a:spcBef>
                <a:spcPts val="500"/>
              </a:spcBef>
              <a:buFont typeface="Arial,Sans-Serif"/>
              <a:buChar char="•"/>
            </a:pPr>
            <a:r>
              <a:rPr lang="en-US" sz="1600">
                <a:ea typeface="Calibri"/>
                <a:cs typeface="Calibri"/>
              </a:rPr>
              <a:t>Parachute location</a:t>
            </a:r>
          </a:p>
          <a:p>
            <a:pPr marL="742315" lvl="1" indent="-285750">
              <a:spcBef>
                <a:spcPts val="500"/>
              </a:spcBef>
              <a:buFont typeface="Arial,Sans-Serif"/>
              <a:buChar char="•"/>
            </a:pPr>
            <a:r>
              <a:rPr lang="en-US" sz="1600">
                <a:ea typeface="Calibri"/>
                <a:cs typeface="Calibri"/>
              </a:rPr>
              <a:t>Operation in flight</a:t>
            </a:r>
          </a:p>
          <a:p>
            <a:pPr marL="121920">
              <a:spcBef>
                <a:spcPts val="1000"/>
              </a:spcBef>
              <a:spcAft>
                <a:spcPts val="800"/>
              </a:spcAft>
            </a:pPr>
            <a:endParaRPr lang="en-US" sz="1900">
              <a:ea typeface="Calibri"/>
              <a:cs typeface="Calibri"/>
            </a:endParaRPr>
          </a:p>
        </p:txBody>
      </p:sp>
    </p:spTree>
    <p:extLst>
      <p:ext uri="{BB962C8B-B14F-4D97-AF65-F5344CB8AC3E}">
        <p14:creationId xmlns:p14="http://schemas.microsoft.com/office/powerpoint/2010/main" val="30124006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8F8939-6225-4FBF-DBD0-D5454CD0F738}"/>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ea typeface="Source Sans Pro"/>
                <a:cs typeface="Calibri" panose="020F0502020204030204"/>
              </a:rPr>
              <a:t>Sonata 1 testing (Next Week?!?)</a:t>
            </a:r>
          </a:p>
          <a:p>
            <a:pPr marL="380365" indent="-258445"/>
            <a:r>
              <a:rPr lang="en-US" sz="1850">
                <a:ea typeface="Source Sans Pro"/>
                <a:cs typeface="Calibri" panose="020F0502020204030204"/>
              </a:rPr>
              <a:t>Aerodynamic testing using CFD and Matlab to determine more accurate data than Open Rocket simulations.</a:t>
            </a:r>
            <a:endParaRPr lang="en-US" sz="1850">
              <a:cs typeface="Calibri" panose="020F0502020204030204"/>
            </a:endParaRPr>
          </a:p>
          <a:p>
            <a:pPr marL="380365" indent="-258445"/>
            <a:r>
              <a:rPr lang="en-US" sz="1850">
                <a:ea typeface="Source Sans Pro"/>
                <a:cs typeface="Calibri" panose="020F0502020204030204"/>
              </a:rPr>
              <a:t>Modify wings depending on sonata 1 test and wind tunnel analysis </a:t>
            </a:r>
          </a:p>
          <a:p>
            <a:pPr marL="380365" indent="-258445"/>
            <a:r>
              <a:rPr lang="en-US" sz="1850">
                <a:ea typeface="Source Sans Pro"/>
                <a:cs typeface="Calibri" panose="020F0502020204030204"/>
              </a:rPr>
              <a:t>Prepare for CDR</a:t>
            </a:r>
            <a:endParaRPr lang="en-US" sz="1850">
              <a:cs typeface="Calibri" panose="020F0502020204030204"/>
            </a:endParaRPr>
          </a:p>
        </p:txBody>
      </p:sp>
      <p:sp>
        <p:nvSpPr>
          <p:cNvPr id="3" name="Title 2">
            <a:extLst>
              <a:ext uri="{FF2B5EF4-FFF2-40B4-BE49-F238E27FC236}">
                <a16:creationId xmlns:a16="http://schemas.microsoft.com/office/drawing/2014/main" id="{CE6AC5AC-06A3-DE9C-5723-42F66C2213F3}"/>
              </a:ext>
            </a:extLst>
          </p:cNvPr>
          <p:cNvSpPr>
            <a:spLocks noGrp="1"/>
          </p:cNvSpPr>
          <p:nvPr>
            <p:ph type="title"/>
          </p:nvPr>
        </p:nvSpPr>
        <p:spPr/>
        <p:txBody>
          <a:bodyPr/>
          <a:lstStyle/>
          <a:p>
            <a:r>
              <a:rPr lang="en-US">
                <a:latin typeface="Munistic"/>
              </a:rPr>
              <a:t>Next-Steps</a:t>
            </a:r>
            <a:endParaRPr lang="en-US"/>
          </a:p>
        </p:txBody>
      </p:sp>
    </p:spTree>
    <p:extLst>
      <p:ext uri="{BB962C8B-B14F-4D97-AF65-F5344CB8AC3E}">
        <p14:creationId xmlns:p14="http://schemas.microsoft.com/office/powerpoint/2010/main" val="2936169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61C9F8-C4D8-4388-7E13-B50FD9FB649F}"/>
              </a:ext>
            </a:extLst>
          </p:cNvPr>
          <p:cNvPicPr>
            <a:picLocks noChangeAspect="1"/>
          </p:cNvPicPr>
          <p:nvPr/>
        </p:nvPicPr>
        <p:blipFill>
          <a:blip r:embed="rId3"/>
          <a:stretch>
            <a:fillRect/>
          </a:stretch>
        </p:blipFill>
        <p:spPr>
          <a:xfrm>
            <a:off x="192138" y="1985383"/>
            <a:ext cx="9089924" cy="3103133"/>
          </a:xfrm>
          <a:prstGeom prst="rect">
            <a:avLst/>
          </a:prstGeom>
        </p:spPr>
      </p:pic>
    </p:spTree>
    <p:extLst>
      <p:ext uri="{BB962C8B-B14F-4D97-AF65-F5344CB8AC3E}">
        <p14:creationId xmlns:p14="http://schemas.microsoft.com/office/powerpoint/2010/main" val="2108226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276B0-E3F5-CF2F-38AA-60762C905A55}"/>
              </a:ext>
            </a:extLst>
          </p:cNvPr>
          <p:cNvSpPr>
            <a:spLocks noGrp="1"/>
          </p:cNvSpPr>
          <p:nvPr>
            <p:ph type="ctrTitle"/>
          </p:nvPr>
        </p:nvSpPr>
        <p:spPr>
          <a:noFill/>
          <a:effectLst/>
        </p:spPr>
        <p:txBody>
          <a:bodyPr/>
          <a:lstStyle/>
          <a:p>
            <a:r>
              <a:rPr lang="en-US"/>
              <a:t>Thank you</a:t>
            </a:r>
          </a:p>
        </p:txBody>
      </p:sp>
      <p:sp>
        <p:nvSpPr>
          <p:cNvPr id="3" name="Subtitle 2">
            <a:extLst>
              <a:ext uri="{FF2B5EF4-FFF2-40B4-BE49-F238E27FC236}">
                <a16:creationId xmlns:a16="http://schemas.microsoft.com/office/drawing/2014/main" id="{12EFC04D-D5C2-CE2C-F840-C713078A5A9E}"/>
              </a:ext>
            </a:extLst>
          </p:cNvPr>
          <p:cNvSpPr>
            <a:spLocks noGrp="1"/>
          </p:cNvSpPr>
          <p:nvPr>
            <p:ph type="subTitle" idx="1"/>
          </p:nvPr>
        </p:nvSpPr>
        <p:spPr/>
        <p:txBody>
          <a:bodyPr/>
          <a:lstStyle/>
          <a:p>
            <a:r>
              <a:rPr lang="en-US"/>
              <a:t>Cal Poly Space Systems</a:t>
            </a:r>
          </a:p>
        </p:txBody>
      </p:sp>
    </p:spTree>
    <p:extLst>
      <p:ext uri="{BB962C8B-B14F-4D97-AF65-F5344CB8AC3E}">
        <p14:creationId xmlns:p14="http://schemas.microsoft.com/office/powerpoint/2010/main" val="3032488101"/>
      </p:ext>
    </p:extLst>
  </p:cSld>
  <p:clrMapOvr>
    <a:masterClrMapping/>
  </p:clrMapOvr>
</p:sld>
</file>

<file path=ppt/theme/theme1.xml><?xml version="1.0" encoding="utf-8"?>
<a:theme xmlns:a="http://schemas.openxmlformats.org/drawingml/2006/main" name="CPSSTemplateTheme2024">
  <a:themeElements>
    <a:clrScheme name="Cal Poly Brand">
      <a:dk1>
        <a:srgbClr val="154734"/>
      </a:dk1>
      <a:lt1>
        <a:srgbClr val="FFFFFF"/>
      </a:lt1>
      <a:dk2>
        <a:srgbClr val="545859"/>
      </a:dk2>
      <a:lt2>
        <a:srgbClr val="F2F3F1"/>
      </a:lt2>
      <a:accent1>
        <a:srgbClr val="BD8B13"/>
      </a:accent1>
      <a:accent2>
        <a:srgbClr val="597D71"/>
      </a:accent2>
      <a:accent3>
        <a:srgbClr val="348338"/>
      </a:accent3>
      <a:accent4>
        <a:srgbClr val="FFC000"/>
      </a:accent4>
      <a:accent5>
        <a:srgbClr val="B7CDC2"/>
      </a:accent5>
      <a:accent6>
        <a:srgbClr val="F2F3F1"/>
      </a:accent6>
      <a:hlink>
        <a:srgbClr val="BD8A12"/>
      </a:hlink>
      <a:folHlink>
        <a:srgbClr val="53575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a674e79-da70-4e10-ba51-3c787da465b0" xsi:nil="true"/>
    <lcf76f155ced4ddcb4097134ff3c332f xmlns="48552078-57d5-422b-bf8a-5b02ecfaf7e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B331AF93F0C2498E4B6F7C9AE715AD" ma:contentTypeVersion="23" ma:contentTypeDescription="Create a new document." ma:contentTypeScope="" ma:versionID="cb55c1c1984249a94fdce84d00af1f17">
  <xsd:schema xmlns:xsd="http://www.w3.org/2001/XMLSchema" xmlns:xs="http://www.w3.org/2001/XMLSchema" xmlns:p="http://schemas.microsoft.com/office/2006/metadata/properties" xmlns:ns2="7a674e79-da70-4e10-ba51-3c787da465b0" xmlns:ns3="48552078-57d5-422b-bf8a-5b02ecfaf7e1" targetNamespace="http://schemas.microsoft.com/office/2006/metadata/properties" ma:root="true" ma:fieldsID="60c3d88b9d7c9790b8656b7dd118faf7" ns2:_="" ns3:_="">
    <xsd:import namespace="7a674e79-da70-4e10-ba51-3c787da465b0"/>
    <xsd:import namespace="48552078-57d5-422b-bf8a-5b02ecfaf7e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LengthInSeconds"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674e79-da70-4e10-ba51-3c787da465b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1ac71e1-17cb-489f-b9df-289fd188e570}" ma:internalName="TaxCatchAll" ma:showField="CatchAllData" ma:web="7a674e79-da70-4e10-ba51-3c787da465b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8552078-57d5-422b-bf8a-5b02ecfaf7e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842382c-d026-4381-8190-48ffa8899c7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217EE6-0923-4EB7-A904-336E3A229A15}">
  <ds:schemaRefs>
    <ds:schemaRef ds:uri="48552078-57d5-422b-bf8a-5b02ecfaf7e1"/>
    <ds:schemaRef ds:uri="7a674e79-da70-4e10-ba51-3c787da465b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1FDE0B5-7566-43E8-8A2D-FBE75C207BF6}">
  <ds:schemaRefs>
    <ds:schemaRef ds:uri="48552078-57d5-422b-bf8a-5b02ecfaf7e1"/>
    <ds:schemaRef ds:uri="7a674e79-da70-4e10-ba51-3c787da465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8094365-CCCB-4B07-A86A-CA358CD41A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44</Slides>
  <Notes>37</Notes>
  <HiddenSlides>0</HiddenSlide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CPSSTemplateTheme2024</vt:lpstr>
      <vt:lpstr>PowerPoint Presentation</vt:lpstr>
      <vt:lpstr>Agenda</vt:lpstr>
      <vt:lpstr>PowerPoint Presentation</vt:lpstr>
      <vt:lpstr>Background</vt:lpstr>
      <vt:lpstr>Overview</vt:lpstr>
      <vt:lpstr>Overview</vt:lpstr>
      <vt:lpstr>Conops</vt:lpstr>
      <vt:lpstr>Conops Phases</vt:lpstr>
      <vt:lpstr>Requirements</vt:lpstr>
      <vt:lpstr>Aerodynamic Analysis</vt:lpstr>
      <vt:lpstr>Delta Wings</vt:lpstr>
      <vt:lpstr>Delta Wings</vt:lpstr>
      <vt:lpstr>Vertical Stabilizer and Rudder</vt:lpstr>
      <vt:lpstr>Servos</vt:lpstr>
      <vt:lpstr>Canards &amp; Vertical Stabilizer</vt:lpstr>
      <vt:lpstr>Structures</vt:lpstr>
      <vt:lpstr>Overview</vt:lpstr>
      <vt:lpstr>Body Tubes</vt:lpstr>
      <vt:lpstr>Inner components</vt:lpstr>
      <vt:lpstr>Motor-Related components</vt:lpstr>
      <vt:lpstr>Motor</vt:lpstr>
      <vt:lpstr>Nose cone</vt:lpstr>
      <vt:lpstr>Wings (delta)</vt:lpstr>
      <vt:lpstr>Wings (canards)</vt:lpstr>
      <vt:lpstr>Wing "Mount"</vt:lpstr>
      <vt:lpstr>Servo Placement</vt:lpstr>
      <vt:lpstr>Vertical Stabilizer and Rudder</vt:lpstr>
      <vt:lpstr>Skid Plate</vt:lpstr>
      <vt:lpstr>Materials Overview</vt:lpstr>
      <vt:lpstr>Recovery</vt:lpstr>
      <vt:lpstr>Parachute</vt:lpstr>
      <vt:lpstr>When To Use Parachute</vt:lpstr>
      <vt:lpstr>Avionics</vt:lpstr>
      <vt:lpstr>PowerPoint Presentation</vt:lpstr>
      <vt:lpstr>PowerPoint Presentation</vt:lpstr>
      <vt:lpstr>PowerPoint Presentation</vt:lpstr>
      <vt:lpstr>PowerPoint Presentation</vt:lpstr>
      <vt:lpstr>Testing</vt:lpstr>
      <vt:lpstr>Wind tunnel test matrix</vt:lpstr>
      <vt:lpstr>Parachute testing</vt:lpstr>
      <vt:lpstr>Scaling up from sonata</vt:lpstr>
      <vt:lpstr>Next-Steps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Cameron John Mcclure-Coleman</dc:creator>
  <cp:revision>1</cp:revision>
  <dcterms:created xsi:type="dcterms:W3CDTF">2024-06-04T18:56:50Z</dcterms:created>
  <dcterms:modified xsi:type="dcterms:W3CDTF">2025-05-30T02:40:55Z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0x01010060B331AF93F0C2498E4B6F7C9AE715AD</vt:lpwstr>
  </property>
  <property fmtid="{D5CDD505-2E9C-101B-9397-08002B2CF9AE}" pid="3" name="MediaServiceImageTags">
    <vt:lpwstr/>
  </property>
</Properties>
</file>